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4.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729" r:id="rId5"/>
    <p:sldMasterId id="2147483685" r:id="rId6"/>
    <p:sldMasterId id="2147483696" r:id="rId7"/>
    <p:sldMasterId id="2147483703" r:id="rId8"/>
  </p:sldMasterIdLst>
  <p:notesMasterIdLst>
    <p:notesMasterId r:id="rId59"/>
  </p:notesMasterIdLst>
  <p:sldIdLst>
    <p:sldId id="495" r:id="rId9"/>
    <p:sldId id="496" r:id="rId10"/>
    <p:sldId id="2147470368" r:id="rId11"/>
    <p:sldId id="427" r:id="rId12"/>
    <p:sldId id="481" r:id="rId13"/>
    <p:sldId id="482" r:id="rId14"/>
    <p:sldId id="484" r:id="rId15"/>
    <p:sldId id="483" r:id="rId16"/>
    <p:sldId id="486" r:id="rId17"/>
    <p:sldId id="487" r:id="rId18"/>
    <p:sldId id="2147470369" r:id="rId19"/>
    <p:sldId id="309" r:id="rId20"/>
    <p:sldId id="2142532512" r:id="rId21"/>
    <p:sldId id="2142532516" r:id="rId22"/>
    <p:sldId id="2142532515" r:id="rId23"/>
    <p:sldId id="488" r:id="rId24"/>
    <p:sldId id="2147470370" r:id="rId25"/>
    <p:sldId id="489" r:id="rId26"/>
    <p:sldId id="2147470372" r:id="rId27"/>
    <p:sldId id="493" r:id="rId28"/>
    <p:sldId id="494" r:id="rId29"/>
    <p:sldId id="491" r:id="rId30"/>
    <p:sldId id="2147470373" r:id="rId31"/>
    <p:sldId id="2147470374" r:id="rId32"/>
    <p:sldId id="2147470375" r:id="rId33"/>
    <p:sldId id="2147470371" r:id="rId34"/>
    <p:sldId id="2134806399" r:id="rId35"/>
    <p:sldId id="2141411620" r:id="rId36"/>
    <p:sldId id="2147470366" r:id="rId37"/>
    <p:sldId id="2147470367" r:id="rId38"/>
    <p:sldId id="281" r:id="rId39"/>
    <p:sldId id="272" r:id="rId40"/>
    <p:sldId id="273" r:id="rId41"/>
    <p:sldId id="2147470380" r:id="rId42"/>
    <p:sldId id="263" r:id="rId43"/>
    <p:sldId id="270" r:id="rId44"/>
    <p:sldId id="264" r:id="rId45"/>
    <p:sldId id="265" r:id="rId46"/>
    <p:sldId id="275" r:id="rId47"/>
    <p:sldId id="266" r:id="rId48"/>
    <p:sldId id="276" r:id="rId49"/>
    <p:sldId id="267" r:id="rId50"/>
    <p:sldId id="268" r:id="rId51"/>
    <p:sldId id="2147470379" r:id="rId52"/>
    <p:sldId id="278" r:id="rId53"/>
    <p:sldId id="259" r:id="rId54"/>
    <p:sldId id="269" r:id="rId55"/>
    <p:sldId id="280" r:id="rId56"/>
    <p:sldId id="2147470377" r:id="rId57"/>
    <p:sldId id="2141410845"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A9E2"/>
    <a:srgbClr val="79368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BDECAB-60F5-4CE9-B28D-C3E430005540}" v="1" dt="2026-08-19T16:37:57.7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7"/>
    <p:restoredTop sz="86960" autoAdjust="0"/>
  </p:normalViewPr>
  <p:slideViewPr>
    <p:cSldViewPr snapToGrid="0">
      <p:cViewPr varScale="1">
        <p:scale>
          <a:sx n="83" d="100"/>
          <a:sy n="83" d="100"/>
        </p:scale>
        <p:origin x="658" y="67"/>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slide" Target="slides/slide47.xml"/><Relationship Id="rId63"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5" Type="http://schemas.openxmlformats.org/officeDocument/2006/relationships/slideMaster" Target="slideMasters/slideMaster2.xml"/><Relationship Id="rId61" Type="http://schemas.openxmlformats.org/officeDocument/2006/relationships/viewProps" Target="viewProps.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slide" Target="slides/slide43.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notesMaster" Target="notesMasters/notesMaster1.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bert Prats Uribe" userId="524438a6-2adf-4725-abc0-3dede758fd98" providerId="ADAL" clId="{5CE78E99-1AFD-49F9-AD9A-CE8CBFDE5319}"/>
    <pc:docChg chg="undo custSel addSld delSld modSld delMainMaster modMainMaster">
      <pc:chgData name="Albert Prats Uribe" userId="524438a6-2adf-4725-abc0-3dede758fd98" providerId="ADAL" clId="{5CE78E99-1AFD-49F9-AD9A-CE8CBFDE5319}" dt="2026-08-19T16:37:58.711" v="386"/>
      <pc:docMkLst>
        <pc:docMk/>
      </pc:docMkLst>
      <pc:sldChg chg="delSp mod">
        <pc:chgData name="Albert Prats Uribe" userId="524438a6-2adf-4725-abc0-3dede758fd98" providerId="ADAL" clId="{5CE78E99-1AFD-49F9-AD9A-CE8CBFDE5319}" dt="2026-08-13T10:51:02.595" v="383" actId="478"/>
        <pc:sldMkLst>
          <pc:docMk/>
          <pc:sldMk cId="3714820785" sldId="488"/>
        </pc:sldMkLst>
      </pc:sldChg>
      <pc:sldChg chg="addSp delSp modSp mod modClrScheme chgLayout">
        <pc:chgData name="Albert Prats Uribe" userId="524438a6-2adf-4725-abc0-3dede758fd98" providerId="ADAL" clId="{5CE78E99-1AFD-49F9-AD9A-CE8CBFDE5319}" dt="2026-08-13T10:49:23.002" v="382" actId="1076"/>
        <pc:sldMkLst>
          <pc:docMk/>
          <pc:sldMk cId="3533198040" sldId="2142532515"/>
        </pc:sldMkLst>
        <pc:spChg chg="mod">
          <ac:chgData name="Albert Prats Uribe" userId="524438a6-2adf-4725-abc0-3dede758fd98" providerId="ADAL" clId="{5CE78E99-1AFD-49F9-AD9A-CE8CBFDE5319}" dt="2026-08-13T10:49:23.002" v="382" actId="1076"/>
          <ac:spMkLst>
            <pc:docMk/>
            <pc:sldMk cId="3533198040" sldId="2142532515"/>
            <ac:spMk id="2" creationId="{93F01AAB-7E1C-0BCC-BFD4-2B9B5AF0E65C}"/>
          </ac:spMkLst>
        </pc:spChg>
        <pc:spChg chg="mod">
          <ac:chgData name="Albert Prats Uribe" userId="524438a6-2adf-4725-abc0-3dede758fd98" providerId="ADAL" clId="{5CE78E99-1AFD-49F9-AD9A-CE8CBFDE5319}" dt="2026-08-13T10:49:23.002" v="382" actId="1076"/>
          <ac:spMkLst>
            <pc:docMk/>
            <pc:sldMk cId="3533198040" sldId="2142532515"/>
            <ac:spMk id="7" creationId="{02B325D4-4AC9-7082-D02A-9C67330FBA89}"/>
          </ac:spMkLst>
        </pc:spChg>
        <pc:spChg chg="mod">
          <ac:chgData name="Albert Prats Uribe" userId="524438a6-2adf-4725-abc0-3dede758fd98" providerId="ADAL" clId="{5CE78E99-1AFD-49F9-AD9A-CE8CBFDE5319}" dt="2026-08-13T10:49:23.002" v="382" actId="1076"/>
          <ac:spMkLst>
            <pc:docMk/>
            <pc:sldMk cId="3533198040" sldId="2142532515"/>
            <ac:spMk id="8" creationId="{20DDA865-FFA3-724D-93E9-6D43E969CB79}"/>
          </ac:spMkLst>
        </pc:spChg>
        <pc:spChg chg="mod">
          <ac:chgData name="Albert Prats Uribe" userId="524438a6-2adf-4725-abc0-3dede758fd98" providerId="ADAL" clId="{5CE78E99-1AFD-49F9-AD9A-CE8CBFDE5319}" dt="2026-08-13T10:49:23.002" v="382" actId="1076"/>
          <ac:spMkLst>
            <pc:docMk/>
            <pc:sldMk cId="3533198040" sldId="2142532515"/>
            <ac:spMk id="9" creationId="{5DC284FF-1FDD-A94D-1F83-1CCA32500C8B}"/>
          </ac:spMkLst>
        </pc:spChg>
        <pc:spChg chg="mod">
          <ac:chgData name="Albert Prats Uribe" userId="524438a6-2adf-4725-abc0-3dede758fd98" providerId="ADAL" clId="{5CE78E99-1AFD-49F9-AD9A-CE8CBFDE5319}" dt="2026-08-13T10:49:23.002" v="382" actId="1076"/>
          <ac:spMkLst>
            <pc:docMk/>
            <pc:sldMk cId="3533198040" sldId="2142532515"/>
            <ac:spMk id="10" creationId="{67F6B425-6CC0-803F-27B1-AC6CD2EFD750}"/>
          </ac:spMkLst>
        </pc:spChg>
        <pc:spChg chg="mod">
          <ac:chgData name="Albert Prats Uribe" userId="524438a6-2adf-4725-abc0-3dede758fd98" providerId="ADAL" clId="{5CE78E99-1AFD-49F9-AD9A-CE8CBFDE5319}" dt="2026-08-13T10:49:23.002" v="382" actId="1076"/>
          <ac:spMkLst>
            <pc:docMk/>
            <pc:sldMk cId="3533198040" sldId="2142532515"/>
            <ac:spMk id="11" creationId="{181DEE36-34E3-EFBD-90E3-D20CA3994749}"/>
          </ac:spMkLst>
        </pc:spChg>
        <pc:spChg chg="mod">
          <ac:chgData name="Albert Prats Uribe" userId="524438a6-2adf-4725-abc0-3dede758fd98" providerId="ADAL" clId="{5CE78E99-1AFD-49F9-AD9A-CE8CBFDE5319}" dt="2026-08-13T10:49:23.002" v="382" actId="1076"/>
          <ac:spMkLst>
            <pc:docMk/>
            <pc:sldMk cId="3533198040" sldId="2142532515"/>
            <ac:spMk id="12" creationId="{D7833784-E740-0E00-4A2F-72B48286AA9F}"/>
          </ac:spMkLst>
        </pc:spChg>
        <pc:spChg chg="mod">
          <ac:chgData name="Albert Prats Uribe" userId="524438a6-2adf-4725-abc0-3dede758fd98" providerId="ADAL" clId="{5CE78E99-1AFD-49F9-AD9A-CE8CBFDE5319}" dt="2026-08-13T10:49:23.002" v="382" actId="1076"/>
          <ac:spMkLst>
            <pc:docMk/>
            <pc:sldMk cId="3533198040" sldId="2142532515"/>
            <ac:spMk id="13" creationId="{229DB969-5A1B-BB4B-D702-4FF0F6AF5080}"/>
          </ac:spMkLst>
        </pc:spChg>
        <pc:spChg chg="mod">
          <ac:chgData name="Albert Prats Uribe" userId="524438a6-2adf-4725-abc0-3dede758fd98" providerId="ADAL" clId="{5CE78E99-1AFD-49F9-AD9A-CE8CBFDE5319}" dt="2026-08-13T10:49:23.002" v="382" actId="1076"/>
          <ac:spMkLst>
            <pc:docMk/>
            <pc:sldMk cId="3533198040" sldId="2142532515"/>
            <ac:spMk id="14" creationId="{884D3C07-E39C-2558-F3FC-33B39B49A871}"/>
          </ac:spMkLst>
        </pc:spChg>
        <pc:spChg chg="mod">
          <ac:chgData name="Albert Prats Uribe" userId="524438a6-2adf-4725-abc0-3dede758fd98" providerId="ADAL" clId="{5CE78E99-1AFD-49F9-AD9A-CE8CBFDE5319}" dt="2026-08-13T10:49:23.002" v="382" actId="1076"/>
          <ac:spMkLst>
            <pc:docMk/>
            <pc:sldMk cId="3533198040" sldId="2142532515"/>
            <ac:spMk id="15" creationId="{563B734A-AFB5-A3A7-58E2-6F8C2CF64A57}"/>
          </ac:spMkLst>
        </pc:spChg>
      </pc:sldChg>
      <pc:sldChg chg="addSp delSp modSp mod">
        <pc:chgData name="Albert Prats Uribe" userId="524438a6-2adf-4725-abc0-3dede758fd98" providerId="ADAL" clId="{5CE78E99-1AFD-49F9-AD9A-CE8CBFDE5319}" dt="2026-08-19T16:37:58.711" v="386"/>
        <pc:sldMkLst>
          <pc:docMk/>
          <pc:sldMk cId="378414268" sldId="2147470380"/>
        </pc:sldMkLst>
        <pc:spChg chg="add del mod">
          <ac:chgData name="Albert Prats Uribe" userId="524438a6-2adf-4725-abc0-3dede758fd98" providerId="ADAL" clId="{5CE78E99-1AFD-49F9-AD9A-CE8CBFDE5319}" dt="2026-08-19T16:37:58.711" v="386"/>
          <ac:spMkLst>
            <pc:docMk/>
            <pc:sldMk cId="378414268" sldId="2147470380"/>
            <ac:spMk id="2" creationId="{9A28362F-D5F3-B605-002F-97AD0C30C6C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738232-3640-3447-BD60-5779D5398078}" type="datetimeFigureOut">
              <a:rPr lang="en-GB" smtClean="0"/>
              <a:t>17/09/2026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96F7F4-D902-0340-9670-AEF2B21E5D1D}" type="slidenum">
              <a:rPr lang="en-GB" smtClean="0"/>
              <a:t>‹Nº›</a:t>
            </a:fld>
            <a:endParaRPr lang="en-GB"/>
          </a:p>
        </p:txBody>
      </p:sp>
    </p:spTree>
    <p:extLst>
      <p:ext uri="{BB962C8B-B14F-4D97-AF65-F5344CB8AC3E}">
        <p14:creationId xmlns:p14="http://schemas.microsoft.com/office/powerpoint/2010/main" val="10806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endParaRPr lang="en-US"/>
          </a:p>
        </p:txBody>
      </p:sp>
    </p:spTree>
    <p:extLst>
      <p:ext uri="{BB962C8B-B14F-4D97-AF65-F5344CB8AC3E}">
        <p14:creationId xmlns:p14="http://schemas.microsoft.com/office/powerpoint/2010/main" val="38865714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F296F7F4-D902-0340-9670-AEF2B21E5D1D}" type="slidenum">
              <a:rPr lang="en-GB" smtClean="0"/>
              <a:t>4</a:t>
            </a:fld>
            <a:endParaRPr lang="en-GB"/>
          </a:p>
        </p:txBody>
      </p:sp>
    </p:spTree>
    <p:extLst>
      <p:ext uri="{BB962C8B-B14F-4D97-AF65-F5344CB8AC3E}">
        <p14:creationId xmlns:p14="http://schemas.microsoft.com/office/powerpoint/2010/main" val="962387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F296F7F4-D902-0340-9670-AEF2B21E5D1D}" type="slidenum">
              <a:rPr lang="en-GB" smtClean="0"/>
              <a:t>5</a:t>
            </a:fld>
            <a:endParaRPr lang="en-GB"/>
          </a:p>
        </p:txBody>
      </p:sp>
    </p:spTree>
    <p:extLst>
      <p:ext uri="{BB962C8B-B14F-4D97-AF65-F5344CB8AC3E}">
        <p14:creationId xmlns:p14="http://schemas.microsoft.com/office/powerpoint/2010/main" val="2143071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F296F7F4-D902-0340-9670-AEF2B21E5D1D}" type="slidenum">
              <a:rPr lang="en-GB" smtClean="0"/>
              <a:t>6</a:t>
            </a:fld>
            <a:endParaRPr lang="en-GB"/>
          </a:p>
        </p:txBody>
      </p:sp>
    </p:spTree>
    <p:extLst>
      <p:ext uri="{BB962C8B-B14F-4D97-AF65-F5344CB8AC3E}">
        <p14:creationId xmlns:p14="http://schemas.microsoft.com/office/powerpoint/2010/main" val="13313802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F296F7F4-D902-0340-9670-AEF2B21E5D1D}" type="slidenum">
              <a:rPr lang="en-GB" smtClean="0"/>
              <a:t>7</a:t>
            </a:fld>
            <a:endParaRPr lang="en-GB"/>
          </a:p>
        </p:txBody>
      </p:sp>
    </p:spTree>
    <p:extLst>
      <p:ext uri="{BB962C8B-B14F-4D97-AF65-F5344CB8AC3E}">
        <p14:creationId xmlns:p14="http://schemas.microsoft.com/office/powerpoint/2010/main" val="15889747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F296F7F4-D902-0340-9670-AEF2B21E5D1D}" type="slidenum">
              <a:rPr lang="en-GB" smtClean="0"/>
              <a:t>8</a:t>
            </a:fld>
            <a:endParaRPr lang="en-GB"/>
          </a:p>
        </p:txBody>
      </p:sp>
    </p:spTree>
    <p:extLst>
      <p:ext uri="{BB962C8B-B14F-4D97-AF65-F5344CB8AC3E}">
        <p14:creationId xmlns:p14="http://schemas.microsoft.com/office/powerpoint/2010/main" val="25722098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F296F7F4-D902-0340-9670-AEF2B21E5D1D}" type="slidenum">
              <a:rPr lang="en-GB" smtClean="0"/>
              <a:t>9</a:t>
            </a:fld>
            <a:endParaRPr lang="en-GB"/>
          </a:p>
        </p:txBody>
      </p:sp>
    </p:spTree>
    <p:extLst>
      <p:ext uri="{BB962C8B-B14F-4D97-AF65-F5344CB8AC3E}">
        <p14:creationId xmlns:p14="http://schemas.microsoft.com/office/powerpoint/2010/main" val="2104538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F296F7F4-D902-0340-9670-AEF2B21E5D1D}" type="slidenum">
              <a:rPr lang="en-GB" smtClean="0"/>
              <a:t>10</a:t>
            </a:fld>
            <a:endParaRPr lang="en-GB"/>
          </a:p>
        </p:txBody>
      </p:sp>
    </p:spTree>
    <p:extLst>
      <p:ext uri="{BB962C8B-B14F-4D97-AF65-F5344CB8AC3E}">
        <p14:creationId xmlns:p14="http://schemas.microsoft.com/office/powerpoint/2010/main" val="30433979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lvl="1"/>
            <a:r>
              <a:rPr lang="en-AU" dirty="0"/>
              <a:t>On the left side of this diagram, you see three examples of individual sites. The health data is stored in a local database and each site maps its database to the common data model, called OMOP, to ensure harmonisation amongst the different network partners. Each site also has the applications in place to interrogate or analyse their own data or to execute an analysis script that is developed centrally – by other partners of the EHDEN network.</a:t>
            </a:r>
          </a:p>
          <a:p>
            <a:pPr marL="0" lvl="1"/>
            <a:endParaRPr lang="en-US" dirty="0"/>
          </a:p>
          <a:p>
            <a:pPr marL="0" lvl="1"/>
            <a:r>
              <a:rPr lang="en-US" dirty="0"/>
              <a:t>T</a:t>
            </a:r>
            <a:r>
              <a:rPr lang="en-AU" dirty="0"/>
              <a:t>he individual sites are not physically connected to a central platform but information can be shared through the EHDEN portal. It’s a secured environment that is only accessible to partners. </a:t>
            </a:r>
          </a:p>
          <a:p>
            <a:pPr marL="0" lvl="1"/>
            <a:endParaRPr lang="en-AU" dirty="0"/>
          </a:p>
          <a:p>
            <a:pPr marL="0" lvl="1"/>
            <a:r>
              <a:rPr lang="en-AU" dirty="0"/>
              <a:t>In EHDEN, the tool called Atlas is used, which is already available as part of OMOP. It can be used to define virtual cohorts using combinations of in- and exclusion criteria. Several routine analyses will come pre-packaged for download from the portal so that they can be executed locally. Study-specific scripts will be developed and made available in the same way but accessibility will be restricted to those partners participating in a particular research question. The scripts can accommodate all state-of-the art analytical programming languages such as Python, R, SAS, SQL. Support for Big Data tools and machine learning is also enabled (Spark, Apache Drill, Scikit-learn, H2O).</a:t>
            </a:r>
          </a:p>
          <a:p>
            <a:pPr marL="0" lvl="1"/>
            <a:endParaRPr lang="en-US" dirty="0"/>
          </a:p>
          <a:p>
            <a:pPr marL="0" lvl="1" defTabSz="1389082">
              <a:defRPr/>
            </a:pPr>
            <a:r>
              <a:rPr lang="en-US" dirty="0"/>
              <a:t>T</a:t>
            </a:r>
            <a:r>
              <a:rPr lang="en-AU" dirty="0"/>
              <a:t>he portal itself will be accessible for the partners through a dedicated, password-protected EHDEN website.  </a:t>
            </a:r>
            <a:endParaRPr lang="en-AU" dirty="0">
              <a:cs typeface="Calibri"/>
            </a:endParaRPr>
          </a:p>
          <a:p>
            <a:pPr marL="0" lvl="1" defTabSz="1389082">
              <a:defRPr/>
            </a:pPr>
            <a:endParaRPr lang="en-AU" dirty="0"/>
          </a:p>
          <a:p>
            <a:pPr marL="0" lvl="1" defTabSz="1389082">
              <a:defRPr/>
            </a:pPr>
            <a:r>
              <a:rPr lang="en-AU" dirty="0"/>
              <a:t>As you can see, local data stays local at all times. The pre-developed analysis scripts are run locally and only the results are transferred to the EHDEN portal. The local governance rules apply and you can also decide for each single research question, if you would like to participate or not. </a:t>
            </a:r>
            <a:endParaRPr lang="en-AU" dirty="0">
              <a:cs typeface="Calibri"/>
            </a:endParaRPr>
          </a:p>
          <a:p>
            <a:endParaRPr lang="en-AU" dirty="0"/>
          </a:p>
          <a:p>
            <a:endParaRPr lang="en-GB" dirty="0"/>
          </a:p>
        </p:txBody>
      </p:sp>
      <p:sp>
        <p:nvSpPr>
          <p:cNvPr id="4" name="Tijdelijke aanduiding voor dia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4F00B5-EF0C-455A-824A-FE82CE563139}" type="slidenum">
              <a:rPr kumimoji="0" lang="nl-BE" sz="1200" b="0" i="0" u="none" strike="noStrike" kern="1200" cap="none" spc="0" normalizeH="0" baseline="0" noProof="0" smtClean="0">
                <a:ln>
                  <a:noFill/>
                </a:ln>
                <a:solidFill>
                  <a:prstClr val="black"/>
                </a:solidFill>
                <a:effectLst/>
                <a:uLnTx/>
                <a:uFillTx/>
                <a:latin typeface="Calibri" panose="020F0502020204030204"/>
                <a:ea typeface="Arial Unicode MS" pitchFamily="-65" charset="0"/>
                <a:cs typeface="Arial Unicode MS" pitchFamily="-65"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nl-BE" sz="1200" b="0" i="0" u="none" strike="noStrike" kern="1200" cap="none" spc="0" normalizeH="0" baseline="0" noProof="0">
              <a:ln>
                <a:noFill/>
              </a:ln>
              <a:solidFill>
                <a:prstClr val="black"/>
              </a:solidFill>
              <a:effectLst/>
              <a:uLnTx/>
              <a:uFillTx/>
              <a:latin typeface="Calibri" panose="020F0502020204030204"/>
              <a:ea typeface="Arial Unicode MS" pitchFamily="-65" charset="0"/>
              <a:cs typeface="Arial Unicode MS" pitchFamily="-65" charset="0"/>
            </a:endParaRPr>
          </a:p>
        </p:txBody>
      </p:sp>
    </p:spTree>
    <p:extLst>
      <p:ext uri="{BB962C8B-B14F-4D97-AF65-F5344CB8AC3E}">
        <p14:creationId xmlns:p14="http://schemas.microsoft.com/office/powerpoint/2010/main" val="11811282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A5187-E4CD-1B30-FAF5-A44C285BAC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AFECF2-3290-7E0E-C515-FCEC7799E3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A16242-D11F-26A6-461E-F42C80C18B3E}"/>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4A435CC6-B98F-28B5-7809-E7381D0C212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96F7F4-D902-0340-9670-AEF2B21E5D1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2755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F296F7F4-D902-0340-9670-AEF2B21E5D1D}" type="slidenum">
              <a:rPr lang="en-GB" smtClean="0"/>
              <a:t>16</a:t>
            </a:fld>
            <a:endParaRPr lang="en-GB"/>
          </a:p>
        </p:txBody>
      </p:sp>
    </p:spTree>
    <p:extLst>
      <p:ext uri="{BB962C8B-B14F-4D97-AF65-F5344CB8AC3E}">
        <p14:creationId xmlns:p14="http://schemas.microsoft.com/office/powerpoint/2010/main" val="15374991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3C472-95EE-110E-9479-C8D3ACE93A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23B0AE-882A-B7E2-CA33-CA926E619F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F2DC93-2ABA-A6C6-2BAF-7C987534FB81}"/>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4E8D5C57-04F6-D5BF-C890-D3438EC1980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96F7F4-D902-0340-9670-AEF2B21E5D1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78885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E1DC6-2D93-011E-A9B1-971D72044F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3E9327-0642-E28B-F2B2-32A2242DF4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74D4EF-576F-A030-3C86-A63F3FC093B5}"/>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8E0577C5-096B-7FDB-200B-6FA68C3506B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96F7F4-D902-0340-9670-AEF2B21E5D1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93993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F3162-0831-E5EC-BE0C-E53E3C336B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6184A8-B4D5-6CBE-B33C-9ACD75E119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2FCB79-0065-5942-FA1D-8B0805CCD4E2}"/>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CCF217AC-E10E-DE18-1518-9303A9FBB0D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96F7F4-D902-0340-9670-AEF2B21E5D1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24059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98EC8-6454-9C9B-B649-F1178D31CB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F8E887-65A1-F2BC-262E-8D31A20118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7D76B3-7893-CFAD-37D1-C01A466A967C}"/>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38C4D45B-B493-C795-F1AD-55C50917B31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96F7F4-D902-0340-9670-AEF2B21E5D1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79201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21970" lvl="2">
              <a:lnSpc>
                <a:spcPct val="100000"/>
              </a:lnSpc>
              <a:buFont typeface="Arial" panose="020B0604020202020204" pitchFamily="34" charset="0"/>
              <a:buNone/>
            </a:pPr>
            <a:r>
              <a:rPr lang="en-GB"/>
              <a:t>- A </a:t>
            </a:r>
            <a:r>
              <a:rPr lang="en-GB" b="1">
                <a:solidFill>
                  <a:schemeClr val="tx2"/>
                </a:solidFill>
              </a:rPr>
              <a:t>Federated Network of Data Holders and expertise</a:t>
            </a:r>
            <a:r>
              <a:rPr lang="en-GB"/>
              <a:t>, exposing data using a common data model and working under a common governance, set of standards and service levels with regards to studies and analysis of data.</a:t>
            </a:r>
          </a:p>
          <a:p>
            <a:pPr marL="521970" lvl="2">
              <a:lnSpc>
                <a:spcPct val="100000"/>
              </a:lnSpc>
              <a:buFont typeface="Arial" panose="020B0604020202020204" pitchFamily="34" charset="0"/>
              <a:buChar char="•"/>
            </a:pPr>
            <a:endParaRPr lang="en-GB"/>
          </a:p>
          <a:p>
            <a:pPr marL="521970" lvl="2">
              <a:lnSpc>
                <a:spcPct val="100000"/>
              </a:lnSpc>
              <a:buFont typeface="Arial" panose="020B0604020202020204" pitchFamily="34" charset="0"/>
              <a:buNone/>
            </a:pPr>
            <a:r>
              <a:rPr lang="en-GB"/>
              <a:t>- A </a:t>
            </a:r>
            <a:r>
              <a:rPr lang="en-GB" b="1">
                <a:solidFill>
                  <a:schemeClr val="tx2"/>
                </a:solidFill>
              </a:rPr>
              <a:t>Coordination Centre </a:t>
            </a:r>
            <a:r>
              <a:rPr lang="en-GB"/>
              <a:t>that acts as the entry point into this federated network and manages the network on behalf of EMA and the EMRN. </a:t>
            </a:r>
          </a:p>
          <a:p>
            <a:pPr marL="521970" lvl="2">
              <a:lnSpc>
                <a:spcPct val="100000"/>
              </a:lnSpc>
              <a:buFont typeface="Arial" panose="020B0604020202020204" pitchFamily="34" charset="0"/>
              <a:buChar char="•"/>
            </a:pPr>
            <a:endParaRPr lang="en-GB"/>
          </a:p>
          <a:p>
            <a:pPr marL="693420" lvl="2" indent="-171450">
              <a:lnSpc>
                <a:spcPct val="100000"/>
              </a:lnSpc>
              <a:buFontTx/>
              <a:buChar char="-"/>
            </a:pPr>
            <a:r>
              <a:rPr lang="en-GB" b="1">
                <a:solidFill>
                  <a:schemeClr val="tx2"/>
                </a:solidFill>
              </a:rPr>
              <a:t>EMA with strategic control and oversight of operations</a:t>
            </a:r>
            <a:r>
              <a:rPr lang="en-GB"/>
              <a:t>, e.g. interface with EMA committees, EMA own analysis, driving standards, specifications, guidelines, management of the coordination centre.</a:t>
            </a:r>
          </a:p>
          <a:p>
            <a:pPr marL="693420" lvl="2" indent="-171450">
              <a:lnSpc>
                <a:spcPct val="100000"/>
              </a:lnSpc>
              <a:buFontTx/>
              <a:buChar char="-"/>
            </a:pPr>
            <a:endParaRPr lang="en-GB"/>
          </a:p>
          <a:p>
            <a:pPr marL="693420" lvl="2" indent="-171450">
              <a:lnSpc>
                <a:spcPct val="100000"/>
              </a:lnSpc>
              <a:buFontTx/>
              <a:buChar char="-"/>
            </a:pPr>
            <a:r>
              <a:rPr lang="en-US" sz="1200" b="1"/>
              <a:t>Partners</a:t>
            </a:r>
            <a:r>
              <a:rPr lang="en-US" sz="1200"/>
              <a:t> who have access to data, or who may request analyses in a data source and provide results to the Coordination Centre. This includes </a:t>
            </a:r>
            <a:r>
              <a:rPr lang="en-US" sz="1200" b="1"/>
              <a:t>Data Permit Authorities</a:t>
            </a:r>
            <a:r>
              <a:rPr lang="en-US" sz="1200"/>
              <a:t> (DPAs), already existing or to be created as part for the European Health Data Space</a:t>
            </a:r>
          </a:p>
          <a:p>
            <a:pPr marL="693420" lvl="2" indent="-171450">
              <a:lnSpc>
                <a:spcPct val="100000"/>
              </a:lnSpc>
              <a:buFontTx/>
              <a:buChar char="-"/>
            </a:pPr>
            <a:endParaRPr lang="en-GB"/>
          </a:p>
        </p:txBody>
      </p:sp>
      <p:sp>
        <p:nvSpPr>
          <p:cNvPr id="4" name="Date Placeholder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76CEFD-B40B-43A3-AE48-BB92633B2157}" type="datetime4">
              <a:rPr kumimoji="0" lang="en-GB"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 September 2026</a:t>
            </a:fld>
            <a:endPar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lide Number Placehold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71AA26-52C0-48E5-AF9E-6206494C8AD5}" type="slidenum">
              <a:rPr kumimoji="0" lang="en-GB"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64869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slideMaster" Target="../slideMasters/slideMaster3.xml"/><Relationship Id="rId6" Type="http://schemas.openxmlformats.org/officeDocument/2006/relationships/image" Target="../media/image10.gif"/><Relationship Id="rId5" Type="http://schemas.openxmlformats.org/officeDocument/2006/relationships/image" Target="../media/image9.png"/><Relationship Id="rId4" Type="http://schemas.openxmlformats.org/officeDocument/2006/relationships/image" Target="../media/image8.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 Id="rId6" Type="http://schemas.openxmlformats.org/officeDocument/2006/relationships/image" Target="../media/image7.png"/><Relationship Id="rId5" Type="http://schemas.openxmlformats.org/officeDocument/2006/relationships/image" Target="../media/image10.gif"/><Relationship Id="rId4" Type="http://schemas.openxmlformats.org/officeDocument/2006/relationships/image" Target="../media/image9.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3.xml"/><Relationship Id="rId5" Type="http://schemas.openxmlformats.org/officeDocument/2006/relationships/image" Target="../media/image6.svg"/><Relationship Id="rId4" Type="http://schemas.openxmlformats.org/officeDocument/2006/relationships/image" Target="../media/image10.gif"/></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3.xml"/><Relationship Id="rId5" Type="http://schemas.openxmlformats.org/officeDocument/2006/relationships/image" Target="../media/image6.svg"/><Relationship Id="rId4" Type="http://schemas.openxmlformats.org/officeDocument/2006/relationships/image" Target="../media/image10.gif"/></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3.xml"/><Relationship Id="rId5" Type="http://schemas.openxmlformats.org/officeDocument/2006/relationships/image" Target="../media/image13.svg"/><Relationship Id="rId4" Type="http://schemas.openxmlformats.org/officeDocument/2006/relationships/image" Target="../media/image10.gif"/></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3.xml"/><Relationship Id="rId5" Type="http://schemas.openxmlformats.org/officeDocument/2006/relationships/image" Target="../media/image6.svg"/><Relationship Id="rId4" Type="http://schemas.openxmlformats.org/officeDocument/2006/relationships/image" Target="../media/image10.gif"/></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3.xml"/><Relationship Id="rId5" Type="http://schemas.openxmlformats.org/officeDocument/2006/relationships/image" Target="../media/image6.svg"/><Relationship Id="rId4" Type="http://schemas.openxmlformats.org/officeDocument/2006/relationships/image" Target="../media/image10.gif"/></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Master" Target="../slideMasters/slideMaster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0.gif"/><Relationship Id="rId9" Type="http://schemas.openxmlformats.org/officeDocument/2006/relationships/image" Target="../media/image6.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6.svg"/><Relationship Id="rId1" Type="http://schemas.openxmlformats.org/officeDocument/2006/relationships/slideMaster" Target="../slideMasters/slideMaster3.xml"/><Relationship Id="rId5" Type="http://schemas.openxmlformats.org/officeDocument/2006/relationships/image" Target="../media/image22.png"/><Relationship Id="rId4" Type="http://schemas.openxmlformats.org/officeDocument/2006/relationships/image" Target="../media/image2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6.svg"/><Relationship Id="rId2" Type="http://schemas.openxmlformats.org/officeDocument/2006/relationships/image" Target="../media/image23.jpeg"/><Relationship Id="rId1" Type="http://schemas.openxmlformats.org/officeDocument/2006/relationships/slideMaster" Target="../slideMasters/slideMaster4.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3.jpeg"/><Relationship Id="rId1" Type="http://schemas.openxmlformats.org/officeDocument/2006/relationships/slideMaster" Target="../slideMasters/slideMaster4.xml"/><Relationship Id="rId5" Type="http://schemas.openxmlformats.org/officeDocument/2006/relationships/image" Target="../media/image30.png"/><Relationship Id="rId4" Type="http://schemas.openxmlformats.org/officeDocument/2006/relationships/image" Target="../media/image29.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3.jpeg"/><Relationship Id="rId1" Type="http://schemas.openxmlformats.org/officeDocument/2006/relationships/slideMaster" Target="../slideMasters/slideMaster4.xml"/><Relationship Id="rId5" Type="http://schemas.openxmlformats.org/officeDocument/2006/relationships/image" Target="../media/image30.png"/><Relationship Id="rId4" Type="http://schemas.openxmlformats.org/officeDocument/2006/relationships/image" Target="../media/image29.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1.jpeg"/><Relationship Id="rId1" Type="http://schemas.openxmlformats.org/officeDocument/2006/relationships/slideMaster" Target="../slideMasters/slideMaster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Master" Target="../slideMasters/slideMaster5.xml"/><Relationship Id="rId4" Type="http://schemas.openxmlformats.org/officeDocument/2006/relationships/image" Target="../media/image36.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baseline="0">
                <a:solidFill>
                  <a:schemeClr val="bg1">
                    <a:lumMod val="50000"/>
                  </a:schemeClr>
                </a:solidFill>
              </a:defRPr>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428563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5">
                    <a:lumMod val="75000"/>
                  </a:schemeClr>
                </a:solidFi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Content Placeholder 2"/>
          <p:cNvSpPr>
            <a:spLocks noGrp="1"/>
          </p:cNvSpPr>
          <p:nvPr>
            <p:ph idx="1"/>
          </p:nvPr>
        </p:nvSpPr>
        <p:spPr/>
        <p:txBody>
          <a:bodyPr/>
          <a:lstStyle>
            <a:lvl1pPr>
              <a:defRPr sz="2400">
                <a:solidFill>
                  <a:schemeClr val="tx1"/>
                </a:solidFill>
                <a:latin typeface="+mn-lt"/>
              </a:defRPr>
            </a:lvl1pPr>
            <a:lvl2pPr>
              <a:defRPr sz="2400">
                <a:solidFill>
                  <a:schemeClr val="tx1"/>
                </a:solidFill>
                <a:latin typeface="+mn-lt"/>
              </a:defRPr>
            </a:lvl2pPr>
            <a:lvl3pPr>
              <a:defRPr sz="1800">
                <a:solidFill>
                  <a:schemeClr val="tx1"/>
                </a:solidFill>
                <a:latin typeface="+mn-lt"/>
              </a:defRPr>
            </a:lvl3pPr>
            <a:lvl4pPr>
              <a:defRPr>
                <a:latin typeface="+mn-lt"/>
              </a:defRPr>
            </a:lvl4pPr>
            <a:lvl5pPr>
              <a:defRPr>
                <a:latin typeface="+mn-lt"/>
              </a:defRPr>
            </a:lvl5pPr>
          </a:lstStyle>
          <a:p>
            <a:pPr lvl="0"/>
            <a:r>
              <a:rPr lang="en-US"/>
              <a:t>Edit Master text styles</a:t>
            </a:r>
          </a:p>
          <a:p>
            <a:pPr lvl="1"/>
            <a:r>
              <a:rPr lang="en-US"/>
              <a:t>Second level</a:t>
            </a:r>
          </a:p>
          <a:p>
            <a:pPr lvl="2"/>
            <a:r>
              <a:rPr lang="en-US"/>
              <a:t>Third level</a:t>
            </a:r>
          </a:p>
        </p:txBody>
      </p:sp>
      <p:pic>
        <p:nvPicPr>
          <p:cNvPr id="6" name="Picture 5">
            <a:extLst>
              <a:ext uri="{FF2B5EF4-FFF2-40B4-BE49-F238E27FC236}">
                <a16:creationId xmlns:a16="http://schemas.microsoft.com/office/drawing/2014/main" id="{E5577EBF-4D65-F1D1-B26A-9D52ECE61C8D}"/>
              </a:ext>
            </a:extLst>
          </p:cNvPr>
          <p:cNvPicPr>
            <a:picLocks noChangeAspect="1"/>
          </p:cNvPicPr>
          <p:nvPr userDrawn="1"/>
        </p:nvPicPr>
        <p:blipFill>
          <a:blip r:embed="rId2"/>
          <a:stretch>
            <a:fillRect/>
          </a:stretch>
        </p:blipFill>
        <p:spPr>
          <a:xfrm>
            <a:off x="43473" y="5891175"/>
            <a:ext cx="926055" cy="966825"/>
          </a:xfrm>
          <a:prstGeom prst="rect">
            <a:avLst/>
          </a:prstGeom>
        </p:spPr>
      </p:pic>
    </p:spTree>
    <p:extLst>
      <p:ext uri="{BB962C8B-B14F-4D97-AF65-F5344CB8AC3E}">
        <p14:creationId xmlns:p14="http://schemas.microsoft.com/office/powerpoint/2010/main" val="360396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78488" y="4392386"/>
            <a:ext cx="10972801" cy="1535124"/>
          </a:xfrm>
        </p:spPr>
        <p:txBody>
          <a:bodyPr/>
          <a:lstStyle>
            <a:lvl1pPr marL="0" indent="0">
              <a:buNone/>
              <a:defRPr sz="2400" baseline="0">
                <a:solidFill>
                  <a:schemeClr val="bg1">
                    <a:lumMod val="8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2" name="Title 1"/>
          <p:cNvSpPr>
            <a:spLocks noGrp="1"/>
          </p:cNvSpPr>
          <p:nvPr>
            <p:ph type="title"/>
          </p:nvPr>
        </p:nvSpPr>
        <p:spPr>
          <a:xfrm>
            <a:off x="278488" y="1401546"/>
            <a:ext cx="10972801" cy="2990840"/>
          </a:xfrm>
        </p:spPr>
        <p:txBody>
          <a:bodyPr anchor="b"/>
          <a:lstStyle>
            <a:lvl1pPr>
              <a:defRPr sz="6000" baseline="0">
                <a:solidFill>
                  <a:schemeClr val="tx1"/>
                </a:solidFill>
                <a:latin typeface="+mn-lt"/>
              </a:defRPr>
            </a:lvl1pPr>
          </a:lstStyle>
          <a:p>
            <a:r>
              <a:rPr lang="en-US"/>
              <a:t>Click to edit Master title style</a:t>
            </a:r>
            <a:endParaRPr lang="en-GB"/>
          </a:p>
        </p:txBody>
      </p:sp>
    </p:spTree>
    <p:extLst>
      <p:ext uri="{BB962C8B-B14F-4D97-AF65-F5344CB8AC3E}">
        <p14:creationId xmlns:p14="http://schemas.microsoft.com/office/powerpoint/2010/main" val="3350839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293921" y="1415017"/>
            <a:ext cx="5352000" cy="45124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878285" y="1415017"/>
            <a:ext cx="5352000" cy="45124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5" name="Picture 4">
            <a:extLst>
              <a:ext uri="{FF2B5EF4-FFF2-40B4-BE49-F238E27FC236}">
                <a16:creationId xmlns:a16="http://schemas.microsoft.com/office/drawing/2014/main" id="{7FFFD8B6-D0DE-3729-09C4-7C5B8C3C393A}"/>
              </a:ext>
            </a:extLst>
          </p:cNvPr>
          <p:cNvPicPr>
            <a:picLocks noChangeAspect="1"/>
          </p:cNvPicPr>
          <p:nvPr userDrawn="1"/>
        </p:nvPicPr>
        <p:blipFill>
          <a:blip r:embed="rId2"/>
          <a:stretch>
            <a:fillRect/>
          </a:stretch>
        </p:blipFill>
        <p:spPr>
          <a:xfrm>
            <a:off x="43473" y="5891175"/>
            <a:ext cx="926055" cy="966825"/>
          </a:xfrm>
          <a:prstGeom prst="rect">
            <a:avLst/>
          </a:prstGeom>
        </p:spPr>
      </p:pic>
    </p:spTree>
    <p:extLst>
      <p:ext uri="{BB962C8B-B14F-4D97-AF65-F5344CB8AC3E}">
        <p14:creationId xmlns:p14="http://schemas.microsoft.com/office/powerpoint/2010/main" val="394623402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88890" y="199442"/>
            <a:ext cx="6974111" cy="786735"/>
          </a:xfrm>
        </p:spPr>
        <p:txBody>
          <a:bodyPr/>
          <a:lstStyle/>
          <a:p>
            <a:r>
              <a:rPr lang="en-US"/>
              <a:t>Click to edit Master title style</a:t>
            </a:r>
            <a:endParaRPr lang="en-GB"/>
          </a:p>
        </p:txBody>
      </p:sp>
      <p:sp>
        <p:nvSpPr>
          <p:cNvPr id="3" name="Text Placeholder 2"/>
          <p:cNvSpPr>
            <a:spLocks noGrp="1"/>
          </p:cNvSpPr>
          <p:nvPr>
            <p:ph type="body" idx="1"/>
          </p:nvPr>
        </p:nvSpPr>
        <p:spPr>
          <a:xfrm>
            <a:off x="296032" y="1411751"/>
            <a:ext cx="535365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96032" y="2235663"/>
            <a:ext cx="5353653"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5900059" y="1411751"/>
            <a:ext cx="53520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900059" y="2235663"/>
            <a:ext cx="535200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7" name="Picture 6">
            <a:extLst>
              <a:ext uri="{FF2B5EF4-FFF2-40B4-BE49-F238E27FC236}">
                <a16:creationId xmlns:a16="http://schemas.microsoft.com/office/drawing/2014/main" id="{888F1C0D-BFB6-D2CB-1A67-6F613EAE46DE}"/>
              </a:ext>
            </a:extLst>
          </p:cNvPr>
          <p:cNvPicPr>
            <a:picLocks noChangeAspect="1"/>
          </p:cNvPicPr>
          <p:nvPr userDrawn="1"/>
        </p:nvPicPr>
        <p:blipFill>
          <a:blip r:embed="rId2"/>
          <a:stretch>
            <a:fillRect/>
          </a:stretch>
        </p:blipFill>
        <p:spPr>
          <a:xfrm>
            <a:off x="43473" y="5891175"/>
            <a:ext cx="926055" cy="966825"/>
          </a:xfrm>
          <a:prstGeom prst="rect">
            <a:avLst/>
          </a:prstGeom>
        </p:spPr>
      </p:pic>
    </p:spTree>
    <p:extLst>
      <p:ext uri="{BB962C8B-B14F-4D97-AF65-F5344CB8AC3E}">
        <p14:creationId xmlns:p14="http://schemas.microsoft.com/office/powerpoint/2010/main" val="1084420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latin typeface="+mn-lt"/>
              </a:defRPr>
            </a:lvl1pPr>
          </a:lstStyle>
          <a:p>
            <a:r>
              <a:rPr lang="en-US"/>
              <a:t>Click to edit Master title style</a:t>
            </a:r>
            <a:endParaRPr lang="en-GB"/>
          </a:p>
        </p:txBody>
      </p:sp>
    </p:spTree>
    <p:extLst>
      <p:ext uri="{BB962C8B-B14F-4D97-AF65-F5344CB8AC3E}">
        <p14:creationId xmlns:p14="http://schemas.microsoft.com/office/powerpoint/2010/main" val="954221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5523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6037" y="1401546"/>
            <a:ext cx="4058249" cy="1374311"/>
          </a:xfrm>
        </p:spPr>
        <p:txBody>
          <a:bodyPr anchor="b"/>
          <a:lstStyle>
            <a:lvl1pPr>
              <a:defRPr sz="3200" baseline="0">
                <a:solidFill>
                  <a:schemeClr val="bg1">
                    <a:lumMod val="50000"/>
                  </a:schemeClr>
                </a:solidFill>
              </a:defRPr>
            </a:lvl1pPr>
          </a:lstStyle>
          <a:p>
            <a:r>
              <a:rPr lang="en-US"/>
              <a:t>Click to edit Master title style</a:t>
            </a:r>
            <a:endParaRPr lang="en-GB"/>
          </a:p>
        </p:txBody>
      </p:sp>
      <p:sp>
        <p:nvSpPr>
          <p:cNvPr id="3" name="Content Placeholder 2"/>
          <p:cNvSpPr>
            <a:spLocks noGrp="1"/>
          </p:cNvSpPr>
          <p:nvPr>
            <p:ph idx="1"/>
          </p:nvPr>
        </p:nvSpPr>
        <p:spPr>
          <a:xfrm>
            <a:off x="4848368" y="1401545"/>
            <a:ext cx="6402921" cy="452596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296037" y="2775855"/>
            <a:ext cx="4058249" cy="315165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993039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6039" y="1401544"/>
            <a:ext cx="4058248" cy="1374310"/>
          </a:xfrm>
        </p:spPr>
        <p:txBody>
          <a:bodyPr anchor="b"/>
          <a:lstStyle>
            <a:lvl1pPr>
              <a:defRPr sz="3200" baseline="0">
                <a:solidFill>
                  <a:schemeClr val="bg1">
                    <a:lumMod val="50000"/>
                  </a:schemeClr>
                </a:solidFill>
              </a:defRPr>
            </a:lvl1pPr>
          </a:lstStyle>
          <a:p>
            <a:r>
              <a:rPr lang="en-US"/>
              <a:t>Click to edit Master title style</a:t>
            </a:r>
            <a:endParaRPr lang="en-GB"/>
          </a:p>
        </p:txBody>
      </p:sp>
      <p:sp>
        <p:nvSpPr>
          <p:cNvPr id="3" name="Picture Placeholder 2"/>
          <p:cNvSpPr>
            <a:spLocks noGrp="1"/>
          </p:cNvSpPr>
          <p:nvPr>
            <p:ph type="pic" idx="1"/>
          </p:nvPr>
        </p:nvSpPr>
        <p:spPr>
          <a:xfrm>
            <a:off x="4848368" y="1401544"/>
            <a:ext cx="6402921" cy="452596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p:cNvSpPr>
            <a:spLocks noGrp="1"/>
          </p:cNvSpPr>
          <p:nvPr>
            <p:ph type="body" sz="half" idx="2"/>
          </p:nvPr>
        </p:nvSpPr>
        <p:spPr>
          <a:xfrm>
            <a:off x="296039" y="2775854"/>
            <a:ext cx="4058248" cy="315165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864071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a:xfrm>
            <a:off x="481688" y="1553947"/>
            <a:ext cx="10972801" cy="452596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49128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26933" y="1401546"/>
            <a:ext cx="2628900" cy="4525963"/>
          </a:xfrm>
        </p:spPr>
        <p:txBody>
          <a:bodyPr vert="eaVert"/>
          <a:lstStyle>
            <a:lvl1pPr>
              <a:defRPr baseline="0">
                <a:solidFill>
                  <a:schemeClr val="bg1">
                    <a:lumMod val="50000"/>
                  </a:schemeClr>
                </a:solidFill>
              </a:defRPr>
            </a:lvl1pPr>
          </a:lstStyle>
          <a:p>
            <a:r>
              <a:rPr lang="en-US"/>
              <a:t>Click to edit Master title style</a:t>
            </a:r>
            <a:endParaRPr lang="en-GB"/>
          </a:p>
        </p:txBody>
      </p:sp>
      <p:sp>
        <p:nvSpPr>
          <p:cNvPr id="3" name="Vertical Text Placeholder 2"/>
          <p:cNvSpPr>
            <a:spLocks noGrp="1"/>
          </p:cNvSpPr>
          <p:nvPr>
            <p:ph type="body" orient="vert" idx="1"/>
          </p:nvPr>
        </p:nvSpPr>
        <p:spPr>
          <a:xfrm>
            <a:off x="273944" y="1401546"/>
            <a:ext cx="8149789" cy="452596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9924621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2B243-33C5-FD2D-FD6A-C38048C1F2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12C1A2B-73C6-CCAD-2CE5-EDEAEAADE5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2E9DBD5-2239-713D-F928-2AE56FECEF2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78F2887-2ADC-4B16-9D2C-231FE1683FFD}" type="datetimeFigureOut">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17/09/2026</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261D5B9D-DB6C-11B5-05D6-FF9878B438E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6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6" name="Slide Number Placeholder 5">
            <a:extLst>
              <a:ext uri="{FF2B5EF4-FFF2-40B4-BE49-F238E27FC236}">
                <a16:creationId xmlns:a16="http://schemas.microsoft.com/office/drawing/2014/main" id="{15B4A650-BF24-4F16-FAC8-5F59F898EE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D88936-0FBD-411B-8158-BE739D6E090A}"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631646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E0E20-E20A-E8DD-A78E-55008903C50E}"/>
              </a:ext>
            </a:extLst>
          </p:cNvPr>
          <p:cNvSpPr>
            <a:spLocks noGrp="1"/>
          </p:cNvSpPr>
          <p:nvPr>
            <p:ph type="title"/>
          </p:nvPr>
        </p:nvSpPr>
        <p:spPr>
          <a:xfrm>
            <a:off x="828040" y="168430"/>
            <a:ext cx="10515600" cy="1325563"/>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3C69D890-33C9-6341-0CD9-EE6D312F52DB}"/>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2FAD85A7-B09A-2516-DB96-7DA22359E677}"/>
              </a:ext>
            </a:extLst>
          </p:cNvPr>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prstClr val="black">
                    <a:tint val="82000"/>
                  </a:prstClr>
                </a:solidFill>
              </a:rPr>
              <a:t>17/09/2026</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50731110-6A01-7A74-A51A-A20BED167E9B}"/>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6" name="Slide Number Placeholder 5">
            <a:extLst>
              <a:ext uri="{FF2B5EF4-FFF2-40B4-BE49-F238E27FC236}">
                <a16:creationId xmlns:a16="http://schemas.microsoft.com/office/drawing/2014/main" id="{D490FAA9-B10D-A6D5-DC1B-9EE7D787FCD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pic>
        <p:nvPicPr>
          <p:cNvPr id="7" name="Picture 2" descr="University of Oxford Employees, Location, Alumni | LinkedIn">
            <a:extLst>
              <a:ext uri="{FF2B5EF4-FFF2-40B4-BE49-F238E27FC236}">
                <a16:creationId xmlns:a16="http://schemas.microsoft.com/office/drawing/2014/main" id="{2ABD75FB-62AF-5FFA-6963-76E3568C9FC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63581" y="279125"/>
            <a:ext cx="821958" cy="82195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D06173EA-CBF7-C196-199F-6B043066FC7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368609" y="260673"/>
            <a:ext cx="762892" cy="881368"/>
          </a:xfrm>
          <a:prstGeom prst="rect">
            <a:avLst/>
          </a:prstGeom>
        </p:spPr>
      </p:pic>
      <p:cxnSp>
        <p:nvCxnSpPr>
          <p:cNvPr id="9" name="Straight Connector 8">
            <a:extLst>
              <a:ext uri="{FF2B5EF4-FFF2-40B4-BE49-F238E27FC236}">
                <a16:creationId xmlns:a16="http://schemas.microsoft.com/office/drawing/2014/main" id="{4AB60B10-D995-F97E-1E6C-6804DD66F9EB}"/>
              </a:ext>
            </a:extLst>
          </p:cNvPr>
          <p:cNvCxnSpPr>
            <a:cxnSpLocks/>
          </p:cNvCxnSpPr>
          <p:nvPr userDrawn="1"/>
        </p:nvCxnSpPr>
        <p:spPr>
          <a:xfrm>
            <a:off x="-20320" y="1162361"/>
            <a:ext cx="12212320" cy="0"/>
          </a:xfrm>
          <a:prstGeom prst="line">
            <a:avLst/>
          </a:prstGeom>
          <a:ln w="19050">
            <a:solidFill>
              <a:srgbClr val="002147"/>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B4C2D79-5AF5-93F2-DC65-E978259B7AE7}"/>
              </a:ext>
            </a:extLst>
          </p:cNvPr>
          <p:cNvCxnSpPr>
            <a:cxnSpLocks/>
          </p:cNvCxnSpPr>
          <p:nvPr userDrawn="1"/>
        </p:nvCxnSpPr>
        <p:spPr>
          <a:xfrm>
            <a:off x="-10160" y="6252204"/>
            <a:ext cx="12212320" cy="0"/>
          </a:xfrm>
          <a:prstGeom prst="line">
            <a:avLst/>
          </a:prstGeom>
          <a:ln w="19050">
            <a:solidFill>
              <a:srgbClr val="002147"/>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0451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99DE7-31BE-8D84-F15E-08CD1AC0E1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4340DAE-27BB-21D9-A2B3-8FF8DF71F22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C66E46-BEF0-6355-18C4-609ECBC2FF4E}"/>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22 June 2026</a:t>
            </a:r>
          </a:p>
        </p:txBody>
      </p:sp>
      <p:sp>
        <p:nvSpPr>
          <p:cNvPr id="5" name="Footer Placeholder 4">
            <a:extLst>
              <a:ext uri="{FF2B5EF4-FFF2-40B4-BE49-F238E27FC236}">
                <a16:creationId xmlns:a16="http://schemas.microsoft.com/office/drawing/2014/main" id="{67BFD664-75DF-4D1F-1EB8-17037DAC693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p>
        </p:txBody>
      </p:sp>
      <p:sp>
        <p:nvSpPr>
          <p:cNvPr id="6" name="Slide Number Placeholder 5">
            <a:extLst>
              <a:ext uri="{FF2B5EF4-FFF2-40B4-BE49-F238E27FC236}">
                <a16:creationId xmlns:a16="http://schemas.microsoft.com/office/drawing/2014/main" id="{A83E7339-AFCD-4AFC-3631-F779DE23B9F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877681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036CB-7E6D-7484-EB90-1D73125F2256}"/>
              </a:ext>
            </a:extLst>
          </p:cNvPr>
          <p:cNvSpPr>
            <a:spLocks noGrp="1"/>
          </p:cNvSpPr>
          <p:nvPr>
            <p:ph type="title"/>
          </p:nvPr>
        </p:nvSpPr>
        <p:spPr>
          <a:xfrm>
            <a:off x="838200" y="38575"/>
            <a:ext cx="10515600" cy="1325563"/>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05A8AE1-5F8D-5CEE-7A92-B6CBF65CAA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BFE3644-E916-01A6-00EC-8EB5FF0A8C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98CF4E1-6BED-7922-0063-B89D3FB11E0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22 June 2026</a:t>
            </a:r>
          </a:p>
        </p:txBody>
      </p:sp>
      <p:sp>
        <p:nvSpPr>
          <p:cNvPr id="6" name="Footer Placeholder 5">
            <a:extLst>
              <a:ext uri="{FF2B5EF4-FFF2-40B4-BE49-F238E27FC236}">
                <a16:creationId xmlns:a16="http://schemas.microsoft.com/office/drawing/2014/main" id="{4C2313A3-CD3A-E45F-604B-5E3B14DC772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p>
        </p:txBody>
      </p:sp>
      <p:sp>
        <p:nvSpPr>
          <p:cNvPr id="7" name="Slide Number Placeholder 6">
            <a:extLst>
              <a:ext uri="{FF2B5EF4-FFF2-40B4-BE49-F238E27FC236}">
                <a16:creationId xmlns:a16="http://schemas.microsoft.com/office/drawing/2014/main" id="{F764EF8C-656E-7CD6-F851-7C51D69E9C3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pic>
        <p:nvPicPr>
          <p:cNvPr id="8" name="Picture 2" descr="University of Oxford Employees, Location, Alumni | LinkedIn">
            <a:extLst>
              <a:ext uri="{FF2B5EF4-FFF2-40B4-BE49-F238E27FC236}">
                <a16:creationId xmlns:a16="http://schemas.microsoft.com/office/drawing/2014/main" id="{84122086-D1E7-103D-BA9F-040EB90FC16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63581" y="279125"/>
            <a:ext cx="821958" cy="82195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20DF475D-3668-90B1-8E46-964C2721058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368609" y="260673"/>
            <a:ext cx="762892" cy="881368"/>
          </a:xfrm>
          <a:prstGeom prst="rect">
            <a:avLst/>
          </a:prstGeom>
        </p:spPr>
      </p:pic>
      <p:cxnSp>
        <p:nvCxnSpPr>
          <p:cNvPr id="10" name="Straight Connector 9">
            <a:extLst>
              <a:ext uri="{FF2B5EF4-FFF2-40B4-BE49-F238E27FC236}">
                <a16:creationId xmlns:a16="http://schemas.microsoft.com/office/drawing/2014/main" id="{00790B90-9875-5DBF-DC1B-63D7C0E42A27}"/>
              </a:ext>
            </a:extLst>
          </p:cNvPr>
          <p:cNvCxnSpPr>
            <a:cxnSpLocks/>
          </p:cNvCxnSpPr>
          <p:nvPr userDrawn="1"/>
        </p:nvCxnSpPr>
        <p:spPr>
          <a:xfrm>
            <a:off x="-20320" y="1162361"/>
            <a:ext cx="12212320" cy="0"/>
          </a:xfrm>
          <a:prstGeom prst="line">
            <a:avLst/>
          </a:prstGeom>
          <a:ln w="19050">
            <a:solidFill>
              <a:srgbClr val="002147"/>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0D15148-A288-997B-A389-21388F5B72A1}"/>
              </a:ext>
            </a:extLst>
          </p:cNvPr>
          <p:cNvCxnSpPr>
            <a:cxnSpLocks/>
          </p:cNvCxnSpPr>
          <p:nvPr userDrawn="1"/>
        </p:nvCxnSpPr>
        <p:spPr>
          <a:xfrm>
            <a:off x="-10160" y="6252204"/>
            <a:ext cx="12212320" cy="0"/>
          </a:xfrm>
          <a:prstGeom prst="line">
            <a:avLst/>
          </a:prstGeom>
          <a:ln w="19050">
            <a:solidFill>
              <a:srgbClr val="002147"/>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20101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EA199-0EF9-DA1B-281E-A484D282BD67}"/>
              </a:ext>
            </a:extLst>
          </p:cNvPr>
          <p:cNvSpPr>
            <a:spLocks noGrp="1"/>
          </p:cNvSpPr>
          <p:nvPr>
            <p:ph type="title"/>
          </p:nvPr>
        </p:nvSpPr>
        <p:spPr>
          <a:xfrm>
            <a:off x="828040" y="5555"/>
            <a:ext cx="10515600" cy="1325563"/>
          </a:xfrm>
        </p:spPr>
        <p:txBody>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FA57214E-E23A-0996-945B-15562B80FE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759885-AA83-D30B-14E6-0F0C828424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153AA5C-B7AF-74E2-83C1-90CA4146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2B8757-B9A7-E298-ECC9-5DE6772874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0989E70-634A-0A18-84F2-CEC6B25B410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22 June 2026</a:t>
            </a:r>
          </a:p>
        </p:txBody>
      </p:sp>
      <p:sp>
        <p:nvSpPr>
          <p:cNvPr id="8" name="Footer Placeholder 7">
            <a:extLst>
              <a:ext uri="{FF2B5EF4-FFF2-40B4-BE49-F238E27FC236}">
                <a16:creationId xmlns:a16="http://schemas.microsoft.com/office/drawing/2014/main" id="{9FC7D497-6703-F5A9-018E-ECDEA6D7AC0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p>
        </p:txBody>
      </p:sp>
      <p:sp>
        <p:nvSpPr>
          <p:cNvPr id="9" name="Slide Number Placeholder 8">
            <a:extLst>
              <a:ext uri="{FF2B5EF4-FFF2-40B4-BE49-F238E27FC236}">
                <a16:creationId xmlns:a16="http://schemas.microsoft.com/office/drawing/2014/main" id="{6D039470-AA9D-2AB1-5797-152720D3B71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pic>
        <p:nvPicPr>
          <p:cNvPr id="10" name="Picture 2" descr="University of Oxford Employees, Location, Alumni | LinkedIn">
            <a:extLst>
              <a:ext uri="{FF2B5EF4-FFF2-40B4-BE49-F238E27FC236}">
                <a16:creationId xmlns:a16="http://schemas.microsoft.com/office/drawing/2014/main" id="{44756038-FF20-26D7-6173-A0D285369D0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63581" y="279125"/>
            <a:ext cx="821958" cy="82195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710C9520-DB8F-5D04-B946-4C6C23F6E6E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368609" y="260673"/>
            <a:ext cx="762892" cy="881368"/>
          </a:xfrm>
          <a:prstGeom prst="rect">
            <a:avLst/>
          </a:prstGeom>
        </p:spPr>
      </p:pic>
      <p:cxnSp>
        <p:nvCxnSpPr>
          <p:cNvPr id="12" name="Straight Connector 11">
            <a:extLst>
              <a:ext uri="{FF2B5EF4-FFF2-40B4-BE49-F238E27FC236}">
                <a16:creationId xmlns:a16="http://schemas.microsoft.com/office/drawing/2014/main" id="{68FB769E-ADA7-81DA-BD59-18EEECB27042}"/>
              </a:ext>
            </a:extLst>
          </p:cNvPr>
          <p:cNvCxnSpPr>
            <a:cxnSpLocks/>
          </p:cNvCxnSpPr>
          <p:nvPr userDrawn="1"/>
        </p:nvCxnSpPr>
        <p:spPr>
          <a:xfrm>
            <a:off x="-20320" y="1162361"/>
            <a:ext cx="12212320" cy="0"/>
          </a:xfrm>
          <a:prstGeom prst="line">
            <a:avLst/>
          </a:prstGeom>
          <a:ln w="19050">
            <a:solidFill>
              <a:srgbClr val="002147"/>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31EF2F5-3825-6E35-0D1B-CF5EA4B70E91}"/>
              </a:ext>
            </a:extLst>
          </p:cNvPr>
          <p:cNvCxnSpPr>
            <a:cxnSpLocks/>
          </p:cNvCxnSpPr>
          <p:nvPr userDrawn="1"/>
        </p:nvCxnSpPr>
        <p:spPr>
          <a:xfrm>
            <a:off x="-10160" y="6252204"/>
            <a:ext cx="12212320" cy="0"/>
          </a:xfrm>
          <a:prstGeom prst="line">
            <a:avLst/>
          </a:prstGeom>
          <a:ln w="19050">
            <a:solidFill>
              <a:srgbClr val="002147"/>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79706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D086E-8F50-221F-5501-ADB279B65111}"/>
              </a:ext>
            </a:extLst>
          </p:cNvPr>
          <p:cNvSpPr>
            <a:spLocks noGrp="1"/>
          </p:cNvSpPr>
          <p:nvPr>
            <p:ph type="title"/>
          </p:nvPr>
        </p:nvSpPr>
        <p:spPr>
          <a:xfrm>
            <a:off x="838200" y="38575"/>
            <a:ext cx="10515600" cy="1325563"/>
          </a:xfrm>
        </p:spPr>
        <p:txBody>
          <a:bodyPr/>
          <a:lstStyle/>
          <a:p>
            <a:r>
              <a:rPr lang="en-US" dirty="0"/>
              <a:t>Click to edit Master title style</a:t>
            </a:r>
            <a:endParaRPr lang="en-GB" dirty="0"/>
          </a:p>
        </p:txBody>
      </p:sp>
      <p:sp>
        <p:nvSpPr>
          <p:cNvPr id="3" name="Date Placeholder 2">
            <a:extLst>
              <a:ext uri="{FF2B5EF4-FFF2-40B4-BE49-F238E27FC236}">
                <a16:creationId xmlns:a16="http://schemas.microsoft.com/office/drawing/2014/main" id="{C6D9FDB8-F586-D6D5-1467-8B8C7989195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22 June 2026</a:t>
            </a:r>
          </a:p>
        </p:txBody>
      </p:sp>
      <p:sp>
        <p:nvSpPr>
          <p:cNvPr id="4" name="Footer Placeholder 3">
            <a:extLst>
              <a:ext uri="{FF2B5EF4-FFF2-40B4-BE49-F238E27FC236}">
                <a16:creationId xmlns:a16="http://schemas.microsoft.com/office/drawing/2014/main" id="{DC44AEA7-1FF2-BF30-845B-FB2C888AC61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p>
        </p:txBody>
      </p:sp>
      <p:sp>
        <p:nvSpPr>
          <p:cNvPr id="5" name="Slide Number Placeholder 4">
            <a:extLst>
              <a:ext uri="{FF2B5EF4-FFF2-40B4-BE49-F238E27FC236}">
                <a16:creationId xmlns:a16="http://schemas.microsoft.com/office/drawing/2014/main" id="{1D2A3DDB-8F94-D09D-85E7-E6B40F09A84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pic>
        <p:nvPicPr>
          <p:cNvPr id="6" name="Picture 2" descr="University of Oxford Employees, Location, Alumni | LinkedIn">
            <a:extLst>
              <a:ext uri="{FF2B5EF4-FFF2-40B4-BE49-F238E27FC236}">
                <a16:creationId xmlns:a16="http://schemas.microsoft.com/office/drawing/2014/main" id="{A8AF4AF7-9DD5-46F9-A784-3811DC04F48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63581" y="279125"/>
            <a:ext cx="821958" cy="82195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4B1530CB-175C-EADD-2D02-218CFAF02D8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368609" y="260673"/>
            <a:ext cx="762892" cy="881368"/>
          </a:xfrm>
          <a:prstGeom prst="rect">
            <a:avLst/>
          </a:prstGeom>
        </p:spPr>
      </p:pic>
      <p:cxnSp>
        <p:nvCxnSpPr>
          <p:cNvPr id="8" name="Straight Connector 7">
            <a:extLst>
              <a:ext uri="{FF2B5EF4-FFF2-40B4-BE49-F238E27FC236}">
                <a16:creationId xmlns:a16="http://schemas.microsoft.com/office/drawing/2014/main" id="{E507402B-A2E1-37D9-D2C0-5E390AFB5026}"/>
              </a:ext>
            </a:extLst>
          </p:cNvPr>
          <p:cNvCxnSpPr>
            <a:cxnSpLocks/>
          </p:cNvCxnSpPr>
          <p:nvPr userDrawn="1"/>
        </p:nvCxnSpPr>
        <p:spPr>
          <a:xfrm>
            <a:off x="-20320" y="1162361"/>
            <a:ext cx="12212320" cy="0"/>
          </a:xfrm>
          <a:prstGeom prst="line">
            <a:avLst/>
          </a:prstGeom>
          <a:ln w="19050">
            <a:solidFill>
              <a:srgbClr val="002147"/>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3C3B737-1122-9768-35FC-E0ED2D6EAF3C}"/>
              </a:ext>
            </a:extLst>
          </p:cNvPr>
          <p:cNvCxnSpPr>
            <a:cxnSpLocks/>
          </p:cNvCxnSpPr>
          <p:nvPr userDrawn="1"/>
        </p:nvCxnSpPr>
        <p:spPr>
          <a:xfrm>
            <a:off x="-10160" y="6252204"/>
            <a:ext cx="12212320" cy="0"/>
          </a:xfrm>
          <a:prstGeom prst="line">
            <a:avLst/>
          </a:prstGeom>
          <a:ln w="19050">
            <a:solidFill>
              <a:srgbClr val="002147"/>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06415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401769-0082-AB30-EEDD-6CDE1ECE42F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22 June 2026</a:t>
            </a:r>
          </a:p>
        </p:txBody>
      </p:sp>
      <p:sp>
        <p:nvSpPr>
          <p:cNvPr id="3" name="Footer Placeholder 2">
            <a:extLst>
              <a:ext uri="{FF2B5EF4-FFF2-40B4-BE49-F238E27FC236}">
                <a16:creationId xmlns:a16="http://schemas.microsoft.com/office/drawing/2014/main" id="{2A5A4E87-52C1-E412-8840-AC1D15702A0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p>
        </p:txBody>
      </p:sp>
      <p:sp>
        <p:nvSpPr>
          <p:cNvPr id="4" name="Slide Number Placeholder 3">
            <a:extLst>
              <a:ext uri="{FF2B5EF4-FFF2-40B4-BE49-F238E27FC236}">
                <a16:creationId xmlns:a16="http://schemas.microsoft.com/office/drawing/2014/main" id="{F00B2FE4-A755-15D8-EE89-2C4DBC610C5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602739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86633-0E1E-346C-B6A3-D99256BE62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D21DD38-A1E1-6135-C132-DD9D9ADD8E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C009EE9-7285-E884-9821-C585E8D8F4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A74A4F-BAAE-4E13-23C7-A241BAEBCA5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22 June 2026</a:t>
            </a:r>
          </a:p>
        </p:txBody>
      </p:sp>
      <p:sp>
        <p:nvSpPr>
          <p:cNvPr id="6" name="Footer Placeholder 5">
            <a:extLst>
              <a:ext uri="{FF2B5EF4-FFF2-40B4-BE49-F238E27FC236}">
                <a16:creationId xmlns:a16="http://schemas.microsoft.com/office/drawing/2014/main" id="{C43EDFDC-08B6-9784-AF85-957FEBA1B1F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p>
        </p:txBody>
      </p:sp>
      <p:sp>
        <p:nvSpPr>
          <p:cNvPr id="7" name="Slide Number Placeholder 6">
            <a:extLst>
              <a:ext uri="{FF2B5EF4-FFF2-40B4-BE49-F238E27FC236}">
                <a16:creationId xmlns:a16="http://schemas.microsoft.com/office/drawing/2014/main" id="{71CF0F3D-8DD2-4F15-63C7-20E23C4E798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1327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6806C-108B-435B-3A81-7C42A88ACF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4F8B19E-C191-7416-0044-51CC2A1404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F8FFCFE-A561-5469-BFC9-BB145B78E7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41F42E-8375-7B77-B21E-C39CE841188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22 June 2026</a:t>
            </a:r>
          </a:p>
        </p:txBody>
      </p:sp>
      <p:sp>
        <p:nvSpPr>
          <p:cNvPr id="6" name="Footer Placeholder 5">
            <a:extLst>
              <a:ext uri="{FF2B5EF4-FFF2-40B4-BE49-F238E27FC236}">
                <a16:creationId xmlns:a16="http://schemas.microsoft.com/office/drawing/2014/main" id="{9164B565-30B1-FF46-EA6E-FD51D3FF00A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p>
        </p:txBody>
      </p:sp>
      <p:sp>
        <p:nvSpPr>
          <p:cNvPr id="7" name="Slide Number Placeholder 6">
            <a:extLst>
              <a:ext uri="{FF2B5EF4-FFF2-40B4-BE49-F238E27FC236}">
                <a16:creationId xmlns:a16="http://schemas.microsoft.com/office/drawing/2014/main" id="{10F874F0-F74C-0073-16F3-426234B83EB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788588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D79C1-D854-F68A-59E5-EF62029579F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09B2642-9B98-8F14-B9A2-420508BED0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5283940-7E3D-BDEF-DBE7-EFAB6467A70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22 June 2026</a:t>
            </a:r>
          </a:p>
        </p:txBody>
      </p:sp>
      <p:sp>
        <p:nvSpPr>
          <p:cNvPr id="5" name="Footer Placeholder 4">
            <a:extLst>
              <a:ext uri="{FF2B5EF4-FFF2-40B4-BE49-F238E27FC236}">
                <a16:creationId xmlns:a16="http://schemas.microsoft.com/office/drawing/2014/main" id="{687D303B-732A-5D4C-9035-77E9A8B2C3A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p>
        </p:txBody>
      </p:sp>
      <p:sp>
        <p:nvSpPr>
          <p:cNvPr id="6" name="Slide Number Placeholder 5">
            <a:extLst>
              <a:ext uri="{FF2B5EF4-FFF2-40B4-BE49-F238E27FC236}">
                <a16:creationId xmlns:a16="http://schemas.microsoft.com/office/drawing/2014/main" id="{92F2207C-B4BB-87D8-F9AC-C36816558A0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789449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F45F9A-27F1-9ED8-3930-C47BF86B538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363C815-1DC9-86F3-E8AE-96F59EB941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AF88AE4-C715-7833-75BF-4FE5B082B5E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22 June 2026</a:t>
            </a:r>
          </a:p>
        </p:txBody>
      </p:sp>
      <p:sp>
        <p:nvSpPr>
          <p:cNvPr id="5" name="Footer Placeholder 4">
            <a:extLst>
              <a:ext uri="{FF2B5EF4-FFF2-40B4-BE49-F238E27FC236}">
                <a16:creationId xmlns:a16="http://schemas.microsoft.com/office/drawing/2014/main" id="{2804F866-1544-E735-34D3-93D4B3492F5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p>
        </p:txBody>
      </p:sp>
      <p:sp>
        <p:nvSpPr>
          <p:cNvPr id="6" name="Slide Number Placeholder 5">
            <a:extLst>
              <a:ext uri="{FF2B5EF4-FFF2-40B4-BE49-F238E27FC236}">
                <a16:creationId xmlns:a16="http://schemas.microsoft.com/office/drawing/2014/main" id="{9769EF3F-6629-C87C-5B35-A697CCD4899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547488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86B2765-BC96-4660-8B05-FCC3E86F98AA}"/>
              </a:ext>
            </a:extLst>
          </p:cNvPr>
          <p:cNvGrpSpPr/>
          <p:nvPr userDrawn="1"/>
        </p:nvGrpSpPr>
        <p:grpSpPr>
          <a:xfrm flipH="1">
            <a:off x="0" y="0"/>
            <a:ext cx="4370522" cy="6858000"/>
            <a:chOff x="7897008" y="-1"/>
            <a:chExt cx="4294992" cy="6858001"/>
          </a:xfrm>
        </p:grpSpPr>
        <p:pic>
          <p:nvPicPr>
            <p:cNvPr id="3" name="Graphic 2">
              <a:extLst>
                <a:ext uri="{FF2B5EF4-FFF2-40B4-BE49-F238E27FC236}">
                  <a16:creationId xmlns:a16="http://schemas.microsoft.com/office/drawing/2014/main" id="{96182C29-7571-4E93-9EB1-0E078777834D}"/>
                </a:ext>
              </a:extLst>
            </p:cNvPr>
            <p:cNvPicPr>
              <a:picLocks noChangeAspect="1"/>
            </p:cNvPicPr>
            <p:nvPr userDrawn="1"/>
          </p:nvPicPr>
          <p:blipFill rotWithShape="1">
            <a:blip cstate="screen">
              <a:extLst>
                <a:ext uri="{28A0092B-C50C-407E-A947-70E740481C1C}">
                  <a14:useLocalDpi xmlns:a14="http://schemas.microsoft.com/office/drawing/2010/main" val="0"/>
                </a:ext>
                <a:ext uri="{96DAC541-7B7A-43D3-8B79-37D633B846F1}">
                  <asvg:svgBlip xmlns:asvg="http://schemas.microsoft.com/office/drawing/2016/SVG/main" r:embed="rId2"/>
                </a:ext>
              </a:extLst>
            </a:blip>
            <a:srcRect t="3028" r="50000" b="19912"/>
            <a:stretch/>
          </p:blipFill>
          <p:spPr>
            <a:xfrm>
              <a:off x="7897009" y="-1"/>
              <a:ext cx="4294991" cy="6858001"/>
            </a:xfrm>
            <a:prstGeom prst="rect">
              <a:avLst/>
            </a:prstGeom>
          </p:spPr>
        </p:pic>
        <p:sp>
          <p:nvSpPr>
            <p:cNvPr id="4" name="Rechthoek 3">
              <a:extLst>
                <a:ext uri="{FF2B5EF4-FFF2-40B4-BE49-F238E27FC236}">
                  <a16:creationId xmlns:a16="http://schemas.microsoft.com/office/drawing/2014/main" id="{988D9C52-D870-4582-92BF-1B415B7ACC3F}"/>
                </a:ext>
              </a:extLst>
            </p:cNvPr>
            <p:cNvSpPr/>
            <p:nvPr userDrawn="1"/>
          </p:nvSpPr>
          <p:spPr>
            <a:xfrm>
              <a:off x="7897008" y="0"/>
              <a:ext cx="4294991" cy="685800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b="1"/>
            </a:p>
          </p:txBody>
        </p:sp>
      </p:grpSp>
      <p:pic>
        <p:nvPicPr>
          <p:cNvPr id="5" name="Afbeelding 4" descr="Afbeelding met object&#10;&#10;Beschrijving is gegenereerd met hoge betrouwbaarheid">
            <a:extLst>
              <a:ext uri="{FF2B5EF4-FFF2-40B4-BE49-F238E27FC236}">
                <a16:creationId xmlns:a16="http://schemas.microsoft.com/office/drawing/2014/main" id="{813E6A8F-15F5-4D67-9ABF-BFAD226C69D3}"/>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5035234" y="1209112"/>
            <a:ext cx="6529815" cy="1713675"/>
          </a:xfrm>
          <a:prstGeom prst="rect">
            <a:avLst/>
          </a:prstGeom>
        </p:spPr>
      </p:pic>
      <p:cxnSp>
        <p:nvCxnSpPr>
          <p:cNvPr id="11" name="Rechte verbindingslijn 10">
            <a:extLst>
              <a:ext uri="{FF2B5EF4-FFF2-40B4-BE49-F238E27FC236}">
                <a16:creationId xmlns:a16="http://schemas.microsoft.com/office/drawing/2014/main" id="{18B9E465-19E2-4FA6-B7F9-FE3BE27A11D0}"/>
              </a:ext>
            </a:extLst>
          </p:cNvPr>
          <p:cNvCxnSpPr>
            <a:cxnSpLocks/>
          </p:cNvCxnSpPr>
          <p:nvPr userDrawn="1"/>
        </p:nvCxnSpPr>
        <p:spPr>
          <a:xfrm>
            <a:off x="6064143" y="4164594"/>
            <a:ext cx="4481465"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2" name="Tijdelijke aanduiding voor tekst 11">
            <a:extLst>
              <a:ext uri="{FF2B5EF4-FFF2-40B4-BE49-F238E27FC236}">
                <a16:creationId xmlns:a16="http://schemas.microsoft.com/office/drawing/2014/main" id="{C9A31869-8CA8-4D79-8796-16CE8826B3BC}"/>
              </a:ext>
            </a:extLst>
          </p:cNvPr>
          <p:cNvSpPr>
            <a:spLocks noGrp="1"/>
          </p:cNvSpPr>
          <p:nvPr>
            <p:ph type="body" sz="quarter" idx="10" hasCustomPrompt="1"/>
          </p:nvPr>
        </p:nvSpPr>
        <p:spPr>
          <a:xfrm>
            <a:off x="4778550" y="3036313"/>
            <a:ext cx="7052650" cy="992759"/>
          </a:xfrm>
          <a:prstGeom prst="rect">
            <a:avLst/>
          </a:prstGeom>
        </p:spPr>
        <p:txBody>
          <a:bodyPr anchor="ctr">
            <a:normAutofit/>
          </a:bodyPr>
          <a:lstStyle>
            <a:lvl1pPr marL="131400" indent="0" algn="ctr">
              <a:buNone/>
              <a:defRPr lang="en-GB" sz="2800" b="1" kern="1200" dirty="0">
                <a:solidFill>
                  <a:srgbClr val="EFA528"/>
                </a:solidFill>
                <a:latin typeface="+mj-lt"/>
                <a:ea typeface="Verdana" panose="020B0604030504040204" pitchFamily="34" charset="0"/>
                <a:cs typeface="Verdana" panose="020B0604030504040204" pitchFamily="34" charset="0"/>
              </a:defRPr>
            </a:lvl1pPr>
          </a:lstStyle>
          <a:p>
            <a:pPr lvl="0"/>
            <a:r>
              <a:rPr lang="en-GB" noProof="0"/>
              <a:t>Click to add title</a:t>
            </a:r>
          </a:p>
        </p:txBody>
      </p:sp>
      <p:sp>
        <p:nvSpPr>
          <p:cNvPr id="19" name="Tijdelijke aanduiding voor tekst 18">
            <a:extLst>
              <a:ext uri="{FF2B5EF4-FFF2-40B4-BE49-F238E27FC236}">
                <a16:creationId xmlns:a16="http://schemas.microsoft.com/office/drawing/2014/main" id="{3E6005B2-411D-4DB4-AC85-B5A5AF11E8FE}"/>
              </a:ext>
            </a:extLst>
          </p:cNvPr>
          <p:cNvSpPr>
            <a:spLocks noGrp="1"/>
          </p:cNvSpPr>
          <p:nvPr>
            <p:ph type="body" sz="quarter" idx="14" hasCustomPrompt="1"/>
          </p:nvPr>
        </p:nvSpPr>
        <p:spPr>
          <a:xfrm>
            <a:off x="4778551" y="4308908"/>
            <a:ext cx="7052649" cy="357427"/>
          </a:xfrm>
          <a:prstGeom prst="rect">
            <a:avLst/>
          </a:prstGeom>
        </p:spPr>
        <p:txBody>
          <a:bodyPr anchor="t"/>
          <a:lstStyle>
            <a:lvl1pPr marL="131400" indent="0" algn="ctr">
              <a:buNone/>
              <a:defRPr sz="2000" b="1">
                <a:solidFill>
                  <a:schemeClr val="tx2"/>
                </a:solidFill>
              </a:defRPr>
            </a:lvl1pPr>
          </a:lstStyle>
          <a:p>
            <a:pPr lvl="0"/>
            <a:r>
              <a:rPr lang="en-GB" noProof="0"/>
              <a:t>Click to add Author Names</a:t>
            </a:r>
          </a:p>
        </p:txBody>
      </p:sp>
      <p:sp>
        <p:nvSpPr>
          <p:cNvPr id="20" name="Tijdelijke aanduiding voor tekst 18">
            <a:extLst>
              <a:ext uri="{FF2B5EF4-FFF2-40B4-BE49-F238E27FC236}">
                <a16:creationId xmlns:a16="http://schemas.microsoft.com/office/drawing/2014/main" id="{D8881F42-455B-4933-A258-FB965091DBD7}"/>
              </a:ext>
            </a:extLst>
          </p:cNvPr>
          <p:cNvSpPr>
            <a:spLocks noGrp="1"/>
          </p:cNvSpPr>
          <p:nvPr>
            <p:ph type="body" sz="quarter" idx="15" hasCustomPrompt="1"/>
          </p:nvPr>
        </p:nvSpPr>
        <p:spPr>
          <a:xfrm>
            <a:off x="4778551" y="4779861"/>
            <a:ext cx="7052649" cy="930831"/>
          </a:xfrm>
          <a:prstGeom prst="rect">
            <a:avLst/>
          </a:prstGeom>
        </p:spPr>
        <p:txBody>
          <a:bodyPr anchor="t"/>
          <a:lstStyle>
            <a:lvl1pPr marL="131400" indent="0" algn="ctr">
              <a:spcBef>
                <a:spcPts val="0"/>
              </a:spcBef>
              <a:buNone/>
              <a:defRPr sz="1600" b="0">
                <a:solidFill>
                  <a:schemeClr val="tx2">
                    <a:lumMod val="60000"/>
                    <a:lumOff val="40000"/>
                  </a:schemeClr>
                </a:solidFill>
              </a:defRPr>
            </a:lvl1pPr>
          </a:lstStyle>
          <a:p>
            <a:pPr lvl="0"/>
            <a:r>
              <a:rPr lang="en-GB" noProof="0"/>
              <a:t>Click to add Author affiliations</a:t>
            </a:r>
          </a:p>
        </p:txBody>
      </p:sp>
      <p:grpSp>
        <p:nvGrpSpPr>
          <p:cNvPr id="18" name="Groep 17">
            <a:extLst>
              <a:ext uri="{FF2B5EF4-FFF2-40B4-BE49-F238E27FC236}">
                <a16:creationId xmlns:a16="http://schemas.microsoft.com/office/drawing/2014/main" id="{A9731654-2BA1-4432-9E57-F0A5C78F5917}"/>
              </a:ext>
            </a:extLst>
          </p:cNvPr>
          <p:cNvGrpSpPr/>
          <p:nvPr userDrawn="1"/>
        </p:nvGrpSpPr>
        <p:grpSpPr>
          <a:xfrm>
            <a:off x="7407291" y="6216453"/>
            <a:ext cx="1782600" cy="346129"/>
            <a:chOff x="2906201" y="6216453"/>
            <a:chExt cx="1782600" cy="346129"/>
          </a:xfrm>
        </p:grpSpPr>
        <p:pic>
          <p:nvPicPr>
            <p:cNvPr id="21" name="Afbeelding 20">
              <a:extLst>
                <a:ext uri="{FF2B5EF4-FFF2-40B4-BE49-F238E27FC236}">
                  <a16:creationId xmlns:a16="http://schemas.microsoft.com/office/drawing/2014/main" id="{5AFC0712-073B-4E0A-97B8-0C0FB3206056}"/>
                </a:ext>
              </a:extLst>
            </p:cNvPr>
            <p:cNvPicPr>
              <a:picLocks noChangeAspect="1"/>
            </p:cNvPicPr>
            <p:nvPr/>
          </p:nvPicPr>
          <p:blipFill rotWithShape="1">
            <a:blip r:embed="rId4" cstate="screen">
              <a:extLst>
                <a:ext uri="{28A0092B-C50C-407E-A947-70E740481C1C}">
                  <a14:useLocalDpi xmlns:a14="http://schemas.microsoft.com/office/drawing/2010/main" val="0"/>
                </a:ext>
              </a:extLst>
            </a:blip>
            <a:srcRect/>
            <a:stretch/>
          </p:blipFill>
          <p:spPr>
            <a:xfrm>
              <a:off x="2906201" y="6251409"/>
              <a:ext cx="461383" cy="276219"/>
            </a:xfrm>
            <a:prstGeom prst="rect">
              <a:avLst/>
            </a:prstGeom>
          </p:spPr>
        </p:pic>
        <p:pic>
          <p:nvPicPr>
            <p:cNvPr id="22" name="Afbeelding 21">
              <a:extLst>
                <a:ext uri="{FF2B5EF4-FFF2-40B4-BE49-F238E27FC236}">
                  <a16:creationId xmlns:a16="http://schemas.microsoft.com/office/drawing/2014/main" id="{4B7EDB33-D52A-4F75-BBA0-13D34A376CCF}"/>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4219891" y="6251409"/>
              <a:ext cx="468910" cy="276219"/>
            </a:xfrm>
            <a:prstGeom prst="rect">
              <a:avLst/>
            </a:prstGeom>
          </p:spPr>
        </p:pic>
        <p:pic>
          <p:nvPicPr>
            <p:cNvPr id="23" name="Afbeelding 22">
              <a:extLst>
                <a:ext uri="{FF2B5EF4-FFF2-40B4-BE49-F238E27FC236}">
                  <a16:creationId xmlns:a16="http://schemas.microsoft.com/office/drawing/2014/main" id="{14582B02-E8B5-4331-A443-014591D54AB8}"/>
                </a:ext>
              </a:extLst>
            </p:cNvPr>
            <p:cNvPicPr>
              <a:picLocks noChangeAspect="1"/>
            </p:cNvPicPr>
            <p:nvPr userDrawn="1"/>
          </p:nvPicPr>
          <p:blipFill rotWithShape="1">
            <a:blip r:embed="rId6" cstate="screen">
              <a:extLst>
                <a:ext uri="{28A0092B-C50C-407E-A947-70E740481C1C}">
                  <a14:useLocalDpi xmlns:a14="http://schemas.microsoft.com/office/drawing/2010/main" val="0"/>
                </a:ext>
              </a:extLst>
            </a:blip>
            <a:srcRect t="18615" b="19339"/>
            <a:stretch/>
          </p:blipFill>
          <p:spPr>
            <a:xfrm>
              <a:off x="3514807" y="6216453"/>
              <a:ext cx="557860" cy="346129"/>
            </a:xfrm>
            <a:prstGeom prst="rect">
              <a:avLst/>
            </a:prstGeom>
          </p:spPr>
        </p:pic>
      </p:grpSp>
    </p:spTree>
    <p:extLst>
      <p:ext uri="{BB962C8B-B14F-4D97-AF65-F5344CB8AC3E}">
        <p14:creationId xmlns:p14="http://schemas.microsoft.com/office/powerpoint/2010/main" val="23877806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pter">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86B2765-BC96-4660-8B05-FCC3E86F98AA}"/>
              </a:ext>
            </a:extLst>
          </p:cNvPr>
          <p:cNvGrpSpPr/>
          <p:nvPr userDrawn="1"/>
        </p:nvGrpSpPr>
        <p:grpSpPr>
          <a:xfrm flipH="1">
            <a:off x="0" y="1"/>
            <a:ext cx="4370522" cy="6858000"/>
            <a:chOff x="7897008" y="-1"/>
            <a:chExt cx="4294992" cy="6858001"/>
          </a:xfrm>
        </p:grpSpPr>
        <p:pic>
          <p:nvPicPr>
            <p:cNvPr id="3" name="Graphic 2">
              <a:extLst>
                <a:ext uri="{FF2B5EF4-FFF2-40B4-BE49-F238E27FC236}">
                  <a16:creationId xmlns:a16="http://schemas.microsoft.com/office/drawing/2014/main" id="{96182C29-7571-4E93-9EB1-0E078777834D}"/>
                </a:ext>
              </a:extLst>
            </p:cNvPr>
            <p:cNvPicPr>
              <a:picLocks noChangeAspect="1"/>
            </p:cNvPicPr>
            <p:nvPr userDrawn="1"/>
          </p:nvPicPr>
          <p:blipFill rotWithShape="1">
            <a:blip cstate="screen">
              <a:extLst>
                <a:ext uri="{28A0092B-C50C-407E-A947-70E740481C1C}">
                  <a14:useLocalDpi xmlns:a14="http://schemas.microsoft.com/office/drawing/2010/main" val="0"/>
                </a:ext>
                <a:ext uri="{96DAC541-7B7A-43D3-8B79-37D633B846F1}">
                  <asvg:svgBlip xmlns:asvg="http://schemas.microsoft.com/office/drawing/2016/SVG/main" r:embed="rId2"/>
                </a:ext>
              </a:extLst>
            </a:blip>
            <a:srcRect t="3028" r="50000" b="19912"/>
            <a:stretch/>
          </p:blipFill>
          <p:spPr>
            <a:xfrm>
              <a:off x="7897009" y="-1"/>
              <a:ext cx="4294991" cy="6858001"/>
            </a:xfrm>
            <a:prstGeom prst="rect">
              <a:avLst/>
            </a:prstGeom>
          </p:spPr>
        </p:pic>
        <p:sp>
          <p:nvSpPr>
            <p:cNvPr id="4" name="Rechthoek 3">
              <a:extLst>
                <a:ext uri="{FF2B5EF4-FFF2-40B4-BE49-F238E27FC236}">
                  <a16:creationId xmlns:a16="http://schemas.microsoft.com/office/drawing/2014/main" id="{988D9C52-D870-4582-92BF-1B415B7ACC3F}"/>
                </a:ext>
              </a:extLst>
            </p:cNvPr>
            <p:cNvSpPr/>
            <p:nvPr userDrawn="1"/>
          </p:nvSpPr>
          <p:spPr>
            <a:xfrm>
              <a:off x="7897008" y="0"/>
              <a:ext cx="4294991" cy="685800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b="1"/>
            </a:p>
          </p:txBody>
        </p:sp>
      </p:grpSp>
      <p:grpSp>
        <p:nvGrpSpPr>
          <p:cNvPr id="18" name="Groep 17">
            <a:extLst>
              <a:ext uri="{FF2B5EF4-FFF2-40B4-BE49-F238E27FC236}">
                <a16:creationId xmlns:a16="http://schemas.microsoft.com/office/drawing/2014/main" id="{A9731654-2BA1-4432-9E57-F0A5C78F5917}"/>
              </a:ext>
            </a:extLst>
          </p:cNvPr>
          <p:cNvGrpSpPr/>
          <p:nvPr userDrawn="1"/>
        </p:nvGrpSpPr>
        <p:grpSpPr>
          <a:xfrm>
            <a:off x="7407291" y="6216453"/>
            <a:ext cx="1782600" cy="346129"/>
            <a:chOff x="2906201" y="6216453"/>
            <a:chExt cx="1782600" cy="346129"/>
          </a:xfrm>
        </p:grpSpPr>
        <p:pic>
          <p:nvPicPr>
            <p:cNvPr id="21" name="Afbeelding 20">
              <a:extLst>
                <a:ext uri="{FF2B5EF4-FFF2-40B4-BE49-F238E27FC236}">
                  <a16:creationId xmlns:a16="http://schemas.microsoft.com/office/drawing/2014/main" id="{5AFC0712-073B-4E0A-97B8-0C0FB3206056}"/>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a:stretch/>
          </p:blipFill>
          <p:spPr>
            <a:xfrm>
              <a:off x="2906201" y="6251409"/>
              <a:ext cx="461383" cy="276219"/>
            </a:xfrm>
            <a:prstGeom prst="rect">
              <a:avLst/>
            </a:prstGeom>
          </p:spPr>
        </p:pic>
        <p:pic>
          <p:nvPicPr>
            <p:cNvPr id="22" name="Afbeelding 21">
              <a:extLst>
                <a:ext uri="{FF2B5EF4-FFF2-40B4-BE49-F238E27FC236}">
                  <a16:creationId xmlns:a16="http://schemas.microsoft.com/office/drawing/2014/main" id="{4B7EDB33-D52A-4F75-BBA0-13D34A376CCF}"/>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4219891" y="6251409"/>
              <a:ext cx="468910" cy="276219"/>
            </a:xfrm>
            <a:prstGeom prst="rect">
              <a:avLst/>
            </a:prstGeom>
          </p:spPr>
        </p:pic>
        <p:pic>
          <p:nvPicPr>
            <p:cNvPr id="23" name="Afbeelding 22">
              <a:extLst>
                <a:ext uri="{FF2B5EF4-FFF2-40B4-BE49-F238E27FC236}">
                  <a16:creationId xmlns:a16="http://schemas.microsoft.com/office/drawing/2014/main" id="{14582B02-E8B5-4331-A443-014591D54AB8}"/>
                </a:ext>
              </a:extLst>
            </p:cNvPr>
            <p:cNvPicPr>
              <a:picLocks noChangeAspect="1"/>
            </p:cNvPicPr>
            <p:nvPr userDrawn="1"/>
          </p:nvPicPr>
          <p:blipFill rotWithShape="1">
            <a:blip r:embed="rId5" cstate="screen">
              <a:extLst>
                <a:ext uri="{28A0092B-C50C-407E-A947-70E740481C1C}">
                  <a14:useLocalDpi xmlns:a14="http://schemas.microsoft.com/office/drawing/2010/main" val="0"/>
                </a:ext>
              </a:extLst>
            </a:blip>
            <a:srcRect t="18615" b="19339"/>
            <a:stretch/>
          </p:blipFill>
          <p:spPr>
            <a:xfrm>
              <a:off x="3514807" y="6216453"/>
              <a:ext cx="557860" cy="346129"/>
            </a:xfrm>
            <a:prstGeom prst="rect">
              <a:avLst/>
            </a:prstGeom>
          </p:spPr>
        </p:pic>
      </p:grpSp>
      <p:pic>
        <p:nvPicPr>
          <p:cNvPr id="14" name="Afbeelding 4" descr="Afbeelding met object&#10;&#10;Beschrijving is gegenereerd met hoge betrouwbaarheid">
            <a:extLst>
              <a:ext uri="{FF2B5EF4-FFF2-40B4-BE49-F238E27FC236}">
                <a16:creationId xmlns:a16="http://schemas.microsoft.com/office/drawing/2014/main" id="{AB234437-68AF-004A-BDBB-5F055F231D63}"/>
              </a:ext>
            </a:extLst>
          </p:cNvPr>
          <p:cNvPicPr>
            <a:picLocks noChangeAspect="1"/>
          </p:cNvPicPr>
          <p:nvPr userDrawn="1"/>
        </p:nvPicPr>
        <p:blipFill>
          <a:blip r:embed="rId6" cstate="screen">
            <a:extLst>
              <a:ext uri="{28A0092B-C50C-407E-A947-70E740481C1C}">
                <a14:useLocalDpi xmlns:a14="http://schemas.microsoft.com/office/drawing/2010/main" val="0"/>
              </a:ext>
            </a:extLst>
          </a:blip>
          <a:stretch>
            <a:fillRect/>
          </a:stretch>
        </p:blipFill>
        <p:spPr>
          <a:xfrm>
            <a:off x="5035234" y="1209112"/>
            <a:ext cx="6529815" cy="1713675"/>
          </a:xfrm>
          <a:prstGeom prst="rect">
            <a:avLst/>
          </a:prstGeom>
        </p:spPr>
      </p:pic>
      <p:sp>
        <p:nvSpPr>
          <p:cNvPr id="17" name="Title 1">
            <a:extLst>
              <a:ext uri="{FF2B5EF4-FFF2-40B4-BE49-F238E27FC236}">
                <a16:creationId xmlns:a16="http://schemas.microsoft.com/office/drawing/2014/main" id="{3A3A2F32-5D71-F248-A02A-83CFCEFA2EB8}"/>
              </a:ext>
            </a:extLst>
          </p:cNvPr>
          <p:cNvSpPr>
            <a:spLocks noGrp="1"/>
          </p:cNvSpPr>
          <p:nvPr>
            <p:ph type="ctrTitle"/>
          </p:nvPr>
        </p:nvSpPr>
        <p:spPr>
          <a:xfrm>
            <a:off x="5258620" y="3048406"/>
            <a:ext cx="6306429" cy="1618282"/>
          </a:xfrm>
        </p:spPr>
        <p:txBody>
          <a:bodyPr/>
          <a:lstStyle>
            <a:lvl1pPr algn="ctr">
              <a:defRPr>
                <a:solidFill>
                  <a:srgbClr val="EFA528"/>
                </a:solidFill>
              </a:defRPr>
            </a:lvl1pPr>
          </a:lstStyle>
          <a:p>
            <a:r>
              <a:rPr lang="en-US" noProof="0"/>
              <a:t>Click to edit Master title style</a:t>
            </a:r>
            <a:endParaRPr lang="en-GB" noProof="0"/>
          </a:p>
        </p:txBody>
      </p:sp>
      <p:sp>
        <p:nvSpPr>
          <p:cNvPr id="24" name="Subtitle 2">
            <a:extLst>
              <a:ext uri="{FF2B5EF4-FFF2-40B4-BE49-F238E27FC236}">
                <a16:creationId xmlns:a16="http://schemas.microsoft.com/office/drawing/2014/main" id="{98D428AF-5F70-7743-ACD2-40B0B4374698}"/>
              </a:ext>
            </a:extLst>
          </p:cNvPr>
          <p:cNvSpPr>
            <a:spLocks noGrp="1"/>
          </p:cNvSpPr>
          <p:nvPr>
            <p:ph type="subTitle" idx="1"/>
          </p:nvPr>
        </p:nvSpPr>
        <p:spPr>
          <a:xfrm>
            <a:off x="5258620" y="4819088"/>
            <a:ext cx="6306429" cy="1271746"/>
          </a:xfrm>
        </p:spPr>
        <p:txBody>
          <a:bodyPr>
            <a:normAutofit/>
          </a:bodyPr>
          <a:lstStyle>
            <a:lvl1pPr marL="0" indent="0" algn="ctr">
              <a:buNone/>
              <a:defRPr sz="2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endParaRPr lang="en-GB" noProof="0"/>
          </a:p>
        </p:txBody>
      </p:sp>
    </p:spTree>
    <p:extLst>
      <p:ext uri="{BB962C8B-B14F-4D97-AF65-F5344CB8AC3E}">
        <p14:creationId xmlns:p14="http://schemas.microsoft.com/office/powerpoint/2010/main" val="42548888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grpSp>
        <p:nvGrpSpPr>
          <p:cNvPr id="3" name="Groep 2">
            <a:extLst>
              <a:ext uri="{FF2B5EF4-FFF2-40B4-BE49-F238E27FC236}">
                <a16:creationId xmlns:a16="http://schemas.microsoft.com/office/drawing/2014/main" id="{DDE84CCC-EC47-47B4-B343-C0178342DADE}"/>
              </a:ext>
            </a:extLst>
          </p:cNvPr>
          <p:cNvGrpSpPr/>
          <p:nvPr userDrawn="1"/>
        </p:nvGrpSpPr>
        <p:grpSpPr>
          <a:xfrm>
            <a:off x="103340" y="6578937"/>
            <a:ext cx="1182425" cy="220995"/>
            <a:chOff x="103340" y="6578937"/>
            <a:chExt cx="1182425" cy="220995"/>
          </a:xfrm>
        </p:grpSpPr>
        <p:grpSp>
          <p:nvGrpSpPr>
            <p:cNvPr id="12" name="Groep 11">
              <a:extLst>
                <a:ext uri="{FF2B5EF4-FFF2-40B4-BE49-F238E27FC236}">
                  <a16:creationId xmlns:a16="http://schemas.microsoft.com/office/drawing/2014/main" id="{A99A2495-8F68-4AB9-B9E9-37261505F1BF}"/>
                </a:ext>
              </a:extLst>
            </p:cNvPr>
            <p:cNvGrpSpPr/>
            <p:nvPr userDrawn="1"/>
          </p:nvGrpSpPr>
          <p:grpSpPr>
            <a:xfrm>
              <a:off x="103340" y="6597826"/>
              <a:ext cx="1182425" cy="183220"/>
              <a:chOff x="8426207" y="1337023"/>
              <a:chExt cx="2323293" cy="360000"/>
            </a:xfrm>
          </p:grpSpPr>
          <p:pic>
            <p:nvPicPr>
              <p:cNvPr id="13" name="Afbeelding 12">
                <a:extLst>
                  <a:ext uri="{FF2B5EF4-FFF2-40B4-BE49-F238E27FC236}">
                    <a16:creationId xmlns:a16="http://schemas.microsoft.com/office/drawing/2014/main" id="{F7512792-8657-4D9D-88DF-C8CF862CD82D}"/>
                  </a:ext>
                </a:extLst>
              </p:cNvPr>
              <p:cNvPicPr>
                <a:picLocks noChangeAspect="1"/>
              </p:cNvPicPr>
              <p:nvPr/>
            </p:nvPicPr>
            <p:blipFill rotWithShape="1">
              <a:blip r:embed="rId2" cstate="screen">
                <a:extLst>
                  <a:ext uri="{28A0092B-C50C-407E-A947-70E740481C1C}">
                    <a14:useLocalDpi xmlns:a14="http://schemas.microsoft.com/office/drawing/2010/main" val="0"/>
                  </a:ext>
                </a:extLst>
              </a:blip>
              <a:srcRect/>
              <a:stretch/>
            </p:blipFill>
            <p:spPr>
              <a:xfrm>
                <a:off x="8426207" y="1337023"/>
                <a:ext cx="601328" cy="360000"/>
              </a:xfrm>
              <a:prstGeom prst="rect">
                <a:avLst/>
              </a:prstGeom>
            </p:spPr>
          </p:pic>
          <p:pic>
            <p:nvPicPr>
              <p:cNvPr id="15" name="Afbeelding 14">
                <a:extLst>
                  <a:ext uri="{FF2B5EF4-FFF2-40B4-BE49-F238E27FC236}">
                    <a16:creationId xmlns:a16="http://schemas.microsoft.com/office/drawing/2014/main" id="{BEC5797E-6C70-414D-91BE-B0EDF4E56017}"/>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10138362" y="1337023"/>
                <a:ext cx="611138" cy="360000"/>
              </a:xfrm>
              <a:prstGeom prst="rect">
                <a:avLst/>
              </a:prstGeom>
            </p:spPr>
          </p:pic>
        </p:grpSp>
        <p:pic>
          <p:nvPicPr>
            <p:cNvPr id="16" name="Afbeelding 15">
              <a:extLst>
                <a:ext uri="{FF2B5EF4-FFF2-40B4-BE49-F238E27FC236}">
                  <a16:creationId xmlns:a16="http://schemas.microsoft.com/office/drawing/2014/main" id="{39C84B01-8F88-4B7A-8F58-5B62FDB1A701}"/>
                </a:ext>
              </a:extLst>
            </p:cNvPr>
            <p:cNvPicPr>
              <a:picLocks noChangeAspect="1"/>
            </p:cNvPicPr>
            <p:nvPr userDrawn="1"/>
          </p:nvPicPr>
          <p:blipFill rotWithShape="1">
            <a:blip r:embed="rId4" cstate="screen">
              <a:extLst>
                <a:ext uri="{28A0092B-C50C-407E-A947-70E740481C1C}">
                  <a14:useLocalDpi xmlns:a14="http://schemas.microsoft.com/office/drawing/2010/main" val="0"/>
                </a:ext>
              </a:extLst>
            </a:blip>
            <a:srcRect t="18615" b="19339"/>
            <a:stretch/>
          </p:blipFill>
          <p:spPr>
            <a:xfrm>
              <a:off x="512294" y="6578937"/>
              <a:ext cx="356179" cy="220995"/>
            </a:xfrm>
            <a:prstGeom prst="rect">
              <a:avLst/>
            </a:prstGeom>
          </p:spPr>
        </p:pic>
      </p:grpSp>
      <p:sp>
        <p:nvSpPr>
          <p:cNvPr id="10" name="TextBox 3">
            <a:extLst>
              <a:ext uri="{FF2B5EF4-FFF2-40B4-BE49-F238E27FC236}">
                <a16:creationId xmlns:a16="http://schemas.microsoft.com/office/drawing/2014/main" id="{0A632DF3-7AA7-4404-A000-28703387A41E}"/>
              </a:ext>
            </a:extLst>
          </p:cNvPr>
          <p:cNvSpPr txBox="1"/>
          <p:nvPr userDrawn="1"/>
        </p:nvSpPr>
        <p:spPr>
          <a:xfrm>
            <a:off x="11660905" y="6535545"/>
            <a:ext cx="490391" cy="307777"/>
          </a:xfrm>
          <a:prstGeom prst="rect">
            <a:avLst/>
          </a:prstGeom>
          <a:noFill/>
        </p:spPr>
        <p:txBody>
          <a:bodyPr wrap="none" rtlCol="0">
            <a:spAutoFit/>
          </a:bodyPr>
          <a:lstStyle/>
          <a:p>
            <a:fld id="{A0D62B9C-1313-6240-B3A9-12C8D3C5854C}" type="slidenum">
              <a:rPr lang="en-US" sz="1400" smtClean="0"/>
              <a:t>‹Nº›</a:t>
            </a:fld>
            <a:endParaRPr lang="en-US" sz="1400"/>
          </a:p>
        </p:txBody>
      </p:sp>
      <p:sp>
        <p:nvSpPr>
          <p:cNvPr id="11" name="Rechthoek 9">
            <a:extLst>
              <a:ext uri="{FF2B5EF4-FFF2-40B4-BE49-F238E27FC236}">
                <a16:creationId xmlns:a16="http://schemas.microsoft.com/office/drawing/2014/main" id="{4AE7FB7C-E163-47A0-A7B8-373634EACE66}"/>
              </a:ext>
            </a:extLst>
          </p:cNvPr>
          <p:cNvSpPr/>
          <p:nvPr userDrawn="1"/>
        </p:nvSpPr>
        <p:spPr>
          <a:xfrm>
            <a:off x="0" y="1"/>
            <a:ext cx="12191999" cy="65913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sz="2400"/>
          </a:p>
        </p:txBody>
      </p:sp>
      <p:sp>
        <p:nvSpPr>
          <p:cNvPr id="17" name="Ovaal 16">
            <a:extLst>
              <a:ext uri="{FF2B5EF4-FFF2-40B4-BE49-F238E27FC236}">
                <a16:creationId xmlns:a16="http://schemas.microsoft.com/office/drawing/2014/main" id="{8019360F-A79D-4356-B46F-EC3161D89B78}"/>
              </a:ext>
            </a:extLst>
          </p:cNvPr>
          <p:cNvSpPr/>
          <p:nvPr userDrawn="1"/>
        </p:nvSpPr>
        <p:spPr>
          <a:xfrm>
            <a:off x="98369" y="76954"/>
            <a:ext cx="509144" cy="50672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9" name="Graphic 18">
            <a:extLst>
              <a:ext uri="{FF2B5EF4-FFF2-40B4-BE49-F238E27FC236}">
                <a16:creationId xmlns:a16="http://schemas.microsoft.com/office/drawing/2014/main" id="{A4ACE417-EC0B-4CB4-8D26-F0F3544C2573}"/>
              </a:ext>
            </a:extLst>
          </p:cNvPr>
          <p:cNvPicPr>
            <a:picLocks noChangeAspect="1"/>
          </p:cNvPicPr>
          <p:nvPr userDrawn="1"/>
        </p:nvPicPr>
        <p:blipFill rotWithShape="1">
          <a:blip cstate="screen">
            <a:extLst>
              <a:ext uri="{28A0092B-C50C-407E-A947-70E740481C1C}">
                <a14:useLocalDpi xmlns:a14="http://schemas.microsoft.com/office/drawing/2010/main" val="0"/>
              </a:ext>
              <a:ext uri="{96DAC541-7B7A-43D3-8B79-37D633B846F1}">
                <asvg:svgBlip xmlns:asvg="http://schemas.microsoft.com/office/drawing/2016/SVG/main" r:embed="rId5"/>
              </a:ext>
            </a:extLst>
          </a:blip>
          <a:srcRect l="-773" t="-304" r="191" b="-1528"/>
          <a:stretch/>
        </p:blipFill>
        <p:spPr>
          <a:xfrm>
            <a:off x="81986" y="76954"/>
            <a:ext cx="619076" cy="638157"/>
          </a:xfrm>
          <a:prstGeom prst="rect">
            <a:avLst/>
          </a:prstGeom>
        </p:spPr>
      </p:pic>
    </p:spTree>
    <p:extLst>
      <p:ext uri="{BB962C8B-B14F-4D97-AF65-F5344CB8AC3E}">
        <p14:creationId xmlns:p14="http://schemas.microsoft.com/office/powerpoint/2010/main" val="3180636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3" name="Groep 2">
            <a:extLst>
              <a:ext uri="{FF2B5EF4-FFF2-40B4-BE49-F238E27FC236}">
                <a16:creationId xmlns:a16="http://schemas.microsoft.com/office/drawing/2014/main" id="{DDE84CCC-EC47-47B4-B343-C0178342DADE}"/>
              </a:ext>
            </a:extLst>
          </p:cNvPr>
          <p:cNvGrpSpPr/>
          <p:nvPr userDrawn="1"/>
        </p:nvGrpSpPr>
        <p:grpSpPr>
          <a:xfrm>
            <a:off x="103340" y="6578937"/>
            <a:ext cx="1182425" cy="220995"/>
            <a:chOff x="103340" y="6578937"/>
            <a:chExt cx="1182425" cy="220995"/>
          </a:xfrm>
        </p:grpSpPr>
        <p:grpSp>
          <p:nvGrpSpPr>
            <p:cNvPr id="12" name="Groep 11">
              <a:extLst>
                <a:ext uri="{FF2B5EF4-FFF2-40B4-BE49-F238E27FC236}">
                  <a16:creationId xmlns:a16="http://schemas.microsoft.com/office/drawing/2014/main" id="{A99A2495-8F68-4AB9-B9E9-37261505F1BF}"/>
                </a:ext>
              </a:extLst>
            </p:cNvPr>
            <p:cNvGrpSpPr/>
            <p:nvPr userDrawn="1"/>
          </p:nvGrpSpPr>
          <p:grpSpPr>
            <a:xfrm>
              <a:off x="103340" y="6597826"/>
              <a:ext cx="1182425" cy="183220"/>
              <a:chOff x="8426207" y="1337023"/>
              <a:chExt cx="2323293" cy="360000"/>
            </a:xfrm>
          </p:grpSpPr>
          <p:pic>
            <p:nvPicPr>
              <p:cNvPr id="13" name="Afbeelding 12">
                <a:extLst>
                  <a:ext uri="{FF2B5EF4-FFF2-40B4-BE49-F238E27FC236}">
                    <a16:creationId xmlns:a16="http://schemas.microsoft.com/office/drawing/2014/main" id="{F7512792-8657-4D9D-88DF-C8CF862CD82D}"/>
                  </a:ext>
                </a:extLst>
              </p:cNvPr>
              <p:cNvPicPr>
                <a:picLocks noChangeAspect="1"/>
              </p:cNvPicPr>
              <p:nvPr/>
            </p:nvPicPr>
            <p:blipFill rotWithShape="1">
              <a:blip r:embed="rId2" cstate="screen">
                <a:extLst>
                  <a:ext uri="{28A0092B-C50C-407E-A947-70E740481C1C}">
                    <a14:useLocalDpi xmlns:a14="http://schemas.microsoft.com/office/drawing/2010/main" val="0"/>
                  </a:ext>
                </a:extLst>
              </a:blip>
              <a:srcRect/>
              <a:stretch/>
            </p:blipFill>
            <p:spPr>
              <a:xfrm>
                <a:off x="8426207" y="1337023"/>
                <a:ext cx="601328" cy="360000"/>
              </a:xfrm>
              <a:prstGeom prst="rect">
                <a:avLst/>
              </a:prstGeom>
            </p:spPr>
          </p:pic>
          <p:pic>
            <p:nvPicPr>
              <p:cNvPr id="15" name="Afbeelding 14">
                <a:extLst>
                  <a:ext uri="{FF2B5EF4-FFF2-40B4-BE49-F238E27FC236}">
                    <a16:creationId xmlns:a16="http://schemas.microsoft.com/office/drawing/2014/main" id="{BEC5797E-6C70-414D-91BE-B0EDF4E56017}"/>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10138362" y="1337023"/>
                <a:ext cx="611138" cy="360000"/>
              </a:xfrm>
              <a:prstGeom prst="rect">
                <a:avLst/>
              </a:prstGeom>
            </p:spPr>
          </p:pic>
        </p:grpSp>
        <p:pic>
          <p:nvPicPr>
            <p:cNvPr id="16" name="Afbeelding 15">
              <a:extLst>
                <a:ext uri="{FF2B5EF4-FFF2-40B4-BE49-F238E27FC236}">
                  <a16:creationId xmlns:a16="http://schemas.microsoft.com/office/drawing/2014/main" id="{39C84B01-8F88-4B7A-8F58-5B62FDB1A701}"/>
                </a:ext>
              </a:extLst>
            </p:cNvPr>
            <p:cNvPicPr>
              <a:picLocks noChangeAspect="1"/>
            </p:cNvPicPr>
            <p:nvPr userDrawn="1"/>
          </p:nvPicPr>
          <p:blipFill rotWithShape="1">
            <a:blip r:embed="rId4" cstate="screen">
              <a:extLst>
                <a:ext uri="{28A0092B-C50C-407E-A947-70E740481C1C}">
                  <a14:useLocalDpi xmlns:a14="http://schemas.microsoft.com/office/drawing/2010/main" val="0"/>
                </a:ext>
              </a:extLst>
            </a:blip>
            <a:srcRect t="18615" b="19339"/>
            <a:stretch/>
          </p:blipFill>
          <p:spPr>
            <a:xfrm>
              <a:off x="512294" y="6578937"/>
              <a:ext cx="356179" cy="220995"/>
            </a:xfrm>
            <a:prstGeom prst="rect">
              <a:avLst/>
            </a:prstGeom>
          </p:spPr>
        </p:pic>
      </p:grpSp>
      <p:sp>
        <p:nvSpPr>
          <p:cNvPr id="11" name="TextBox 3">
            <a:extLst>
              <a:ext uri="{FF2B5EF4-FFF2-40B4-BE49-F238E27FC236}">
                <a16:creationId xmlns:a16="http://schemas.microsoft.com/office/drawing/2014/main" id="{CF82147A-F310-4F08-A322-4712DFB05CAC}"/>
              </a:ext>
            </a:extLst>
          </p:cNvPr>
          <p:cNvSpPr txBox="1"/>
          <p:nvPr userDrawn="1"/>
        </p:nvSpPr>
        <p:spPr>
          <a:xfrm>
            <a:off x="11660905" y="6535545"/>
            <a:ext cx="490391" cy="307777"/>
          </a:xfrm>
          <a:prstGeom prst="rect">
            <a:avLst/>
          </a:prstGeom>
          <a:noFill/>
        </p:spPr>
        <p:txBody>
          <a:bodyPr wrap="none" rtlCol="0">
            <a:spAutoFit/>
          </a:bodyPr>
          <a:lstStyle/>
          <a:p>
            <a:fld id="{A0D62B9C-1313-6240-B3A9-12C8D3C5854C}" type="slidenum">
              <a:rPr lang="en-US" sz="1400" smtClean="0"/>
              <a:t>‹Nº›</a:t>
            </a:fld>
            <a:endParaRPr lang="en-US" sz="1400"/>
          </a:p>
        </p:txBody>
      </p:sp>
      <p:sp>
        <p:nvSpPr>
          <p:cNvPr id="18" name="Rechthoek 9">
            <a:extLst>
              <a:ext uri="{FF2B5EF4-FFF2-40B4-BE49-F238E27FC236}">
                <a16:creationId xmlns:a16="http://schemas.microsoft.com/office/drawing/2014/main" id="{FDCB7EAC-6124-4EAA-8359-CBA1FC66C05F}"/>
              </a:ext>
            </a:extLst>
          </p:cNvPr>
          <p:cNvSpPr/>
          <p:nvPr userDrawn="1"/>
        </p:nvSpPr>
        <p:spPr>
          <a:xfrm>
            <a:off x="0" y="1"/>
            <a:ext cx="12191999" cy="65913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sz="2400"/>
          </a:p>
        </p:txBody>
      </p:sp>
      <p:sp>
        <p:nvSpPr>
          <p:cNvPr id="19" name="Ovaal 18">
            <a:extLst>
              <a:ext uri="{FF2B5EF4-FFF2-40B4-BE49-F238E27FC236}">
                <a16:creationId xmlns:a16="http://schemas.microsoft.com/office/drawing/2014/main" id="{3F60A0B3-33D5-4C1D-916A-291659662A56}"/>
              </a:ext>
            </a:extLst>
          </p:cNvPr>
          <p:cNvSpPr/>
          <p:nvPr userDrawn="1"/>
        </p:nvSpPr>
        <p:spPr>
          <a:xfrm>
            <a:off x="98369" y="76954"/>
            <a:ext cx="509144" cy="50672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itel 1">
            <a:extLst>
              <a:ext uri="{FF2B5EF4-FFF2-40B4-BE49-F238E27FC236}">
                <a16:creationId xmlns:a16="http://schemas.microsoft.com/office/drawing/2014/main" id="{04CED64B-379A-440B-8CEC-EA945584F15C}"/>
              </a:ext>
            </a:extLst>
          </p:cNvPr>
          <p:cNvSpPr>
            <a:spLocks noGrp="1"/>
          </p:cNvSpPr>
          <p:nvPr>
            <p:ph type="title"/>
          </p:nvPr>
        </p:nvSpPr>
        <p:spPr>
          <a:xfrm>
            <a:off x="783048" y="0"/>
            <a:ext cx="11408952" cy="659130"/>
          </a:xfrm>
          <a:prstGeom prst="rect">
            <a:avLst/>
          </a:prstGeom>
        </p:spPr>
        <p:txBody>
          <a:bodyPr anchor="ctr"/>
          <a:lstStyle>
            <a:lvl1pPr>
              <a:defRPr sz="3600" b="1" cap="small" baseline="0">
                <a:solidFill>
                  <a:schemeClr val="accent2"/>
                </a:solidFill>
                <a:latin typeface="Calibri" panose="020F0502020204030204" pitchFamily="34" charset="0"/>
                <a:cs typeface="Calibri" panose="020F0502020204030204" pitchFamily="34" charset="0"/>
              </a:defRPr>
            </a:lvl1pPr>
          </a:lstStyle>
          <a:p>
            <a:r>
              <a:rPr lang="en-US" noProof="0"/>
              <a:t>Click to edit Master title style</a:t>
            </a:r>
            <a:endParaRPr lang="en-GB" noProof="0"/>
          </a:p>
        </p:txBody>
      </p:sp>
      <p:pic>
        <p:nvPicPr>
          <p:cNvPr id="21" name="Graphic 20">
            <a:extLst>
              <a:ext uri="{FF2B5EF4-FFF2-40B4-BE49-F238E27FC236}">
                <a16:creationId xmlns:a16="http://schemas.microsoft.com/office/drawing/2014/main" id="{1E980F08-4AEA-477F-852F-33E1F7E8C7EA}"/>
              </a:ext>
            </a:extLst>
          </p:cNvPr>
          <p:cNvPicPr>
            <a:picLocks noChangeAspect="1"/>
          </p:cNvPicPr>
          <p:nvPr userDrawn="1"/>
        </p:nvPicPr>
        <p:blipFill rotWithShape="1">
          <a:blip cstate="screen">
            <a:extLst>
              <a:ext uri="{28A0092B-C50C-407E-A947-70E740481C1C}">
                <a14:useLocalDpi xmlns:a14="http://schemas.microsoft.com/office/drawing/2010/main" val="0"/>
              </a:ext>
              <a:ext uri="{96DAC541-7B7A-43D3-8B79-37D633B846F1}">
                <asvg:svgBlip xmlns:asvg="http://schemas.microsoft.com/office/drawing/2016/SVG/main" r:embed="rId5"/>
              </a:ext>
            </a:extLst>
          </a:blip>
          <a:srcRect l="-773" t="-304" r="191" b="-1528"/>
          <a:stretch/>
        </p:blipFill>
        <p:spPr>
          <a:xfrm>
            <a:off x="81986" y="76954"/>
            <a:ext cx="619076" cy="638157"/>
          </a:xfrm>
          <a:prstGeom prst="rect">
            <a:avLst/>
          </a:prstGeom>
        </p:spPr>
      </p:pic>
    </p:spTree>
    <p:extLst>
      <p:ext uri="{BB962C8B-B14F-4D97-AF65-F5344CB8AC3E}">
        <p14:creationId xmlns:p14="http://schemas.microsoft.com/office/powerpoint/2010/main" val="11709612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object">
    <p:spTree>
      <p:nvGrpSpPr>
        <p:cNvPr id="1" name=""/>
        <p:cNvGrpSpPr/>
        <p:nvPr/>
      </p:nvGrpSpPr>
      <p:grpSpPr>
        <a:xfrm>
          <a:off x="0" y="0"/>
          <a:ext cx="0" cy="0"/>
          <a:chOff x="0" y="0"/>
          <a:chExt cx="0" cy="0"/>
        </a:xfrm>
      </p:grpSpPr>
      <p:sp>
        <p:nvSpPr>
          <p:cNvPr id="14" name="Rechthoek 9">
            <a:extLst>
              <a:ext uri="{FF2B5EF4-FFF2-40B4-BE49-F238E27FC236}">
                <a16:creationId xmlns:a16="http://schemas.microsoft.com/office/drawing/2014/main" id="{F95C1061-64D9-4E4A-BEB2-349B77D196FC}"/>
              </a:ext>
            </a:extLst>
          </p:cNvPr>
          <p:cNvSpPr/>
          <p:nvPr userDrawn="1"/>
        </p:nvSpPr>
        <p:spPr>
          <a:xfrm>
            <a:off x="0" y="1"/>
            <a:ext cx="12191999" cy="65913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sz="2400"/>
          </a:p>
        </p:txBody>
      </p:sp>
      <p:sp>
        <p:nvSpPr>
          <p:cNvPr id="5" name="Ovaal 4">
            <a:extLst>
              <a:ext uri="{FF2B5EF4-FFF2-40B4-BE49-F238E27FC236}">
                <a16:creationId xmlns:a16="http://schemas.microsoft.com/office/drawing/2014/main" id="{17B80726-3DF2-482C-991A-97D6D9E8430F}"/>
              </a:ext>
            </a:extLst>
          </p:cNvPr>
          <p:cNvSpPr/>
          <p:nvPr userDrawn="1"/>
        </p:nvSpPr>
        <p:spPr>
          <a:xfrm>
            <a:off x="98369" y="76954"/>
            <a:ext cx="509144" cy="50672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el 1">
            <a:extLst>
              <a:ext uri="{FF2B5EF4-FFF2-40B4-BE49-F238E27FC236}">
                <a16:creationId xmlns:a16="http://schemas.microsoft.com/office/drawing/2014/main" id="{487BD0D8-3CA7-4C8D-8A26-1752BFB06BA9}"/>
              </a:ext>
            </a:extLst>
          </p:cNvPr>
          <p:cNvSpPr>
            <a:spLocks noGrp="1"/>
          </p:cNvSpPr>
          <p:nvPr>
            <p:ph type="title"/>
          </p:nvPr>
        </p:nvSpPr>
        <p:spPr>
          <a:xfrm>
            <a:off x="783048" y="0"/>
            <a:ext cx="11408952" cy="659130"/>
          </a:xfrm>
          <a:prstGeom prst="rect">
            <a:avLst/>
          </a:prstGeom>
        </p:spPr>
        <p:txBody>
          <a:bodyPr anchor="ctr"/>
          <a:lstStyle>
            <a:lvl1pPr>
              <a:defRPr sz="3600" b="1" cap="small" baseline="0">
                <a:solidFill>
                  <a:schemeClr val="accent2"/>
                </a:solidFill>
                <a:latin typeface="Calibri" panose="020F0502020204030204" pitchFamily="34" charset="0"/>
                <a:cs typeface="Calibri" panose="020F0502020204030204" pitchFamily="34" charset="0"/>
              </a:defRPr>
            </a:lvl1pPr>
          </a:lstStyle>
          <a:p>
            <a:r>
              <a:rPr lang="en-US" noProof="0"/>
              <a:t>Click to edit Master title style</a:t>
            </a:r>
            <a:endParaRPr lang="en-GB" noProof="0"/>
          </a:p>
        </p:txBody>
      </p:sp>
      <p:grpSp>
        <p:nvGrpSpPr>
          <p:cNvPr id="3" name="Groep 2">
            <a:extLst>
              <a:ext uri="{FF2B5EF4-FFF2-40B4-BE49-F238E27FC236}">
                <a16:creationId xmlns:a16="http://schemas.microsoft.com/office/drawing/2014/main" id="{DDE84CCC-EC47-47B4-B343-C0178342DADE}"/>
              </a:ext>
            </a:extLst>
          </p:cNvPr>
          <p:cNvGrpSpPr/>
          <p:nvPr userDrawn="1"/>
        </p:nvGrpSpPr>
        <p:grpSpPr>
          <a:xfrm>
            <a:off x="103340" y="6578937"/>
            <a:ext cx="1182425" cy="220995"/>
            <a:chOff x="103340" y="6578937"/>
            <a:chExt cx="1182425" cy="220995"/>
          </a:xfrm>
        </p:grpSpPr>
        <p:grpSp>
          <p:nvGrpSpPr>
            <p:cNvPr id="12" name="Groep 11">
              <a:extLst>
                <a:ext uri="{FF2B5EF4-FFF2-40B4-BE49-F238E27FC236}">
                  <a16:creationId xmlns:a16="http://schemas.microsoft.com/office/drawing/2014/main" id="{A99A2495-8F68-4AB9-B9E9-37261505F1BF}"/>
                </a:ext>
              </a:extLst>
            </p:cNvPr>
            <p:cNvGrpSpPr/>
            <p:nvPr userDrawn="1"/>
          </p:nvGrpSpPr>
          <p:grpSpPr>
            <a:xfrm>
              <a:off x="103340" y="6597826"/>
              <a:ext cx="1182425" cy="183220"/>
              <a:chOff x="8426207" y="1337023"/>
              <a:chExt cx="2323293" cy="360000"/>
            </a:xfrm>
          </p:grpSpPr>
          <p:pic>
            <p:nvPicPr>
              <p:cNvPr id="13" name="Afbeelding 12">
                <a:extLst>
                  <a:ext uri="{FF2B5EF4-FFF2-40B4-BE49-F238E27FC236}">
                    <a16:creationId xmlns:a16="http://schemas.microsoft.com/office/drawing/2014/main" id="{F7512792-8657-4D9D-88DF-C8CF862CD82D}"/>
                  </a:ext>
                </a:extLst>
              </p:cNvPr>
              <p:cNvPicPr>
                <a:picLocks noChangeAspect="1"/>
              </p:cNvPicPr>
              <p:nvPr/>
            </p:nvPicPr>
            <p:blipFill rotWithShape="1">
              <a:blip r:embed="rId2" cstate="screen">
                <a:extLst>
                  <a:ext uri="{28A0092B-C50C-407E-A947-70E740481C1C}">
                    <a14:useLocalDpi xmlns:a14="http://schemas.microsoft.com/office/drawing/2010/main" val="0"/>
                  </a:ext>
                </a:extLst>
              </a:blip>
              <a:srcRect/>
              <a:stretch/>
            </p:blipFill>
            <p:spPr>
              <a:xfrm>
                <a:off x="8426207" y="1337023"/>
                <a:ext cx="601328" cy="360000"/>
              </a:xfrm>
              <a:prstGeom prst="rect">
                <a:avLst/>
              </a:prstGeom>
            </p:spPr>
          </p:pic>
          <p:pic>
            <p:nvPicPr>
              <p:cNvPr id="15" name="Afbeelding 14">
                <a:extLst>
                  <a:ext uri="{FF2B5EF4-FFF2-40B4-BE49-F238E27FC236}">
                    <a16:creationId xmlns:a16="http://schemas.microsoft.com/office/drawing/2014/main" id="{BEC5797E-6C70-414D-91BE-B0EDF4E56017}"/>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10138362" y="1337023"/>
                <a:ext cx="611138" cy="360000"/>
              </a:xfrm>
              <a:prstGeom prst="rect">
                <a:avLst/>
              </a:prstGeom>
            </p:spPr>
          </p:pic>
        </p:grpSp>
        <p:pic>
          <p:nvPicPr>
            <p:cNvPr id="16" name="Afbeelding 15">
              <a:extLst>
                <a:ext uri="{FF2B5EF4-FFF2-40B4-BE49-F238E27FC236}">
                  <a16:creationId xmlns:a16="http://schemas.microsoft.com/office/drawing/2014/main" id="{39C84B01-8F88-4B7A-8F58-5B62FDB1A701}"/>
                </a:ext>
              </a:extLst>
            </p:cNvPr>
            <p:cNvPicPr>
              <a:picLocks noChangeAspect="1"/>
            </p:cNvPicPr>
            <p:nvPr userDrawn="1"/>
          </p:nvPicPr>
          <p:blipFill rotWithShape="1">
            <a:blip r:embed="rId4" cstate="screen">
              <a:extLst>
                <a:ext uri="{28A0092B-C50C-407E-A947-70E740481C1C}">
                  <a14:useLocalDpi xmlns:a14="http://schemas.microsoft.com/office/drawing/2010/main" val="0"/>
                </a:ext>
              </a:extLst>
            </a:blip>
            <a:srcRect t="18615" b="19339"/>
            <a:stretch/>
          </p:blipFill>
          <p:spPr>
            <a:xfrm>
              <a:off x="512294" y="6578937"/>
              <a:ext cx="356179" cy="220995"/>
            </a:xfrm>
            <a:prstGeom prst="rect">
              <a:avLst/>
            </a:prstGeom>
          </p:spPr>
        </p:pic>
      </p:grpSp>
      <p:sp>
        <p:nvSpPr>
          <p:cNvPr id="4" name="TextBox 3">
            <a:extLst>
              <a:ext uri="{FF2B5EF4-FFF2-40B4-BE49-F238E27FC236}">
                <a16:creationId xmlns:a16="http://schemas.microsoft.com/office/drawing/2014/main" id="{996D8D11-F353-1644-9F6F-2F0BE03ECA94}"/>
              </a:ext>
            </a:extLst>
          </p:cNvPr>
          <p:cNvSpPr txBox="1"/>
          <p:nvPr userDrawn="1"/>
        </p:nvSpPr>
        <p:spPr>
          <a:xfrm>
            <a:off x="11660905" y="6535545"/>
            <a:ext cx="490391" cy="307777"/>
          </a:xfrm>
          <a:prstGeom prst="rect">
            <a:avLst/>
          </a:prstGeom>
          <a:noFill/>
        </p:spPr>
        <p:txBody>
          <a:bodyPr wrap="none" rtlCol="0">
            <a:spAutoFit/>
          </a:bodyPr>
          <a:lstStyle/>
          <a:p>
            <a:fld id="{A0D62B9C-1313-6240-B3A9-12C8D3C5854C}" type="slidenum">
              <a:rPr lang="en-US" sz="1400" smtClean="0"/>
              <a:t>‹Nº›</a:t>
            </a:fld>
            <a:endParaRPr lang="en-US" sz="1400"/>
          </a:p>
        </p:txBody>
      </p:sp>
      <p:sp>
        <p:nvSpPr>
          <p:cNvPr id="19" name="Content Placeholder 2">
            <a:extLst>
              <a:ext uri="{FF2B5EF4-FFF2-40B4-BE49-F238E27FC236}">
                <a16:creationId xmlns:a16="http://schemas.microsoft.com/office/drawing/2014/main" id="{51968962-4102-1841-BBEE-88E05FE72C2F}"/>
              </a:ext>
            </a:extLst>
          </p:cNvPr>
          <p:cNvSpPr>
            <a:spLocks noGrp="1"/>
          </p:cNvSpPr>
          <p:nvPr>
            <p:ph idx="10"/>
          </p:nvPr>
        </p:nvSpPr>
        <p:spPr>
          <a:xfrm>
            <a:off x="434801" y="1137272"/>
            <a:ext cx="11180936" cy="4906963"/>
          </a:xfrm>
        </p:spPr>
        <p:txBody>
          <a:bodyPr/>
          <a:lstStyle>
            <a:lvl5pP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pic>
        <p:nvPicPr>
          <p:cNvPr id="17" name="Graphic 16">
            <a:extLst>
              <a:ext uri="{FF2B5EF4-FFF2-40B4-BE49-F238E27FC236}">
                <a16:creationId xmlns:a16="http://schemas.microsoft.com/office/drawing/2014/main" id="{193D2251-DA7C-4B35-BF44-219C7C8CCDB2}"/>
              </a:ext>
            </a:extLst>
          </p:cNvPr>
          <p:cNvPicPr>
            <a:picLocks noChangeAspect="1"/>
          </p:cNvPicPr>
          <p:nvPr userDrawn="1"/>
        </p:nvPicPr>
        <p:blipFill rotWithShape="1">
          <a:blip cstate="screen">
            <a:extLst>
              <a:ext uri="{28A0092B-C50C-407E-A947-70E740481C1C}">
                <a14:useLocalDpi xmlns:a14="http://schemas.microsoft.com/office/drawing/2010/main" val="0"/>
              </a:ext>
              <a:ext uri="{96DAC541-7B7A-43D3-8B79-37D633B846F1}">
                <asvg:svgBlip xmlns:asvg="http://schemas.microsoft.com/office/drawing/2016/SVG/main" r:embed="rId5"/>
              </a:ext>
            </a:extLst>
          </a:blip>
          <a:srcRect l="-773" t="-304" r="191" b="-1528"/>
          <a:stretch/>
        </p:blipFill>
        <p:spPr>
          <a:xfrm>
            <a:off x="81986" y="76954"/>
            <a:ext cx="619076" cy="638157"/>
          </a:xfrm>
          <a:prstGeom prst="rect">
            <a:avLst/>
          </a:prstGeom>
        </p:spPr>
      </p:pic>
    </p:spTree>
    <p:extLst>
      <p:ext uri="{BB962C8B-B14F-4D97-AF65-F5344CB8AC3E}">
        <p14:creationId xmlns:p14="http://schemas.microsoft.com/office/powerpoint/2010/main" val="33378376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objects">
    <p:spTree>
      <p:nvGrpSpPr>
        <p:cNvPr id="1" name=""/>
        <p:cNvGrpSpPr/>
        <p:nvPr/>
      </p:nvGrpSpPr>
      <p:grpSpPr>
        <a:xfrm>
          <a:off x="0" y="0"/>
          <a:ext cx="0" cy="0"/>
          <a:chOff x="0" y="0"/>
          <a:chExt cx="0" cy="0"/>
        </a:xfrm>
      </p:grpSpPr>
      <p:grpSp>
        <p:nvGrpSpPr>
          <p:cNvPr id="3" name="Groep 2">
            <a:extLst>
              <a:ext uri="{FF2B5EF4-FFF2-40B4-BE49-F238E27FC236}">
                <a16:creationId xmlns:a16="http://schemas.microsoft.com/office/drawing/2014/main" id="{DDE84CCC-EC47-47B4-B343-C0178342DADE}"/>
              </a:ext>
            </a:extLst>
          </p:cNvPr>
          <p:cNvGrpSpPr/>
          <p:nvPr userDrawn="1"/>
        </p:nvGrpSpPr>
        <p:grpSpPr>
          <a:xfrm>
            <a:off x="103340" y="6578937"/>
            <a:ext cx="1182425" cy="220995"/>
            <a:chOff x="103340" y="6578937"/>
            <a:chExt cx="1182425" cy="220995"/>
          </a:xfrm>
        </p:grpSpPr>
        <p:grpSp>
          <p:nvGrpSpPr>
            <p:cNvPr id="12" name="Groep 11">
              <a:extLst>
                <a:ext uri="{FF2B5EF4-FFF2-40B4-BE49-F238E27FC236}">
                  <a16:creationId xmlns:a16="http://schemas.microsoft.com/office/drawing/2014/main" id="{A99A2495-8F68-4AB9-B9E9-37261505F1BF}"/>
                </a:ext>
              </a:extLst>
            </p:cNvPr>
            <p:cNvGrpSpPr/>
            <p:nvPr userDrawn="1"/>
          </p:nvGrpSpPr>
          <p:grpSpPr>
            <a:xfrm>
              <a:off x="103340" y="6597826"/>
              <a:ext cx="1182425" cy="183220"/>
              <a:chOff x="8426207" y="1337023"/>
              <a:chExt cx="2323293" cy="360000"/>
            </a:xfrm>
          </p:grpSpPr>
          <p:pic>
            <p:nvPicPr>
              <p:cNvPr id="13" name="Afbeelding 12">
                <a:extLst>
                  <a:ext uri="{FF2B5EF4-FFF2-40B4-BE49-F238E27FC236}">
                    <a16:creationId xmlns:a16="http://schemas.microsoft.com/office/drawing/2014/main" id="{F7512792-8657-4D9D-88DF-C8CF862CD82D}"/>
                  </a:ext>
                </a:extLst>
              </p:cNvPr>
              <p:cNvPicPr>
                <a:picLocks noChangeAspect="1"/>
              </p:cNvPicPr>
              <p:nvPr/>
            </p:nvPicPr>
            <p:blipFill rotWithShape="1">
              <a:blip r:embed="rId2" cstate="screen">
                <a:extLst>
                  <a:ext uri="{28A0092B-C50C-407E-A947-70E740481C1C}">
                    <a14:useLocalDpi xmlns:a14="http://schemas.microsoft.com/office/drawing/2010/main" val="0"/>
                  </a:ext>
                </a:extLst>
              </a:blip>
              <a:srcRect/>
              <a:stretch/>
            </p:blipFill>
            <p:spPr>
              <a:xfrm>
                <a:off x="8426207" y="1337023"/>
                <a:ext cx="601328" cy="360000"/>
              </a:xfrm>
              <a:prstGeom prst="rect">
                <a:avLst/>
              </a:prstGeom>
            </p:spPr>
          </p:pic>
          <p:pic>
            <p:nvPicPr>
              <p:cNvPr id="15" name="Afbeelding 14">
                <a:extLst>
                  <a:ext uri="{FF2B5EF4-FFF2-40B4-BE49-F238E27FC236}">
                    <a16:creationId xmlns:a16="http://schemas.microsoft.com/office/drawing/2014/main" id="{BEC5797E-6C70-414D-91BE-B0EDF4E56017}"/>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10138362" y="1337023"/>
                <a:ext cx="611138" cy="360000"/>
              </a:xfrm>
              <a:prstGeom prst="rect">
                <a:avLst/>
              </a:prstGeom>
            </p:spPr>
          </p:pic>
        </p:grpSp>
        <p:pic>
          <p:nvPicPr>
            <p:cNvPr id="16" name="Afbeelding 15">
              <a:extLst>
                <a:ext uri="{FF2B5EF4-FFF2-40B4-BE49-F238E27FC236}">
                  <a16:creationId xmlns:a16="http://schemas.microsoft.com/office/drawing/2014/main" id="{39C84B01-8F88-4B7A-8F58-5B62FDB1A701}"/>
                </a:ext>
              </a:extLst>
            </p:cNvPr>
            <p:cNvPicPr>
              <a:picLocks noChangeAspect="1"/>
            </p:cNvPicPr>
            <p:nvPr userDrawn="1"/>
          </p:nvPicPr>
          <p:blipFill rotWithShape="1">
            <a:blip r:embed="rId4" cstate="screen">
              <a:extLst>
                <a:ext uri="{28A0092B-C50C-407E-A947-70E740481C1C}">
                  <a14:useLocalDpi xmlns:a14="http://schemas.microsoft.com/office/drawing/2010/main" val="0"/>
                </a:ext>
              </a:extLst>
            </a:blip>
            <a:srcRect t="18615" b="19339"/>
            <a:stretch/>
          </p:blipFill>
          <p:spPr>
            <a:xfrm>
              <a:off x="512294" y="6578937"/>
              <a:ext cx="356179" cy="220995"/>
            </a:xfrm>
            <a:prstGeom prst="rect">
              <a:avLst/>
            </a:prstGeom>
          </p:spPr>
        </p:pic>
      </p:grpSp>
      <p:sp>
        <p:nvSpPr>
          <p:cNvPr id="17" name="Content Placeholder 2">
            <a:extLst>
              <a:ext uri="{FF2B5EF4-FFF2-40B4-BE49-F238E27FC236}">
                <a16:creationId xmlns:a16="http://schemas.microsoft.com/office/drawing/2014/main" id="{6E44B679-5C31-5D44-83CA-8C998805E91F}"/>
              </a:ext>
            </a:extLst>
          </p:cNvPr>
          <p:cNvSpPr>
            <a:spLocks noGrp="1"/>
          </p:cNvSpPr>
          <p:nvPr>
            <p:ph sz="half" idx="10"/>
          </p:nvPr>
        </p:nvSpPr>
        <p:spPr>
          <a:xfrm>
            <a:off x="5973532" y="1093190"/>
            <a:ext cx="5103315" cy="511684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9" name="Content Placeholder 2">
            <a:extLst>
              <a:ext uri="{FF2B5EF4-FFF2-40B4-BE49-F238E27FC236}">
                <a16:creationId xmlns:a16="http://schemas.microsoft.com/office/drawing/2014/main" id="{7ED0E79C-F69E-3E4F-A509-4E0B45A11291}"/>
              </a:ext>
            </a:extLst>
          </p:cNvPr>
          <p:cNvSpPr>
            <a:spLocks noGrp="1"/>
          </p:cNvSpPr>
          <p:nvPr>
            <p:ph sz="half" idx="12"/>
          </p:nvPr>
        </p:nvSpPr>
        <p:spPr>
          <a:xfrm>
            <a:off x="424880" y="1093191"/>
            <a:ext cx="5038443" cy="511684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8" name="TextBox 3">
            <a:extLst>
              <a:ext uri="{FF2B5EF4-FFF2-40B4-BE49-F238E27FC236}">
                <a16:creationId xmlns:a16="http://schemas.microsoft.com/office/drawing/2014/main" id="{E27951EB-ACF7-429F-9EAD-CF194AA4ADBF}"/>
              </a:ext>
            </a:extLst>
          </p:cNvPr>
          <p:cNvSpPr txBox="1"/>
          <p:nvPr userDrawn="1"/>
        </p:nvSpPr>
        <p:spPr>
          <a:xfrm>
            <a:off x="11660905" y="6535545"/>
            <a:ext cx="490391" cy="307777"/>
          </a:xfrm>
          <a:prstGeom prst="rect">
            <a:avLst/>
          </a:prstGeom>
          <a:noFill/>
        </p:spPr>
        <p:txBody>
          <a:bodyPr wrap="none" rtlCol="0">
            <a:spAutoFit/>
          </a:bodyPr>
          <a:lstStyle/>
          <a:p>
            <a:fld id="{A0D62B9C-1313-6240-B3A9-12C8D3C5854C}" type="slidenum">
              <a:rPr lang="en-US" sz="1400" smtClean="0"/>
              <a:t>‹Nº›</a:t>
            </a:fld>
            <a:endParaRPr lang="en-US" sz="1400"/>
          </a:p>
        </p:txBody>
      </p:sp>
      <p:sp>
        <p:nvSpPr>
          <p:cNvPr id="20" name="Rechthoek 9">
            <a:extLst>
              <a:ext uri="{FF2B5EF4-FFF2-40B4-BE49-F238E27FC236}">
                <a16:creationId xmlns:a16="http://schemas.microsoft.com/office/drawing/2014/main" id="{778D9F52-007D-4038-86CF-48A5BC1144CD}"/>
              </a:ext>
            </a:extLst>
          </p:cNvPr>
          <p:cNvSpPr/>
          <p:nvPr userDrawn="1"/>
        </p:nvSpPr>
        <p:spPr>
          <a:xfrm>
            <a:off x="0" y="1"/>
            <a:ext cx="12191999" cy="65913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sz="2400"/>
          </a:p>
        </p:txBody>
      </p:sp>
      <p:sp>
        <p:nvSpPr>
          <p:cNvPr id="21" name="Ovaal 20">
            <a:extLst>
              <a:ext uri="{FF2B5EF4-FFF2-40B4-BE49-F238E27FC236}">
                <a16:creationId xmlns:a16="http://schemas.microsoft.com/office/drawing/2014/main" id="{02EB3EEA-CC2D-429E-A0AA-31421082FDFA}"/>
              </a:ext>
            </a:extLst>
          </p:cNvPr>
          <p:cNvSpPr/>
          <p:nvPr userDrawn="1"/>
        </p:nvSpPr>
        <p:spPr>
          <a:xfrm>
            <a:off x="98369" y="76954"/>
            <a:ext cx="509144" cy="50672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itel 1">
            <a:extLst>
              <a:ext uri="{FF2B5EF4-FFF2-40B4-BE49-F238E27FC236}">
                <a16:creationId xmlns:a16="http://schemas.microsoft.com/office/drawing/2014/main" id="{3E16B8AC-2586-44A6-971E-5514201D5011}"/>
              </a:ext>
            </a:extLst>
          </p:cNvPr>
          <p:cNvSpPr>
            <a:spLocks noGrp="1"/>
          </p:cNvSpPr>
          <p:nvPr>
            <p:ph type="title"/>
          </p:nvPr>
        </p:nvSpPr>
        <p:spPr>
          <a:xfrm>
            <a:off x="783048" y="0"/>
            <a:ext cx="11408952" cy="659130"/>
          </a:xfrm>
          <a:prstGeom prst="rect">
            <a:avLst/>
          </a:prstGeom>
        </p:spPr>
        <p:txBody>
          <a:bodyPr anchor="ctr"/>
          <a:lstStyle>
            <a:lvl1pPr>
              <a:defRPr sz="3600" b="1" cap="small" baseline="0">
                <a:solidFill>
                  <a:schemeClr val="accent2"/>
                </a:solidFill>
                <a:latin typeface="Calibri" panose="020F0502020204030204" pitchFamily="34" charset="0"/>
                <a:cs typeface="Calibri" panose="020F0502020204030204" pitchFamily="34" charset="0"/>
              </a:defRPr>
            </a:lvl1pPr>
          </a:lstStyle>
          <a:p>
            <a:r>
              <a:rPr lang="en-US" noProof="0"/>
              <a:t>Click to edit Master title style</a:t>
            </a:r>
            <a:endParaRPr lang="en-GB" noProof="0"/>
          </a:p>
        </p:txBody>
      </p:sp>
      <p:pic>
        <p:nvPicPr>
          <p:cNvPr id="23" name="Graphic 22">
            <a:extLst>
              <a:ext uri="{FF2B5EF4-FFF2-40B4-BE49-F238E27FC236}">
                <a16:creationId xmlns:a16="http://schemas.microsoft.com/office/drawing/2014/main" id="{A5220020-D82C-49D6-A5E7-CD4E87C46AB8}"/>
              </a:ext>
            </a:extLst>
          </p:cNvPr>
          <p:cNvPicPr>
            <a:picLocks noChangeAspect="1"/>
          </p:cNvPicPr>
          <p:nvPr userDrawn="1"/>
        </p:nvPicPr>
        <p:blipFill rotWithShape="1">
          <a:blip cstate="screen">
            <a:extLst>
              <a:ext uri="{28A0092B-C50C-407E-A947-70E740481C1C}">
                <a14:useLocalDpi xmlns:a14="http://schemas.microsoft.com/office/drawing/2010/main" val="0"/>
              </a:ext>
              <a:ext uri="{96DAC541-7B7A-43D3-8B79-37D633B846F1}">
                <asvg:svgBlip xmlns:asvg="http://schemas.microsoft.com/office/drawing/2016/SVG/main" r:embed="rId5"/>
              </a:ext>
            </a:extLst>
          </a:blip>
          <a:srcRect l="-773" t="-304" r="191" b="-1528"/>
          <a:stretch/>
        </p:blipFill>
        <p:spPr>
          <a:xfrm>
            <a:off x="81986" y="76954"/>
            <a:ext cx="619076" cy="638157"/>
          </a:xfrm>
          <a:prstGeom prst="rect">
            <a:avLst/>
          </a:prstGeom>
        </p:spPr>
      </p:pic>
    </p:spTree>
    <p:extLst>
      <p:ext uri="{BB962C8B-B14F-4D97-AF65-F5344CB8AC3E}">
        <p14:creationId xmlns:p14="http://schemas.microsoft.com/office/powerpoint/2010/main" val="7596730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0" name="Content Placeholder 3">
            <a:extLst>
              <a:ext uri="{FF2B5EF4-FFF2-40B4-BE49-F238E27FC236}">
                <a16:creationId xmlns:a16="http://schemas.microsoft.com/office/drawing/2014/main" id="{2B769C98-1A5D-514D-8B36-4BC779325200}"/>
              </a:ext>
            </a:extLst>
          </p:cNvPr>
          <p:cNvSpPr>
            <a:spLocks noGrp="1"/>
          </p:cNvSpPr>
          <p:nvPr>
            <p:ph sz="half" idx="2"/>
          </p:nvPr>
        </p:nvSpPr>
        <p:spPr>
          <a:xfrm>
            <a:off x="424880" y="1564111"/>
            <a:ext cx="5039140" cy="475269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22" name="Content Placeholder 3">
            <a:extLst>
              <a:ext uri="{FF2B5EF4-FFF2-40B4-BE49-F238E27FC236}">
                <a16:creationId xmlns:a16="http://schemas.microsoft.com/office/drawing/2014/main" id="{D357D307-A080-DC49-B4D3-D2BE99B46252}"/>
              </a:ext>
            </a:extLst>
          </p:cNvPr>
          <p:cNvSpPr>
            <a:spLocks noGrp="1"/>
          </p:cNvSpPr>
          <p:nvPr>
            <p:ph sz="half" idx="11"/>
          </p:nvPr>
        </p:nvSpPr>
        <p:spPr>
          <a:xfrm>
            <a:off x="5944411" y="1564111"/>
            <a:ext cx="5039140" cy="475269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grpSp>
        <p:nvGrpSpPr>
          <p:cNvPr id="3" name="Groep 2">
            <a:extLst>
              <a:ext uri="{FF2B5EF4-FFF2-40B4-BE49-F238E27FC236}">
                <a16:creationId xmlns:a16="http://schemas.microsoft.com/office/drawing/2014/main" id="{DDE84CCC-EC47-47B4-B343-C0178342DADE}"/>
              </a:ext>
            </a:extLst>
          </p:cNvPr>
          <p:cNvGrpSpPr/>
          <p:nvPr userDrawn="1"/>
        </p:nvGrpSpPr>
        <p:grpSpPr>
          <a:xfrm>
            <a:off x="103340" y="6578937"/>
            <a:ext cx="1182425" cy="220995"/>
            <a:chOff x="103340" y="6578937"/>
            <a:chExt cx="1182425" cy="220995"/>
          </a:xfrm>
        </p:grpSpPr>
        <p:grpSp>
          <p:nvGrpSpPr>
            <p:cNvPr id="12" name="Groep 11">
              <a:extLst>
                <a:ext uri="{FF2B5EF4-FFF2-40B4-BE49-F238E27FC236}">
                  <a16:creationId xmlns:a16="http://schemas.microsoft.com/office/drawing/2014/main" id="{A99A2495-8F68-4AB9-B9E9-37261505F1BF}"/>
                </a:ext>
              </a:extLst>
            </p:cNvPr>
            <p:cNvGrpSpPr/>
            <p:nvPr userDrawn="1"/>
          </p:nvGrpSpPr>
          <p:grpSpPr>
            <a:xfrm>
              <a:off x="103340" y="6597826"/>
              <a:ext cx="1182425" cy="183220"/>
              <a:chOff x="8426207" y="1337023"/>
              <a:chExt cx="2323293" cy="360000"/>
            </a:xfrm>
          </p:grpSpPr>
          <p:pic>
            <p:nvPicPr>
              <p:cNvPr id="13" name="Afbeelding 12">
                <a:extLst>
                  <a:ext uri="{FF2B5EF4-FFF2-40B4-BE49-F238E27FC236}">
                    <a16:creationId xmlns:a16="http://schemas.microsoft.com/office/drawing/2014/main" id="{F7512792-8657-4D9D-88DF-C8CF862CD82D}"/>
                  </a:ext>
                </a:extLst>
              </p:cNvPr>
              <p:cNvPicPr>
                <a:picLocks noChangeAspect="1"/>
              </p:cNvPicPr>
              <p:nvPr/>
            </p:nvPicPr>
            <p:blipFill rotWithShape="1">
              <a:blip r:embed="rId2" cstate="screen">
                <a:extLst>
                  <a:ext uri="{28A0092B-C50C-407E-A947-70E740481C1C}">
                    <a14:useLocalDpi xmlns:a14="http://schemas.microsoft.com/office/drawing/2010/main" val="0"/>
                  </a:ext>
                </a:extLst>
              </a:blip>
              <a:srcRect/>
              <a:stretch/>
            </p:blipFill>
            <p:spPr>
              <a:xfrm>
                <a:off x="8426207" y="1337023"/>
                <a:ext cx="601328" cy="360000"/>
              </a:xfrm>
              <a:prstGeom prst="rect">
                <a:avLst/>
              </a:prstGeom>
            </p:spPr>
          </p:pic>
          <p:pic>
            <p:nvPicPr>
              <p:cNvPr id="15" name="Afbeelding 14">
                <a:extLst>
                  <a:ext uri="{FF2B5EF4-FFF2-40B4-BE49-F238E27FC236}">
                    <a16:creationId xmlns:a16="http://schemas.microsoft.com/office/drawing/2014/main" id="{BEC5797E-6C70-414D-91BE-B0EDF4E56017}"/>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10138362" y="1337023"/>
                <a:ext cx="611138" cy="360000"/>
              </a:xfrm>
              <a:prstGeom prst="rect">
                <a:avLst/>
              </a:prstGeom>
            </p:spPr>
          </p:pic>
        </p:grpSp>
        <p:pic>
          <p:nvPicPr>
            <p:cNvPr id="16" name="Afbeelding 15">
              <a:extLst>
                <a:ext uri="{FF2B5EF4-FFF2-40B4-BE49-F238E27FC236}">
                  <a16:creationId xmlns:a16="http://schemas.microsoft.com/office/drawing/2014/main" id="{39C84B01-8F88-4B7A-8F58-5B62FDB1A701}"/>
                </a:ext>
              </a:extLst>
            </p:cNvPr>
            <p:cNvPicPr>
              <a:picLocks noChangeAspect="1"/>
            </p:cNvPicPr>
            <p:nvPr userDrawn="1"/>
          </p:nvPicPr>
          <p:blipFill rotWithShape="1">
            <a:blip r:embed="rId4" cstate="screen">
              <a:extLst>
                <a:ext uri="{28A0092B-C50C-407E-A947-70E740481C1C}">
                  <a14:useLocalDpi xmlns:a14="http://schemas.microsoft.com/office/drawing/2010/main" val="0"/>
                </a:ext>
              </a:extLst>
            </a:blip>
            <a:srcRect t="18615" b="19339"/>
            <a:stretch/>
          </p:blipFill>
          <p:spPr>
            <a:xfrm>
              <a:off x="512294" y="6578937"/>
              <a:ext cx="356179" cy="220995"/>
            </a:xfrm>
            <a:prstGeom prst="rect">
              <a:avLst/>
            </a:prstGeom>
          </p:spPr>
        </p:pic>
      </p:grpSp>
      <p:sp>
        <p:nvSpPr>
          <p:cNvPr id="18" name="Text Placeholder 2">
            <a:extLst>
              <a:ext uri="{FF2B5EF4-FFF2-40B4-BE49-F238E27FC236}">
                <a16:creationId xmlns:a16="http://schemas.microsoft.com/office/drawing/2014/main" id="{9B2D53F1-8BB0-F94B-B40B-1B1A209C289F}"/>
              </a:ext>
            </a:extLst>
          </p:cNvPr>
          <p:cNvSpPr>
            <a:spLocks noGrp="1"/>
          </p:cNvSpPr>
          <p:nvPr>
            <p:ph type="body" idx="1"/>
          </p:nvPr>
        </p:nvSpPr>
        <p:spPr>
          <a:xfrm>
            <a:off x="424880" y="924349"/>
            <a:ext cx="5039140" cy="668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1" name="Text Placeholder 2">
            <a:extLst>
              <a:ext uri="{FF2B5EF4-FFF2-40B4-BE49-F238E27FC236}">
                <a16:creationId xmlns:a16="http://schemas.microsoft.com/office/drawing/2014/main" id="{207E9D5E-9A14-204F-BF5B-1FE1FE6E4291}"/>
              </a:ext>
            </a:extLst>
          </p:cNvPr>
          <p:cNvSpPr>
            <a:spLocks noGrp="1"/>
          </p:cNvSpPr>
          <p:nvPr>
            <p:ph type="body" idx="13"/>
          </p:nvPr>
        </p:nvSpPr>
        <p:spPr>
          <a:xfrm>
            <a:off x="5944411" y="924349"/>
            <a:ext cx="5039140" cy="668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17" name="TextBox 3">
            <a:extLst>
              <a:ext uri="{FF2B5EF4-FFF2-40B4-BE49-F238E27FC236}">
                <a16:creationId xmlns:a16="http://schemas.microsoft.com/office/drawing/2014/main" id="{9B398202-6EBD-48C9-B7CD-C9E17453DA36}"/>
              </a:ext>
            </a:extLst>
          </p:cNvPr>
          <p:cNvSpPr txBox="1"/>
          <p:nvPr userDrawn="1"/>
        </p:nvSpPr>
        <p:spPr>
          <a:xfrm>
            <a:off x="11660905" y="6535545"/>
            <a:ext cx="490391" cy="307777"/>
          </a:xfrm>
          <a:prstGeom prst="rect">
            <a:avLst/>
          </a:prstGeom>
          <a:noFill/>
        </p:spPr>
        <p:txBody>
          <a:bodyPr wrap="none" rtlCol="0">
            <a:spAutoFit/>
          </a:bodyPr>
          <a:lstStyle/>
          <a:p>
            <a:fld id="{A0D62B9C-1313-6240-B3A9-12C8D3C5854C}" type="slidenum">
              <a:rPr lang="en-US" sz="1400" smtClean="0"/>
              <a:t>‹Nº›</a:t>
            </a:fld>
            <a:endParaRPr lang="en-US" sz="1400"/>
          </a:p>
        </p:txBody>
      </p:sp>
      <p:sp>
        <p:nvSpPr>
          <p:cNvPr id="19" name="Rechthoek 9">
            <a:extLst>
              <a:ext uri="{FF2B5EF4-FFF2-40B4-BE49-F238E27FC236}">
                <a16:creationId xmlns:a16="http://schemas.microsoft.com/office/drawing/2014/main" id="{F59C42DF-0A99-4DD4-8374-27E84E7B3B2C}"/>
              </a:ext>
            </a:extLst>
          </p:cNvPr>
          <p:cNvSpPr/>
          <p:nvPr userDrawn="1"/>
        </p:nvSpPr>
        <p:spPr>
          <a:xfrm>
            <a:off x="0" y="1"/>
            <a:ext cx="12191999" cy="65913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sz="2400"/>
          </a:p>
        </p:txBody>
      </p:sp>
      <p:sp>
        <p:nvSpPr>
          <p:cNvPr id="23" name="Ovaal 22">
            <a:extLst>
              <a:ext uri="{FF2B5EF4-FFF2-40B4-BE49-F238E27FC236}">
                <a16:creationId xmlns:a16="http://schemas.microsoft.com/office/drawing/2014/main" id="{AD67BD65-C246-4DF8-8665-EC293E822BE4}"/>
              </a:ext>
            </a:extLst>
          </p:cNvPr>
          <p:cNvSpPr/>
          <p:nvPr userDrawn="1"/>
        </p:nvSpPr>
        <p:spPr>
          <a:xfrm>
            <a:off x="98369" y="76954"/>
            <a:ext cx="509144" cy="50672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itel 1">
            <a:extLst>
              <a:ext uri="{FF2B5EF4-FFF2-40B4-BE49-F238E27FC236}">
                <a16:creationId xmlns:a16="http://schemas.microsoft.com/office/drawing/2014/main" id="{32BC77FC-20E4-4E37-8BB4-445DE2BC057F}"/>
              </a:ext>
            </a:extLst>
          </p:cNvPr>
          <p:cNvSpPr>
            <a:spLocks noGrp="1"/>
          </p:cNvSpPr>
          <p:nvPr>
            <p:ph type="title"/>
          </p:nvPr>
        </p:nvSpPr>
        <p:spPr>
          <a:xfrm>
            <a:off x="783048" y="0"/>
            <a:ext cx="11408952" cy="659130"/>
          </a:xfrm>
          <a:prstGeom prst="rect">
            <a:avLst/>
          </a:prstGeom>
        </p:spPr>
        <p:txBody>
          <a:bodyPr anchor="ctr"/>
          <a:lstStyle>
            <a:lvl1pPr>
              <a:defRPr sz="3600" b="1" cap="small" baseline="0">
                <a:solidFill>
                  <a:schemeClr val="accent2"/>
                </a:solidFill>
                <a:latin typeface="Calibri" panose="020F0502020204030204" pitchFamily="34" charset="0"/>
                <a:cs typeface="Calibri" panose="020F0502020204030204" pitchFamily="34" charset="0"/>
              </a:defRPr>
            </a:lvl1pPr>
          </a:lstStyle>
          <a:p>
            <a:r>
              <a:rPr lang="en-US" noProof="0"/>
              <a:t>Click to edit Master title style</a:t>
            </a:r>
            <a:endParaRPr lang="en-GB" noProof="0"/>
          </a:p>
        </p:txBody>
      </p:sp>
      <p:pic>
        <p:nvPicPr>
          <p:cNvPr id="25" name="Graphic 24">
            <a:extLst>
              <a:ext uri="{FF2B5EF4-FFF2-40B4-BE49-F238E27FC236}">
                <a16:creationId xmlns:a16="http://schemas.microsoft.com/office/drawing/2014/main" id="{128C8CBF-BB81-4D13-974E-7740DED0C2BA}"/>
              </a:ext>
            </a:extLst>
          </p:cNvPr>
          <p:cNvPicPr>
            <a:picLocks noChangeAspect="1"/>
          </p:cNvPicPr>
          <p:nvPr userDrawn="1"/>
        </p:nvPicPr>
        <p:blipFill rotWithShape="1">
          <a:blip cstate="screen">
            <a:extLst>
              <a:ext uri="{28A0092B-C50C-407E-A947-70E740481C1C}">
                <a14:useLocalDpi xmlns:a14="http://schemas.microsoft.com/office/drawing/2010/main" val="0"/>
              </a:ext>
              <a:ext uri="{96DAC541-7B7A-43D3-8B79-37D633B846F1}">
                <asvg:svgBlip xmlns:asvg="http://schemas.microsoft.com/office/drawing/2016/SVG/main" r:embed="rId5"/>
              </a:ext>
            </a:extLst>
          </a:blip>
          <a:srcRect l="-773" t="-304" r="191" b="-1528"/>
          <a:stretch/>
        </p:blipFill>
        <p:spPr>
          <a:xfrm>
            <a:off x="81986" y="76954"/>
            <a:ext cx="619076" cy="638157"/>
          </a:xfrm>
          <a:prstGeom prst="rect">
            <a:avLst/>
          </a:prstGeom>
        </p:spPr>
      </p:pic>
    </p:spTree>
    <p:extLst>
      <p:ext uri="{BB962C8B-B14F-4D97-AF65-F5344CB8AC3E}">
        <p14:creationId xmlns:p14="http://schemas.microsoft.com/office/powerpoint/2010/main" val="9116812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cknowledgements">
    <p:spTree>
      <p:nvGrpSpPr>
        <p:cNvPr id="1" name=""/>
        <p:cNvGrpSpPr/>
        <p:nvPr/>
      </p:nvGrpSpPr>
      <p:grpSpPr>
        <a:xfrm>
          <a:off x="0" y="0"/>
          <a:ext cx="0" cy="0"/>
          <a:chOff x="0" y="0"/>
          <a:chExt cx="0" cy="0"/>
        </a:xfrm>
      </p:grpSpPr>
      <p:cxnSp>
        <p:nvCxnSpPr>
          <p:cNvPr id="11" name="Rechte verbindingslijn 17">
            <a:extLst>
              <a:ext uri="{FF2B5EF4-FFF2-40B4-BE49-F238E27FC236}">
                <a16:creationId xmlns:a16="http://schemas.microsoft.com/office/drawing/2014/main" id="{CA79620A-AE98-3D46-B71E-AAEF720D0DFD}"/>
              </a:ext>
            </a:extLst>
          </p:cNvPr>
          <p:cNvCxnSpPr>
            <a:cxnSpLocks/>
          </p:cNvCxnSpPr>
          <p:nvPr userDrawn="1"/>
        </p:nvCxnSpPr>
        <p:spPr>
          <a:xfrm>
            <a:off x="7970072" y="802709"/>
            <a:ext cx="0" cy="5924016"/>
          </a:xfrm>
          <a:prstGeom prst="line">
            <a:avLst/>
          </a:prstGeom>
          <a:ln w="9525">
            <a:solidFill>
              <a:schemeClr val="tx2">
                <a:lumMod val="40000"/>
                <a:lumOff val="60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18" name="Afbeelding 20">
            <a:extLst>
              <a:ext uri="{FF2B5EF4-FFF2-40B4-BE49-F238E27FC236}">
                <a16:creationId xmlns:a16="http://schemas.microsoft.com/office/drawing/2014/main" id="{B3390693-4EF0-0244-ACDF-8904C2BF0AF3}"/>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8184953" y="4307567"/>
            <a:ext cx="1275619" cy="394282"/>
          </a:xfrm>
          <a:prstGeom prst="rect">
            <a:avLst/>
          </a:prstGeom>
        </p:spPr>
      </p:pic>
      <p:pic>
        <p:nvPicPr>
          <p:cNvPr id="19" name="Afbeelding 21">
            <a:extLst>
              <a:ext uri="{FF2B5EF4-FFF2-40B4-BE49-F238E27FC236}">
                <a16:creationId xmlns:a16="http://schemas.microsoft.com/office/drawing/2014/main" id="{E444DB78-2325-CF48-B6D0-7EB8D4D8E0F4}"/>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9712362" y="4252741"/>
            <a:ext cx="705508" cy="503934"/>
          </a:xfrm>
          <a:prstGeom prst="rect">
            <a:avLst/>
          </a:prstGeom>
        </p:spPr>
      </p:pic>
      <p:cxnSp>
        <p:nvCxnSpPr>
          <p:cNvPr id="20" name="Rechte verbindingslijn 23">
            <a:extLst>
              <a:ext uri="{FF2B5EF4-FFF2-40B4-BE49-F238E27FC236}">
                <a16:creationId xmlns:a16="http://schemas.microsoft.com/office/drawing/2014/main" id="{4C958518-3E7F-2F48-9651-20973FCF3122}"/>
              </a:ext>
            </a:extLst>
          </p:cNvPr>
          <p:cNvCxnSpPr>
            <a:cxnSpLocks/>
          </p:cNvCxnSpPr>
          <p:nvPr userDrawn="1"/>
        </p:nvCxnSpPr>
        <p:spPr>
          <a:xfrm flipH="1">
            <a:off x="8161978" y="3969061"/>
            <a:ext cx="3838116" cy="0"/>
          </a:xfrm>
          <a:prstGeom prst="line">
            <a:avLst/>
          </a:prstGeom>
          <a:ln w="9525">
            <a:solidFill>
              <a:schemeClr val="tx2">
                <a:lumMod val="40000"/>
                <a:lumOff val="6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Rechte verbindingslijn 24">
            <a:extLst>
              <a:ext uri="{FF2B5EF4-FFF2-40B4-BE49-F238E27FC236}">
                <a16:creationId xmlns:a16="http://schemas.microsoft.com/office/drawing/2014/main" id="{FAEF0898-0A24-DE4E-84B5-F7F47859289A}"/>
              </a:ext>
            </a:extLst>
          </p:cNvPr>
          <p:cNvCxnSpPr>
            <a:cxnSpLocks/>
          </p:cNvCxnSpPr>
          <p:nvPr userDrawn="1"/>
        </p:nvCxnSpPr>
        <p:spPr>
          <a:xfrm flipH="1">
            <a:off x="8161978" y="5063021"/>
            <a:ext cx="3838116" cy="0"/>
          </a:xfrm>
          <a:prstGeom prst="line">
            <a:avLst/>
          </a:prstGeom>
          <a:ln w="9525">
            <a:solidFill>
              <a:schemeClr val="tx2">
                <a:lumMod val="40000"/>
                <a:lumOff val="6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2" name="Tijdelijke aanduiding voor tekst 2">
            <a:extLst>
              <a:ext uri="{FF2B5EF4-FFF2-40B4-BE49-F238E27FC236}">
                <a16:creationId xmlns:a16="http://schemas.microsoft.com/office/drawing/2014/main" id="{6A9798BD-3E4B-344A-9355-E1A728F4CD75}"/>
              </a:ext>
            </a:extLst>
          </p:cNvPr>
          <p:cNvSpPr txBox="1">
            <a:spLocks/>
          </p:cNvSpPr>
          <p:nvPr userDrawn="1"/>
        </p:nvSpPr>
        <p:spPr>
          <a:xfrm>
            <a:off x="8134816" y="5138722"/>
            <a:ext cx="3906291" cy="963940"/>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nl-NL" sz="2400" kern="1200" dirty="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nl-NL" sz="2000" kern="1200" dirty="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nl-NL" sz="1800" kern="1200" dirty="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nl-NL" sz="1600" kern="1200" dirty="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nl-BE" sz="1600" kern="1200" dirty="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sz="1100" noProof="0"/>
              <a:t>This project has received funding from the Innovative Medicines Initiative 2 Joint Undertaking (JU) under grant agreement No 806968. The JU receives support from the European Union’s Horizon 2020 research and innovation programme and EFPIA. </a:t>
            </a:r>
          </a:p>
        </p:txBody>
      </p:sp>
      <p:pic>
        <p:nvPicPr>
          <p:cNvPr id="23" name="Afbeelding 28">
            <a:extLst>
              <a:ext uri="{FF2B5EF4-FFF2-40B4-BE49-F238E27FC236}">
                <a16:creationId xmlns:a16="http://schemas.microsoft.com/office/drawing/2014/main" id="{3A35C8B1-38F6-1248-A373-1B1CF16BB470}"/>
              </a:ext>
            </a:extLst>
          </p:cNvPr>
          <p:cNvPicPr>
            <a:picLocks noChangeAspect="1"/>
          </p:cNvPicPr>
          <p:nvPr userDrawn="1"/>
        </p:nvPicPr>
        <p:blipFill rotWithShape="1">
          <a:blip r:embed="rId4" cstate="screen">
            <a:extLst>
              <a:ext uri="{28A0092B-C50C-407E-A947-70E740481C1C}">
                <a14:useLocalDpi xmlns:a14="http://schemas.microsoft.com/office/drawing/2010/main" val="0"/>
              </a:ext>
            </a:extLst>
          </a:blip>
          <a:srcRect t="18615" b="19339"/>
          <a:stretch/>
        </p:blipFill>
        <p:spPr>
          <a:xfrm>
            <a:off x="10669660" y="4275408"/>
            <a:ext cx="725091" cy="449889"/>
          </a:xfrm>
          <a:prstGeom prst="rect">
            <a:avLst/>
          </a:prstGeom>
        </p:spPr>
      </p:pic>
      <p:pic>
        <p:nvPicPr>
          <p:cNvPr id="24" name="Afbeelding 29">
            <a:extLst>
              <a:ext uri="{FF2B5EF4-FFF2-40B4-BE49-F238E27FC236}">
                <a16:creationId xmlns:a16="http://schemas.microsoft.com/office/drawing/2014/main" id="{53F1D838-76EE-6347-B1B5-95F70CEE3277}"/>
              </a:ext>
            </a:extLst>
          </p:cNvPr>
          <p:cNvPicPr>
            <a:picLocks noChangeAspect="1"/>
          </p:cNvPicPr>
          <p:nvPr userDrawn="1"/>
        </p:nvPicPr>
        <p:blipFill>
          <a:blip r:embed="rId5" cstate="screen">
            <a:extLst>
              <a:ext uri="{28A0092B-C50C-407E-A947-70E740481C1C}">
                <a14:useLocalDpi xmlns:a14="http://schemas.microsoft.com/office/drawing/2010/main" val="0"/>
              </a:ext>
            </a:extLst>
          </a:blip>
          <a:stretch>
            <a:fillRect/>
          </a:stretch>
        </p:blipFill>
        <p:spPr>
          <a:xfrm>
            <a:off x="8389310" y="1983076"/>
            <a:ext cx="540000" cy="540000"/>
          </a:xfrm>
          <a:prstGeom prst="rect">
            <a:avLst/>
          </a:prstGeom>
        </p:spPr>
      </p:pic>
      <p:sp>
        <p:nvSpPr>
          <p:cNvPr id="25" name="Tijdelijke aanduiding voor tekst 2">
            <a:extLst>
              <a:ext uri="{FF2B5EF4-FFF2-40B4-BE49-F238E27FC236}">
                <a16:creationId xmlns:a16="http://schemas.microsoft.com/office/drawing/2014/main" id="{4276C92D-A390-0446-AA90-D417D5177FB2}"/>
              </a:ext>
            </a:extLst>
          </p:cNvPr>
          <p:cNvSpPr txBox="1">
            <a:spLocks/>
          </p:cNvSpPr>
          <p:nvPr userDrawn="1"/>
        </p:nvSpPr>
        <p:spPr>
          <a:xfrm>
            <a:off x="9131642" y="1988039"/>
            <a:ext cx="2174341" cy="541374"/>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nl-NL" sz="2400" kern="1200" dirty="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nl-NL" sz="2000" kern="1200" dirty="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nl-NL" sz="1800" kern="1200" dirty="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nl-NL" sz="1600" kern="1200" dirty="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nl-BE" sz="1600" kern="1200" dirty="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noProof="0"/>
              <a:t>@IMI_EHDEN</a:t>
            </a:r>
          </a:p>
        </p:txBody>
      </p:sp>
      <p:pic>
        <p:nvPicPr>
          <p:cNvPr id="26" name="Afbeelding 31">
            <a:extLst>
              <a:ext uri="{FF2B5EF4-FFF2-40B4-BE49-F238E27FC236}">
                <a16:creationId xmlns:a16="http://schemas.microsoft.com/office/drawing/2014/main" id="{05349216-B594-F748-9EA6-71E1025A78F4}"/>
              </a:ext>
            </a:extLst>
          </p:cNvPr>
          <p:cNvPicPr>
            <a:picLocks noChangeAspect="1"/>
          </p:cNvPicPr>
          <p:nvPr userDrawn="1"/>
        </p:nvPicPr>
        <p:blipFill>
          <a:blip r:embed="rId6" cstate="screen">
            <a:extLst>
              <a:ext uri="{28A0092B-C50C-407E-A947-70E740481C1C}">
                <a14:useLocalDpi xmlns:a14="http://schemas.microsoft.com/office/drawing/2010/main" val="0"/>
              </a:ext>
            </a:extLst>
          </a:blip>
          <a:stretch>
            <a:fillRect/>
          </a:stretch>
        </p:blipFill>
        <p:spPr>
          <a:xfrm>
            <a:off x="8389310" y="2583101"/>
            <a:ext cx="540000" cy="540000"/>
          </a:xfrm>
          <a:prstGeom prst="rect">
            <a:avLst/>
          </a:prstGeom>
        </p:spPr>
      </p:pic>
      <p:sp>
        <p:nvSpPr>
          <p:cNvPr id="27" name="Tijdelijke aanduiding voor tekst 2">
            <a:extLst>
              <a:ext uri="{FF2B5EF4-FFF2-40B4-BE49-F238E27FC236}">
                <a16:creationId xmlns:a16="http://schemas.microsoft.com/office/drawing/2014/main" id="{088BD8D4-0720-C549-8143-2D589210E315}"/>
              </a:ext>
            </a:extLst>
          </p:cNvPr>
          <p:cNvSpPr txBox="1">
            <a:spLocks/>
          </p:cNvSpPr>
          <p:nvPr userDrawn="1"/>
        </p:nvSpPr>
        <p:spPr>
          <a:xfrm>
            <a:off x="9131642" y="2582186"/>
            <a:ext cx="2174341" cy="541374"/>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nl-NL" sz="2400" kern="1200" dirty="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nl-NL" sz="2000" kern="1200" dirty="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nl-NL" sz="1800" kern="1200" dirty="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nl-NL" sz="1600" kern="1200" dirty="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nl-BE" sz="1600" kern="1200" dirty="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noProof="0"/>
              <a:t>IMI_EHDEN</a:t>
            </a:r>
          </a:p>
        </p:txBody>
      </p:sp>
      <p:sp>
        <p:nvSpPr>
          <p:cNvPr id="28" name="Tijdelijke aanduiding voor tekst 2">
            <a:extLst>
              <a:ext uri="{FF2B5EF4-FFF2-40B4-BE49-F238E27FC236}">
                <a16:creationId xmlns:a16="http://schemas.microsoft.com/office/drawing/2014/main" id="{791067B1-2101-3B4D-A626-C44696989C87}"/>
              </a:ext>
            </a:extLst>
          </p:cNvPr>
          <p:cNvSpPr txBox="1">
            <a:spLocks/>
          </p:cNvSpPr>
          <p:nvPr userDrawn="1"/>
        </p:nvSpPr>
        <p:spPr>
          <a:xfrm>
            <a:off x="9131642" y="1391159"/>
            <a:ext cx="2174341" cy="541374"/>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nl-NL" sz="2400" kern="1200" dirty="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nl-NL" sz="2000" kern="1200" dirty="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nl-NL" sz="1800" kern="1200" dirty="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nl-NL" sz="1600" kern="1200" dirty="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nl-BE" sz="1600" kern="1200" dirty="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noProof="0"/>
              <a:t>www.ehden.eu</a:t>
            </a:r>
          </a:p>
        </p:txBody>
      </p:sp>
      <p:pic>
        <p:nvPicPr>
          <p:cNvPr id="29" name="Afbeelding 34">
            <a:extLst>
              <a:ext uri="{FF2B5EF4-FFF2-40B4-BE49-F238E27FC236}">
                <a16:creationId xmlns:a16="http://schemas.microsoft.com/office/drawing/2014/main" id="{B2F99D0D-BAEA-6442-BFD0-DC950078D488}"/>
              </a:ext>
            </a:extLst>
          </p:cNvPr>
          <p:cNvPicPr>
            <a:picLocks noChangeAspect="1"/>
          </p:cNvPicPr>
          <p:nvPr userDrawn="1"/>
        </p:nvPicPr>
        <p:blipFill>
          <a:blip r:embed="rId7" cstate="screen">
            <a:extLst>
              <a:ext uri="{28A0092B-C50C-407E-A947-70E740481C1C}">
                <a14:useLocalDpi xmlns:a14="http://schemas.microsoft.com/office/drawing/2010/main" val="0"/>
              </a:ext>
            </a:extLst>
          </a:blip>
          <a:stretch>
            <a:fillRect/>
          </a:stretch>
        </p:blipFill>
        <p:spPr>
          <a:xfrm>
            <a:off x="8389310" y="1393254"/>
            <a:ext cx="540000" cy="540000"/>
          </a:xfrm>
          <a:prstGeom prst="rect">
            <a:avLst/>
          </a:prstGeom>
        </p:spPr>
      </p:pic>
      <p:sp>
        <p:nvSpPr>
          <p:cNvPr id="30" name="Tijdelijke aanduiding voor tekst 2">
            <a:extLst>
              <a:ext uri="{FF2B5EF4-FFF2-40B4-BE49-F238E27FC236}">
                <a16:creationId xmlns:a16="http://schemas.microsoft.com/office/drawing/2014/main" id="{6D887A2C-A111-5E43-AB40-469F95D9F5BA}"/>
              </a:ext>
            </a:extLst>
          </p:cNvPr>
          <p:cNvSpPr txBox="1">
            <a:spLocks/>
          </p:cNvSpPr>
          <p:nvPr userDrawn="1"/>
        </p:nvSpPr>
        <p:spPr>
          <a:xfrm>
            <a:off x="9131642" y="3175697"/>
            <a:ext cx="2630736" cy="541374"/>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nl-NL" sz="2400" kern="1200" dirty="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nl-NL" sz="2000" kern="1200" dirty="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nl-NL" sz="1800" kern="1200" dirty="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nl-NL" sz="1600" kern="1200" dirty="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nl-BE" sz="1600" kern="1200" dirty="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noProof="0"/>
              <a:t>github.com/EHDEN</a:t>
            </a:r>
          </a:p>
        </p:txBody>
      </p:sp>
      <p:pic>
        <p:nvPicPr>
          <p:cNvPr id="31" name="Afbeelding 36">
            <a:extLst>
              <a:ext uri="{FF2B5EF4-FFF2-40B4-BE49-F238E27FC236}">
                <a16:creationId xmlns:a16="http://schemas.microsoft.com/office/drawing/2014/main" id="{F5FAD01C-12ED-714E-A0C7-68BB7975A01D}"/>
              </a:ext>
            </a:extLst>
          </p:cNvPr>
          <p:cNvPicPr>
            <a:picLocks noChangeAspect="1"/>
          </p:cNvPicPr>
          <p:nvPr userDrawn="1"/>
        </p:nvPicPr>
        <p:blipFill>
          <a:blip r:embed="rId8" cstate="screen">
            <a:extLst>
              <a:ext uri="{28A0092B-C50C-407E-A947-70E740481C1C}">
                <a14:useLocalDpi xmlns:a14="http://schemas.microsoft.com/office/drawing/2010/main" val="0"/>
              </a:ext>
            </a:extLst>
          </a:blip>
          <a:stretch>
            <a:fillRect/>
          </a:stretch>
        </p:blipFill>
        <p:spPr>
          <a:xfrm>
            <a:off x="8389310" y="3179769"/>
            <a:ext cx="540000" cy="540000"/>
          </a:xfrm>
          <a:prstGeom prst="rect">
            <a:avLst/>
          </a:prstGeom>
        </p:spPr>
      </p:pic>
      <p:sp>
        <p:nvSpPr>
          <p:cNvPr id="32" name="Content Placeholder 2">
            <a:extLst>
              <a:ext uri="{FF2B5EF4-FFF2-40B4-BE49-F238E27FC236}">
                <a16:creationId xmlns:a16="http://schemas.microsoft.com/office/drawing/2014/main" id="{7201A97E-4FB9-BD4B-830A-BA4D563B645F}"/>
              </a:ext>
            </a:extLst>
          </p:cNvPr>
          <p:cNvSpPr>
            <a:spLocks noGrp="1"/>
          </p:cNvSpPr>
          <p:nvPr>
            <p:ph idx="10"/>
          </p:nvPr>
        </p:nvSpPr>
        <p:spPr>
          <a:xfrm>
            <a:off x="437998" y="1058592"/>
            <a:ext cx="7116034" cy="5217033"/>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33" name="TextBox 3">
            <a:extLst>
              <a:ext uri="{FF2B5EF4-FFF2-40B4-BE49-F238E27FC236}">
                <a16:creationId xmlns:a16="http://schemas.microsoft.com/office/drawing/2014/main" id="{CA41D05D-CD1C-497E-A422-08BE6F47341B}"/>
              </a:ext>
            </a:extLst>
          </p:cNvPr>
          <p:cNvSpPr txBox="1"/>
          <p:nvPr userDrawn="1"/>
        </p:nvSpPr>
        <p:spPr>
          <a:xfrm>
            <a:off x="11660905" y="6535545"/>
            <a:ext cx="490391" cy="307777"/>
          </a:xfrm>
          <a:prstGeom prst="rect">
            <a:avLst/>
          </a:prstGeom>
          <a:noFill/>
        </p:spPr>
        <p:txBody>
          <a:bodyPr wrap="none" rtlCol="0">
            <a:spAutoFit/>
          </a:bodyPr>
          <a:lstStyle/>
          <a:p>
            <a:fld id="{A0D62B9C-1313-6240-B3A9-12C8D3C5854C}" type="slidenum">
              <a:rPr lang="en-US" sz="1400" smtClean="0"/>
              <a:t>‹Nº›</a:t>
            </a:fld>
            <a:endParaRPr lang="en-US" sz="1400"/>
          </a:p>
        </p:txBody>
      </p:sp>
      <p:sp>
        <p:nvSpPr>
          <p:cNvPr id="34" name="Rechthoek 9">
            <a:extLst>
              <a:ext uri="{FF2B5EF4-FFF2-40B4-BE49-F238E27FC236}">
                <a16:creationId xmlns:a16="http://schemas.microsoft.com/office/drawing/2014/main" id="{2ACEB45D-7D46-4ED1-BE80-2D60EF937AE3}"/>
              </a:ext>
            </a:extLst>
          </p:cNvPr>
          <p:cNvSpPr/>
          <p:nvPr userDrawn="1"/>
        </p:nvSpPr>
        <p:spPr>
          <a:xfrm>
            <a:off x="0" y="1"/>
            <a:ext cx="12191999" cy="659130"/>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sz="2400"/>
          </a:p>
        </p:txBody>
      </p:sp>
      <p:sp>
        <p:nvSpPr>
          <p:cNvPr id="35" name="Ovaal 34">
            <a:extLst>
              <a:ext uri="{FF2B5EF4-FFF2-40B4-BE49-F238E27FC236}">
                <a16:creationId xmlns:a16="http://schemas.microsoft.com/office/drawing/2014/main" id="{5CF90DFD-B285-47A9-8BAA-DBA7FE43CBD7}"/>
              </a:ext>
            </a:extLst>
          </p:cNvPr>
          <p:cNvSpPr/>
          <p:nvPr userDrawn="1"/>
        </p:nvSpPr>
        <p:spPr>
          <a:xfrm>
            <a:off x="98369" y="76954"/>
            <a:ext cx="509144" cy="50672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Titel 1">
            <a:extLst>
              <a:ext uri="{FF2B5EF4-FFF2-40B4-BE49-F238E27FC236}">
                <a16:creationId xmlns:a16="http://schemas.microsoft.com/office/drawing/2014/main" id="{DCEC323E-7E28-4D2C-8D57-55609F2E1CBC}"/>
              </a:ext>
            </a:extLst>
          </p:cNvPr>
          <p:cNvSpPr>
            <a:spLocks noGrp="1"/>
          </p:cNvSpPr>
          <p:nvPr>
            <p:ph type="title"/>
          </p:nvPr>
        </p:nvSpPr>
        <p:spPr>
          <a:xfrm>
            <a:off x="783048" y="0"/>
            <a:ext cx="11408952" cy="659130"/>
          </a:xfrm>
          <a:prstGeom prst="rect">
            <a:avLst/>
          </a:prstGeom>
        </p:spPr>
        <p:txBody>
          <a:bodyPr anchor="ctr"/>
          <a:lstStyle>
            <a:lvl1pPr>
              <a:defRPr sz="3600" b="1" cap="small" baseline="0">
                <a:solidFill>
                  <a:schemeClr val="accent2"/>
                </a:solidFill>
                <a:latin typeface="Calibri" panose="020F0502020204030204" pitchFamily="34" charset="0"/>
                <a:cs typeface="Calibri" panose="020F0502020204030204" pitchFamily="34" charset="0"/>
              </a:defRPr>
            </a:lvl1pPr>
          </a:lstStyle>
          <a:p>
            <a:r>
              <a:rPr lang="en-US" noProof="0"/>
              <a:t>Click to edit Master title style</a:t>
            </a:r>
            <a:endParaRPr lang="en-GB" noProof="0"/>
          </a:p>
        </p:txBody>
      </p:sp>
      <p:pic>
        <p:nvPicPr>
          <p:cNvPr id="37" name="Graphic 36">
            <a:extLst>
              <a:ext uri="{FF2B5EF4-FFF2-40B4-BE49-F238E27FC236}">
                <a16:creationId xmlns:a16="http://schemas.microsoft.com/office/drawing/2014/main" id="{FF703BF6-08CF-4894-996E-1BFD789C1B62}"/>
              </a:ext>
            </a:extLst>
          </p:cNvPr>
          <p:cNvPicPr>
            <a:picLocks noChangeAspect="1"/>
          </p:cNvPicPr>
          <p:nvPr userDrawn="1"/>
        </p:nvPicPr>
        <p:blipFill rotWithShape="1">
          <a:blip cstate="screen">
            <a:extLst>
              <a:ext uri="{28A0092B-C50C-407E-A947-70E740481C1C}">
                <a14:useLocalDpi xmlns:a14="http://schemas.microsoft.com/office/drawing/2010/main" val="0"/>
              </a:ext>
              <a:ext uri="{96DAC541-7B7A-43D3-8B79-37D633B846F1}">
                <asvg:svgBlip xmlns:asvg="http://schemas.microsoft.com/office/drawing/2016/SVG/main" r:embed="rId9"/>
              </a:ext>
            </a:extLst>
          </a:blip>
          <a:srcRect l="-773" t="-304" r="191" b="-1528"/>
          <a:stretch/>
        </p:blipFill>
        <p:spPr>
          <a:xfrm>
            <a:off x="81986" y="76954"/>
            <a:ext cx="619076" cy="638157"/>
          </a:xfrm>
          <a:prstGeom prst="rect">
            <a:avLst/>
          </a:prstGeom>
        </p:spPr>
      </p:pic>
    </p:spTree>
    <p:extLst>
      <p:ext uri="{BB962C8B-B14F-4D97-AF65-F5344CB8AC3E}">
        <p14:creationId xmlns:p14="http://schemas.microsoft.com/office/powerpoint/2010/main" val="192932601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Content_v0">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1E5F33C6-ABBE-4553-8B31-7AB29F86BD94}"/>
              </a:ext>
            </a:extLst>
          </p:cNvPr>
          <p:cNvSpPr/>
          <p:nvPr userDrawn="1"/>
        </p:nvSpPr>
        <p:spPr>
          <a:xfrm>
            <a:off x="0" y="0"/>
            <a:ext cx="12192000" cy="632389"/>
          </a:xfrm>
          <a:prstGeom prst="rect">
            <a:avLst/>
          </a:prstGeom>
          <a:solidFill>
            <a:srgbClr val="383C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2400"/>
          </a:p>
        </p:txBody>
      </p:sp>
      <p:pic>
        <p:nvPicPr>
          <p:cNvPr id="7" name="Graphic 6">
            <a:extLst>
              <a:ext uri="{FF2B5EF4-FFF2-40B4-BE49-F238E27FC236}">
                <a16:creationId xmlns:a16="http://schemas.microsoft.com/office/drawing/2014/main" id="{DF93ABB5-02CD-45B8-89E2-A2025D5F9CE2}"/>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r="7859" b="12399"/>
          <a:stretch/>
        </p:blipFill>
        <p:spPr>
          <a:xfrm>
            <a:off x="11177143" y="5866647"/>
            <a:ext cx="1006474" cy="991354"/>
          </a:xfrm>
          <a:prstGeom prst="rect">
            <a:avLst/>
          </a:prstGeom>
        </p:spPr>
      </p:pic>
      <p:sp>
        <p:nvSpPr>
          <p:cNvPr id="8" name="Rechthoek 7">
            <a:extLst>
              <a:ext uri="{FF2B5EF4-FFF2-40B4-BE49-F238E27FC236}">
                <a16:creationId xmlns:a16="http://schemas.microsoft.com/office/drawing/2014/main" id="{B40700EE-D8A4-4085-9217-8DC0CE42E62D}"/>
              </a:ext>
            </a:extLst>
          </p:cNvPr>
          <p:cNvSpPr/>
          <p:nvPr userDrawn="1"/>
        </p:nvSpPr>
        <p:spPr>
          <a:xfrm>
            <a:off x="11177143" y="5866646"/>
            <a:ext cx="1006474" cy="991354"/>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grpSp>
        <p:nvGrpSpPr>
          <p:cNvPr id="12" name="Groep 11">
            <a:extLst>
              <a:ext uri="{FF2B5EF4-FFF2-40B4-BE49-F238E27FC236}">
                <a16:creationId xmlns:a16="http://schemas.microsoft.com/office/drawing/2014/main" id="{A99A2495-8F68-4AB9-B9E9-37261505F1BF}"/>
              </a:ext>
            </a:extLst>
          </p:cNvPr>
          <p:cNvGrpSpPr/>
          <p:nvPr userDrawn="1"/>
        </p:nvGrpSpPr>
        <p:grpSpPr>
          <a:xfrm>
            <a:off x="103340" y="6545611"/>
            <a:ext cx="1182425" cy="235435"/>
            <a:chOff x="8426207" y="1234430"/>
            <a:chExt cx="2323293" cy="462595"/>
          </a:xfrm>
        </p:grpSpPr>
        <p:pic>
          <p:nvPicPr>
            <p:cNvPr id="13" name="Afbeelding 12">
              <a:extLst>
                <a:ext uri="{FF2B5EF4-FFF2-40B4-BE49-F238E27FC236}">
                  <a16:creationId xmlns:a16="http://schemas.microsoft.com/office/drawing/2014/main" id="{F7512792-8657-4D9D-88DF-C8CF862CD82D}"/>
                </a:ext>
              </a:extLst>
            </p:cNvPr>
            <p:cNvPicPr>
              <a:picLocks noChangeAspect="1"/>
            </p:cNvPicPr>
            <p:nvPr/>
          </p:nvPicPr>
          <p:blipFill rotWithShape="1">
            <a:blip r:embed="rId3">
              <a:extLst>
                <a:ext uri="{28A0092B-C50C-407E-A947-70E740481C1C}">
                  <a14:useLocalDpi xmlns:a14="http://schemas.microsoft.com/office/drawing/2010/main" val="0"/>
                </a:ext>
              </a:extLst>
            </a:blip>
            <a:srcRect r="48371"/>
            <a:stretch/>
          </p:blipFill>
          <p:spPr>
            <a:xfrm>
              <a:off x="8426207" y="1337023"/>
              <a:ext cx="601328" cy="360000"/>
            </a:xfrm>
            <a:prstGeom prst="rect">
              <a:avLst/>
            </a:prstGeom>
          </p:spPr>
        </p:pic>
        <p:pic>
          <p:nvPicPr>
            <p:cNvPr id="14" name="Afbeelding 13">
              <a:extLst>
                <a:ext uri="{FF2B5EF4-FFF2-40B4-BE49-F238E27FC236}">
                  <a16:creationId xmlns:a16="http://schemas.microsoft.com/office/drawing/2014/main" id="{38CE231D-97B7-46D6-A9FF-EFCD0886F704}"/>
                </a:ext>
              </a:extLst>
            </p:cNvPr>
            <p:cNvPicPr>
              <a:picLocks noChangeAspect="1"/>
            </p:cNvPicPr>
            <p:nvPr/>
          </p:nvPicPr>
          <p:blipFill rotWithShape="1">
            <a:blip r:embed="rId4">
              <a:extLst>
                <a:ext uri="{28A0092B-C50C-407E-A947-70E740481C1C}">
                  <a14:useLocalDpi xmlns:a14="http://schemas.microsoft.com/office/drawing/2010/main" val="0"/>
                </a:ext>
              </a:extLst>
            </a:blip>
            <a:srcRect r="57054"/>
            <a:stretch/>
          </p:blipFill>
          <p:spPr>
            <a:xfrm>
              <a:off x="9131896" y="1234430"/>
              <a:ext cx="895535" cy="462595"/>
            </a:xfrm>
            <a:prstGeom prst="rect">
              <a:avLst/>
            </a:prstGeom>
          </p:spPr>
        </p:pic>
        <p:pic>
          <p:nvPicPr>
            <p:cNvPr id="15" name="Afbeelding 14">
              <a:extLst>
                <a:ext uri="{FF2B5EF4-FFF2-40B4-BE49-F238E27FC236}">
                  <a16:creationId xmlns:a16="http://schemas.microsoft.com/office/drawing/2014/main" id="{BEC5797E-6C70-414D-91BE-B0EDF4E560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38362" y="1337023"/>
              <a:ext cx="611138" cy="360000"/>
            </a:xfrm>
            <a:prstGeom prst="rect">
              <a:avLst/>
            </a:prstGeom>
          </p:spPr>
        </p:pic>
      </p:grpSp>
      <p:sp>
        <p:nvSpPr>
          <p:cNvPr id="2" name="Titel 1">
            <a:extLst>
              <a:ext uri="{FF2B5EF4-FFF2-40B4-BE49-F238E27FC236}">
                <a16:creationId xmlns:a16="http://schemas.microsoft.com/office/drawing/2014/main" id="{487BD0D8-3CA7-4C8D-8A26-1752BFB06BA9}"/>
              </a:ext>
            </a:extLst>
          </p:cNvPr>
          <p:cNvSpPr>
            <a:spLocks noGrp="1"/>
          </p:cNvSpPr>
          <p:nvPr>
            <p:ph type="title" hasCustomPrompt="1"/>
          </p:nvPr>
        </p:nvSpPr>
        <p:spPr>
          <a:xfrm>
            <a:off x="71870" y="42451"/>
            <a:ext cx="11901595" cy="466510"/>
          </a:xfrm>
          <a:prstGeom prst="rect">
            <a:avLst/>
          </a:prstGeom>
        </p:spPr>
        <p:txBody>
          <a:bodyPr/>
          <a:lstStyle>
            <a:lvl1pPr>
              <a:defRPr sz="3600" b="1" cap="small" baseline="0">
                <a:solidFill>
                  <a:srgbClr val="FFC000"/>
                </a:solidFill>
                <a:latin typeface="Calibri" panose="020F0502020204030204" pitchFamily="34" charset="0"/>
                <a:cs typeface="Calibri" panose="020F0502020204030204" pitchFamily="34" charset="0"/>
              </a:defRPr>
            </a:lvl1pPr>
          </a:lstStyle>
          <a:p>
            <a:r>
              <a:rPr lang="nl-NL" err="1"/>
              <a:t>Add</a:t>
            </a:r>
            <a:r>
              <a:rPr lang="nl-NL"/>
              <a:t> </a:t>
            </a:r>
            <a:r>
              <a:rPr lang="nl-NL" err="1"/>
              <a:t>your</a:t>
            </a:r>
            <a:r>
              <a:rPr lang="nl-NL"/>
              <a:t> </a:t>
            </a:r>
            <a:r>
              <a:rPr lang="nl-NL" err="1"/>
              <a:t>title</a:t>
            </a:r>
            <a:endParaRPr lang="nl-BE"/>
          </a:p>
        </p:txBody>
      </p:sp>
      <p:sp>
        <p:nvSpPr>
          <p:cNvPr id="4" name="Tijdelijke aanduiding voor tekst 3">
            <a:extLst>
              <a:ext uri="{FF2B5EF4-FFF2-40B4-BE49-F238E27FC236}">
                <a16:creationId xmlns:a16="http://schemas.microsoft.com/office/drawing/2014/main" id="{230A8BB4-B96E-4E7B-83D7-48C0CA6F10EA}"/>
              </a:ext>
            </a:extLst>
          </p:cNvPr>
          <p:cNvSpPr>
            <a:spLocks noGrp="1"/>
          </p:cNvSpPr>
          <p:nvPr>
            <p:ph type="body" sz="quarter" idx="13"/>
          </p:nvPr>
        </p:nvSpPr>
        <p:spPr>
          <a:xfrm>
            <a:off x="632233" y="1115410"/>
            <a:ext cx="10927533" cy="4997944"/>
          </a:xfrm>
          <a:prstGeom prst="rect">
            <a:avLst/>
          </a:prstGeom>
        </p:spPr>
        <p:txBody>
          <a:bodyPr vert="horz" lIns="91440" tIns="45720" rIns="91440" bIns="45720" rtlCol="0">
            <a:normAutofit/>
          </a:bodyPr>
          <a:lstStyle>
            <a:lvl1pPr>
              <a:defRPr lang="nl-NL" dirty="0">
                <a:latin typeface="Calibri" panose="020F0502020204030204" pitchFamily="34" charset="0"/>
                <a:cs typeface="Calibri" panose="020F0502020204030204" pitchFamily="34" charset="0"/>
              </a:defRPr>
            </a:lvl1pPr>
            <a:lvl2pPr>
              <a:defRPr lang="nl-NL" dirty="0">
                <a:latin typeface="Calibri" panose="020F0502020204030204" pitchFamily="34" charset="0"/>
                <a:cs typeface="Calibri" panose="020F0502020204030204" pitchFamily="34" charset="0"/>
              </a:defRPr>
            </a:lvl2pPr>
            <a:lvl3pPr>
              <a:defRPr lang="nl-NL" dirty="0">
                <a:latin typeface="Calibri" panose="020F0502020204030204" pitchFamily="34" charset="0"/>
                <a:cs typeface="Calibri" panose="020F0502020204030204" pitchFamily="34" charset="0"/>
              </a:defRPr>
            </a:lvl3pPr>
            <a:lvl4pPr>
              <a:defRPr lang="nl-NL" dirty="0">
                <a:latin typeface="Calibri" panose="020F0502020204030204" pitchFamily="34" charset="0"/>
                <a:cs typeface="Calibri" panose="020F0502020204030204" pitchFamily="34" charset="0"/>
              </a:defRPr>
            </a:lvl4pPr>
            <a:lvl5pPr>
              <a:defRPr lang="nl-BE" dirty="0">
                <a:latin typeface="Calibri" panose="020F0502020204030204" pitchFamily="34" charset="0"/>
                <a:cs typeface="Calibri" panose="020F0502020204030204" pitchFamily="34" charset="0"/>
              </a:defRPr>
            </a:lvl5pPr>
          </a:lstStyle>
          <a:p>
            <a:pPr marL="360000" lvl="0">
              <a:buClr>
                <a:srgbClr val="40387C"/>
              </a:buClr>
              <a:buSzPct val="80000"/>
              <a:buFont typeface="Century Gothic" panose="020B0502020202020204" pitchFamily="34" charset="0"/>
              <a:buChar char="■"/>
            </a:pPr>
            <a:r>
              <a:rPr lang="nl-NL"/>
              <a:t>Tekststijl van het model bewerken</a:t>
            </a:r>
          </a:p>
          <a:p>
            <a:pPr marL="720000" lvl="1">
              <a:buClr>
                <a:srgbClr val="EEA41F"/>
              </a:buClr>
              <a:buSzPct val="80000"/>
              <a:buFont typeface="Century Gothic" panose="020B0502020202020204" pitchFamily="34" charset="0"/>
              <a:buChar char="■"/>
            </a:pPr>
            <a:r>
              <a:rPr lang="nl-NL"/>
              <a:t>Tweede niveau</a:t>
            </a:r>
          </a:p>
          <a:p>
            <a:pPr marL="1080000" lvl="2">
              <a:buClr>
                <a:srgbClr val="92327C"/>
              </a:buClr>
              <a:buSzPct val="80000"/>
              <a:buFont typeface="Century Gothic" panose="020B0502020202020204" pitchFamily="34" charset="0"/>
              <a:buChar char="■"/>
            </a:pPr>
            <a:r>
              <a:rPr lang="nl-NL"/>
              <a:t>Derde niveau</a:t>
            </a:r>
          </a:p>
          <a:p>
            <a:pPr marL="1440000" lvl="3">
              <a:buClr>
                <a:srgbClr val="56B1CA"/>
              </a:buClr>
              <a:buSzPct val="80000"/>
              <a:buFont typeface="Century Gothic" panose="020B0502020202020204" pitchFamily="34" charset="0"/>
              <a:buChar char="■"/>
            </a:pPr>
            <a:r>
              <a:rPr lang="nl-NL"/>
              <a:t>Vierde niveau</a:t>
            </a:r>
          </a:p>
          <a:p>
            <a:pPr marL="1800000" lvl="4">
              <a:buClr>
                <a:srgbClr val="E91D25"/>
              </a:buClr>
              <a:buSzPct val="80000"/>
              <a:buFont typeface="Century Gothic" panose="020B0502020202020204" pitchFamily="34" charset="0"/>
              <a:buChar char="■"/>
            </a:pPr>
            <a:r>
              <a:rPr lang="nl-NL"/>
              <a:t>Vijfde niveau</a:t>
            </a:r>
            <a:endParaRPr lang="nl-BE"/>
          </a:p>
        </p:txBody>
      </p:sp>
    </p:spTree>
    <p:extLst>
      <p:ext uri="{BB962C8B-B14F-4D97-AF65-F5344CB8AC3E}">
        <p14:creationId xmlns:p14="http://schemas.microsoft.com/office/powerpoint/2010/main" val="19384718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sub, RIGHT 2/3">
    <p:bg>
      <p:bgPr>
        <a:solidFill>
          <a:schemeClr val="bg1"/>
        </a:solidFill>
        <a:effectLst/>
      </p:bgPr>
    </p:bg>
    <p:spTree>
      <p:nvGrpSpPr>
        <p:cNvPr id="1" name=""/>
        <p:cNvGrpSpPr/>
        <p:nvPr/>
      </p:nvGrpSpPr>
      <p:grpSpPr>
        <a:xfrm>
          <a:off x="0" y="0"/>
          <a:ext cx="0" cy="0"/>
          <a:chOff x="0" y="0"/>
          <a:chExt cx="0" cy="0"/>
        </a:xfrm>
      </p:grpSpPr>
      <p:sp>
        <p:nvSpPr>
          <p:cNvPr id="17" name="Content Placeholder 11"/>
          <p:cNvSpPr>
            <a:spLocks noGrp="1"/>
          </p:cNvSpPr>
          <p:nvPr>
            <p:ph sz="quarter" idx="26" hasCustomPrompt="1"/>
          </p:nvPr>
        </p:nvSpPr>
        <p:spPr>
          <a:xfrm>
            <a:off x="4338918" y="1684692"/>
            <a:ext cx="7247715" cy="4197897"/>
          </a:xfrm>
        </p:spPr>
        <p:txBody>
          <a:bodyPr/>
          <a:lstStyle>
            <a:lvl1pPr marL="234147" marR="0" indent="-234147" algn="l" defTabSz="761970" rtl="0" eaLnBrk="1" fontAlgn="base" latinLnBrk="0" hangingPunct="1">
              <a:lnSpc>
                <a:spcPct val="100000"/>
              </a:lnSpc>
              <a:spcBef>
                <a:spcPts val="1800"/>
              </a:spcBef>
              <a:spcAft>
                <a:spcPct val="0"/>
              </a:spcAft>
              <a:buClr>
                <a:srgbClr val="212121"/>
              </a:buClr>
              <a:buSzPct val="100000"/>
              <a:buFont typeface="Arial" pitchFamily="-65" charset="0"/>
              <a:buChar char="•"/>
              <a:tabLst/>
              <a:defRPr sz="2500">
                <a:solidFill>
                  <a:schemeClr val="tx1"/>
                </a:solidFill>
              </a:defRPr>
            </a:lvl1pPr>
            <a:lvl2pPr marL="534437" marR="0" indent="-234147" algn="l" defTabSz="761970" rtl="0" eaLnBrk="1" fontAlgn="base" latinLnBrk="0" hangingPunct="1">
              <a:lnSpc>
                <a:spcPct val="100000"/>
              </a:lnSpc>
              <a:spcBef>
                <a:spcPts val="0"/>
              </a:spcBef>
              <a:spcAft>
                <a:spcPct val="0"/>
              </a:spcAft>
              <a:buClr>
                <a:srgbClr val="212121"/>
              </a:buClr>
              <a:buSzPct val="100000"/>
              <a:buFont typeface="Arial" pitchFamily="-65" charset="0"/>
              <a:buChar char="–"/>
              <a:tabLst/>
              <a:defRPr>
                <a:solidFill>
                  <a:schemeClr val="tx1"/>
                </a:solidFill>
              </a:defRPr>
            </a:lvl2pPr>
            <a:lvl3pPr marL="731491" marR="0" indent="-201160" algn="l" defTabSz="761970" rtl="0" eaLnBrk="1" fontAlgn="base" latinLnBrk="0" hangingPunct="1">
              <a:lnSpc>
                <a:spcPct val="100000"/>
              </a:lnSpc>
              <a:spcBef>
                <a:spcPts val="0"/>
              </a:spcBef>
              <a:spcAft>
                <a:spcPct val="0"/>
              </a:spcAft>
              <a:buClr>
                <a:srgbClr val="212121"/>
              </a:buClr>
              <a:buSzPct val="100000"/>
              <a:buFont typeface="Arial" pitchFamily="-65" charset="0"/>
              <a:buChar char="•"/>
              <a:tabLst/>
              <a:defRPr>
                <a:solidFill>
                  <a:schemeClr val="tx1"/>
                </a:solidFill>
              </a:defRPr>
            </a:lvl3pPr>
            <a:lvl4pPr marL="1097236" marR="0" indent="-201160" algn="l" defTabSz="761970" rtl="0" eaLnBrk="1" fontAlgn="base" latinLnBrk="0" hangingPunct="1">
              <a:lnSpc>
                <a:spcPct val="100000"/>
              </a:lnSpc>
              <a:spcBef>
                <a:spcPts val="0"/>
              </a:spcBef>
              <a:spcAft>
                <a:spcPct val="0"/>
              </a:spcAft>
              <a:buClr>
                <a:srgbClr val="212121"/>
              </a:buClr>
              <a:buSzPct val="100000"/>
              <a:buFont typeface="Arial" pitchFamily="-65" charset="0"/>
              <a:buChar char="–"/>
              <a:tabLst/>
              <a:defRPr>
                <a:solidFill>
                  <a:schemeClr val="tx1"/>
                </a:solidFill>
              </a:defRPr>
            </a:lvl4pPr>
            <a:lvl5pPr marL="1487905" marR="0" indent="-191127" algn="l" defTabSz="761970" rtl="0" eaLnBrk="1" fontAlgn="base" latinLnBrk="0" hangingPunct="1">
              <a:lnSpc>
                <a:spcPct val="100000"/>
              </a:lnSpc>
              <a:spcBef>
                <a:spcPts val="0"/>
              </a:spcBef>
              <a:spcAft>
                <a:spcPct val="0"/>
              </a:spcAft>
              <a:buClr>
                <a:srgbClr val="212121"/>
              </a:buClr>
              <a:buSzPct val="100000"/>
              <a:buFont typeface="Arial" pitchFamily="-65" charset="0"/>
              <a:buChar char="»"/>
              <a:tabLst/>
              <a:defRPr>
                <a:solidFill>
                  <a:schemeClr val="tx1"/>
                </a:solidFill>
              </a:defRPr>
            </a:lvl5pPr>
          </a:lstStyle>
          <a:p>
            <a:pPr marL="234147" marR="0" lvl="0" indent="-234147" algn="l" defTabSz="761970" rtl="0" eaLnBrk="1" fontAlgn="base" latinLnBrk="0" hangingPunct="1">
              <a:lnSpc>
                <a:spcPct val="100000"/>
              </a:lnSpc>
              <a:spcBef>
                <a:spcPts val="1800"/>
              </a:spcBef>
              <a:spcAft>
                <a:spcPct val="0"/>
              </a:spcAft>
              <a:buClr>
                <a:srgbClr val="212121"/>
              </a:buClr>
              <a:buSzPct val="100000"/>
              <a:buFont typeface="Arial" pitchFamily="-65" charset="0"/>
              <a:buChar char="•"/>
              <a:tabLst/>
              <a:defRPr/>
            </a:pPr>
            <a:r>
              <a:rPr kumimoji="0" lang="en-US" sz="2333" b="0" i="0" u="none" strike="noStrike" kern="0" cap="none" spc="0" normalizeH="0" baseline="0" noProof="0">
                <a:ln>
                  <a:noFill/>
                </a:ln>
                <a:solidFill>
                  <a:srgbClr val="212121"/>
                </a:solidFill>
                <a:effectLst/>
                <a:uLnTx/>
                <a:uFillTx/>
                <a:latin typeface="Verdana" charset="0"/>
                <a:ea typeface="Verdana" charset="0"/>
                <a:cs typeface="Verdana" charset="0"/>
                <a:sym typeface="Arial" pitchFamily="-65" charset="0"/>
              </a:rPr>
              <a:t>Edit Master text styles</a:t>
            </a:r>
          </a:p>
          <a:p>
            <a:pPr marL="534437" marR="0" lvl="1" indent="-234147" algn="l" defTabSz="761970" rtl="0" eaLnBrk="1" fontAlgn="base" latinLnBrk="0" hangingPunct="1">
              <a:lnSpc>
                <a:spcPct val="100000"/>
              </a:lnSpc>
              <a:spcBef>
                <a:spcPts val="0"/>
              </a:spcBef>
              <a:spcAft>
                <a:spcPct val="0"/>
              </a:spcAft>
              <a:buClr>
                <a:srgbClr val="212121"/>
              </a:buClr>
              <a:buSzPct val="100000"/>
              <a:buFont typeface="Arial" pitchFamily="-65" charset="0"/>
              <a:buChar char="–"/>
              <a:tabLst/>
              <a:defRPr/>
            </a:pPr>
            <a:r>
              <a:rPr kumimoji="0" lang="en-US" sz="2000" b="0" i="0" u="none" strike="noStrike" kern="0" cap="none" spc="0" normalizeH="0" baseline="0" noProof="0">
                <a:ln>
                  <a:noFill/>
                </a:ln>
                <a:solidFill>
                  <a:srgbClr val="212121"/>
                </a:solidFill>
                <a:effectLst/>
                <a:uLnTx/>
                <a:uFillTx/>
                <a:latin typeface="Verdana" charset="0"/>
                <a:ea typeface="Verdana" charset="0"/>
                <a:cs typeface="Verdana" charset="0"/>
                <a:sym typeface="Arial" pitchFamily="-65" charset="0"/>
              </a:rPr>
              <a:t>Second level</a:t>
            </a:r>
          </a:p>
          <a:p>
            <a:pPr marL="731491" marR="0" lvl="2" indent="-201160" algn="l" defTabSz="761970" rtl="0" eaLnBrk="1" fontAlgn="base" latinLnBrk="0" hangingPunct="1">
              <a:lnSpc>
                <a:spcPct val="100000"/>
              </a:lnSpc>
              <a:spcBef>
                <a:spcPts val="0"/>
              </a:spcBef>
              <a:spcAft>
                <a:spcPct val="0"/>
              </a:spcAft>
              <a:buClr>
                <a:srgbClr val="212121"/>
              </a:buClr>
              <a:buSzPct val="100000"/>
              <a:buFont typeface="Arial" pitchFamily="-65" charset="0"/>
              <a:buChar char="•"/>
              <a:tabLst/>
              <a:defRPr/>
            </a:pPr>
            <a:r>
              <a:rPr kumimoji="0" lang="en-US" sz="1800" b="0" i="0" u="none" strike="noStrike" kern="0" cap="none" spc="0" normalizeH="0" baseline="0" noProof="0">
                <a:ln>
                  <a:noFill/>
                </a:ln>
                <a:solidFill>
                  <a:srgbClr val="212121"/>
                </a:solidFill>
                <a:effectLst/>
                <a:uLnTx/>
                <a:uFillTx/>
                <a:latin typeface="Verdana" charset="0"/>
                <a:ea typeface="Verdana" charset="0"/>
                <a:cs typeface="Verdana" charset="0"/>
                <a:sym typeface="Arial" pitchFamily="-65" charset="0"/>
              </a:rPr>
              <a:t>Third level</a:t>
            </a:r>
          </a:p>
          <a:p>
            <a:pPr marL="1097236" marR="0" lvl="3" indent="-201160" algn="l" defTabSz="761970" rtl="0" eaLnBrk="1" fontAlgn="base" latinLnBrk="0" hangingPunct="1">
              <a:lnSpc>
                <a:spcPct val="100000"/>
              </a:lnSpc>
              <a:spcBef>
                <a:spcPts val="0"/>
              </a:spcBef>
              <a:spcAft>
                <a:spcPct val="0"/>
              </a:spcAft>
              <a:buClr>
                <a:srgbClr val="212121"/>
              </a:buClr>
              <a:buSzPct val="100000"/>
              <a:buFont typeface="Arial" pitchFamily="-65" charset="0"/>
              <a:buChar char="–"/>
              <a:tabLst/>
              <a:defRPr/>
            </a:pPr>
            <a:r>
              <a:rPr kumimoji="0" lang="en-US" sz="1500" b="0" i="0" u="none" strike="noStrike" kern="0" cap="none" spc="0" normalizeH="0" baseline="0" noProof="0">
                <a:ln>
                  <a:noFill/>
                </a:ln>
                <a:solidFill>
                  <a:srgbClr val="212121"/>
                </a:solidFill>
                <a:effectLst/>
                <a:uLnTx/>
                <a:uFillTx/>
                <a:latin typeface="Verdana" charset="0"/>
                <a:ea typeface="Verdana" charset="0"/>
                <a:cs typeface="Verdana" charset="0"/>
                <a:sym typeface="Arial" pitchFamily="-65" charset="0"/>
              </a:rPr>
              <a:t>Fourth level</a:t>
            </a:r>
          </a:p>
          <a:p>
            <a:pPr marL="1487905" marR="0" lvl="4" indent="-191127" algn="l" defTabSz="761970" rtl="0" eaLnBrk="1" fontAlgn="base" latinLnBrk="0" hangingPunct="1">
              <a:lnSpc>
                <a:spcPct val="100000"/>
              </a:lnSpc>
              <a:spcBef>
                <a:spcPts val="0"/>
              </a:spcBef>
              <a:spcAft>
                <a:spcPct val="0"/>
              </a:spcAft>
              <a:buClr>
                <a:srgbClr val="212121"/>
              </a:buClr>
              <a:buSzPct val="100000"/>
              <a:buFont typeface="Arial" pitchFamily="-65" charset="0"/>
              <a:buChar char="»"/>
              <a:tabLst/>
              <a:defRPr/>
            </a:pPr>
            <a:r>
              <a:rPr kumimoji="0" lang="en-US" sz="1300" b="0" i="0" u="none" strike="noStrike" kern="0" cap="none" spc="0" normalizeH="0" baseline="0" noProof="0">
                <a:ln>
                  <a:noFill/>
                </a:ln>
                <a:solidFill>
                  <a:srgbClr val="212121"/>
                </a:solidFill>
                <a:effectLst/>
                <a:uLnTx/>
                <a:uFillTx/>
                <a:latin typeface="Verdana" charset="0"/>
                <a:ea typeface="Verdana" charset="0"/>
                <a:cs typeface="Verdana" charset="0"/>
                <a:sym typeface="Arial" pitchFamily="-65" charset="0"/>
              </a:rPr>
              <a:t>Fifth level</a:t>
            </a:r>
          </a:p>
        </p:txBody>
      </p:sp>
      <p:sp>
        <p:nvSpPr>
          <p:cNvPr id="18" name="Text Placeholder 7"/>
          <p:cNvSpPr>
            <a:spLocks noGrp="1"/>
          </p:cNvSpPr>
          <p:nvPr>
            <p:ph type="body" sz="quarter" idx="27" hasCustomPrompt="1"/>
          </p:nvPr>
        </p:nvSpPr>
        <p:spPr>
          <a:xfrm>
            <a:off x="601928" y="1712916"/>
            <a:ext cx="3512873" cy="4169673"/>
          </a:xfrm>
        </p:spPr>
        <p:txBody>
          <a:bodyPr/>
          <a:lstStyle>
            <a:lvl1pPr marL="234147" marR="0" indent="-234147" algn="l" defTabSz="761970" rtl="0" eaLnBrk="1" fontAlgn="base" latinLnBrk="0" hangingPunct="1">
              <a:lnSpc>
                <a:spcPct val="100000"/>
              </a:lnSpc>
              <a:spcBef>
                <a:spcPts val="1800"/>
              </a:spcBef>
              <a:spcAft>
                <a:spcPct val="0"/>
              </a:spcAft>
              <a:buClr>
                <a:srgbClr val="212121"/>
              </a:buClr>
              <a:buSzPct val="100000"/>
              <a:buFont typeface="Arial" pitchFamily="-65" charset="0"/>
              <a:buChar char="•"/>
              <a:tabLst/>
              <a:defRPr>
                <a:solidFill>
                  <a:schemeClr val="tx1"/>
                </a:solidFill>
              </a:defRPr>
            </a:lvl1pPr>
            <a:lvl2pPr marL="534437" marR="0" indent="-234147" algn="l" defTabSz="761970" rtl="0" eaLnBrk="1" fontAlgn="base" latinLnBrk="0" hangingPunct="1">
              <a:lnSpc>
                <a:spcPct val="100000"/>
              </a:lnSpc>
              <a:spcBef>
                <a:spcPts val="0"/>
              </a:spcBef>
              <a:spcAft>
                <a:spcPct val="0"/>
              </a:spcAft>
              <a:buClr>
                <a:srgbClr val="212121"/>
              </a:buClr>
              <a:buSzPct val="100000"/>
              <a:buFont typeface="Arial" pitchFamily="-65" charset="0"/>
              <a:buChar char="–"/>
              <a:tabLst/>
              <a:defRPr>
                <a:solidFill>
                  <a:schemeClr val="tx1"/>
                </a:solidFill>
              </a:defRPr>
            </a:lvl2pPr>
            <a:lvl3pPr marL="731491" marR="0" indent="-201160" algn="l" defTabSz="761970" rtl="0" eaLnBrk="1" fontAlgn="base" latinLnBrk="0" hangingPunct="1">
              <a:lnSpc>
                <a:spcPct val="100000"/>
              </a:lnSpc>
              <a:spcBef>
                <a:spcPts val="0"/>
              </a:spcBef>
              <a:spcAft>
                <a:spcPct val="0"/>
              </a:spcAft>
              <a:buClr>
                <a:srgbClr val="212121"/>
              </a:buClr>
              <a:buSzPct val="100000"/>
              <a:buFont typeface="Arial" pitchFamily="-65" charset="0"/>
              <a:buChar char="•"/>
              <a:tabLst/>
              <a:defRPr>
                <a:solidFill>
                  <a:schemeClr val="tx1"/>
                </a:solidFill>
              </a:defRPr>
            </a:lvl3pPr>
            <a:lvl4pPr marL="1097236" marR="0" indent="-201160" algn="l" defTabSz="761970" rtl="0" eaLnBrk="1" fontAlgn="base" latinLnBrk="0" hangingPunct="1">
              <a:lnSpc>
                <a:spcPct val="100000"/>
              </a:lnSpc>
              <a:spcBef>
                <a:spcPts val="0"/>
              </a:spcBef>
              <a:spcAft>
                <a:spcPct val="0"/>
              </a:spcAft>
              <a:buClr>
                <a:srgbClr val="212121"/>
              </a:buClr>
              <a:buSzPct val="100000"/>
              <a:buFont typeface="Arial" pitchFamily="-65" charset="0"/>
              <a:buChar char="–"/>
              <a:tabLst/>
              <a:defRPr>
                <a:solidFill>
                  <a:schemeClr val="tx1"/>
                </a:solidFill>
              </a:defRPr>
            </a:lvl4pPr>
            <a:lvl5pPr marL="1487905" marR="0" indent="-191127" algn="l" defTabSz="761970" rtl="0" eaLnBrk="1" fontAlgn="base" latinLnBrk="0" hangingPunct="1">
              <a:lnSpc>
                <a:spcPct val="100000"/>
              </a:lnSpc>
              <a:spcBef>
                <a:spcPts val="0"/>
              </a:spcBef>
              <a:spcAft>
                <a:spcPct val="0"/>
              </a:spcAft>
              <a:buClr>
                <a:srgbClr val="212121"/>
              </a:buClr>
              <a:buSzPct val="100000"/>
              <a:buFont typeface="Arial" pitchFamily="-65" charset="0"/>
              <a:buChar char="»"/>
              <a:tabLst/>
              <a:defRPr>
                <a:solidFill>
                  <a:schemeClr val="tx1"/>
                </a:solidFill>
              </a:defRPr>
            </a:lvl5pPr>
          </a:lstStyle>
          <a:p>
            <a:pPr marL="234147" marR="0" lvl="0" indent="-234147" algn="l" defTabSz="761970" rtl="0" eaLnBrk="1" fontAlgn="base" latinLnBrk="0" hangingPunct="1">
              <a:lnSpc>
                <a:spcPct val="100000"/>
              </a:lnSpc>
              <a:spcBef>
                <a:spcPts val="1800"/>
              </a:spcBef>
              <a:spcAft>
                <a:spcPct val="0"/>
              </a:spcAft>
              <a:buClr>
                <a:srgbClr val="212121"/>
              </a:buClr>
              <a:buSzPct val="100000"/>
              <a:buFont typeface="Arial" pitchFamily="-65" charset="0"/>
              <a:buChar char="•"/>
              <a:tabLst/>
              <a:defRPr/>
            </a:pPr>
            <a:r>
              <a:rPr kumimoji="0" lang="en-US" sz="2333" b="0" i="0" u="none" strike="noStrike" kern="0" cap="none" spc="0" normalizeH="0" baseline="0" noProof="0">
                <a:ln>
                  <a:noFill/>
                </a:ln>
                <a:solidFill>
                  <a:srgbClr val="212121"/>
                </a:solidFill>
                <a:effectLst/>
                <a:uLnTx/>
                <a:uFillTx/>
                <a:latin typeface="Verdana" charset="0"/>
                <a:ea typeface="Verdana" charset="0"/>
                <a:cs typeface="Verdana" charset="0"/>
                <a:sym typeface="Arial" pitchFamily="-65" charset="0"/>
              </a:rPr>
              <a:t>Edit Master text styles</a:t>
            </a:r>
          </a:p>
          <a:p>
            <a:pPr marL="534437" marR="0" lvl="1" indent="-234147" algn="l" defTabSz="761970" rtl="0" eaLnBrk="1" fontAlgn="base" latinLnBrk="0" hangingPunct="1">
              <a:lnSpc>
                <a:spcPct val="100000"/>
              </a:lnSpc>
              <a:spcBef>
                <a:spcPts val="0"/>
              </a:spcBef>
              <a:spcAft>
                <a:spcPct val="0"/>
              </a:spcAft>
              <a:buClr>
                <a:srgbClr val="212121"/>
              </a:buClr>
              <a:buSzPct val="100000"/>
              <a:buFont typeface="Arial" pitchFamily="-65" charset="0"/>
              <a:buChar char="–"/>
              <a:tabLst/>
              <a:defRPr/>
            </a:pPr>
            <a:r>
              <a:rPr kumimoji="0" lang="en-US" sz="2000" b="0" i="0" u="none" strike="noStrike" kern="0" cap="none" spc="0" normalizeH="0" baseline="0" noProof="0">
                <a:ln>
                  <a:noFill/>
                </a:ln>
                <a:solidFill>
                  <a:srgbClr val="212121"/>
                </a:solidFill>
                <a:effectLst/>
                <a:uLnTx/>
                <a:uFillTx/>
                <a:latin typeface="Verdana" charset="0"/>
                <a:ea typeface="Verdana" charset="0"/>
                <a:cs typeface="Verdana" charset="0"/>
                <a:sym typeface="Arial" pitchFamily="-65" charset="0"/>
              </a:rPr>
              <a:t>Second level</a:t>
            </a:r>
          </a:p>
          <a:p>
            <a:pPr marL="731491" marR="0" lvl="2" indent="-201160" algn="l" defTabSz="761970" rtl="0" eaLnBrk="1" fontAlgn="base" latinLnBrk="0" hangingPunct="1">
              <a:lnSpc>
                <a:spcPct val="100000"/>
              </a:lnSpc>
              <a:spcBef>
                <a:spcPts val="0"/>
              </a:spcBef>
              <a:spcAft>
                <a:spcPct val="0"/>
              </a:spcAft>
              <a:buClr>
                <a:srgbClr val="212121"/>
              </a:buClr>
              <a:buSzPct val="100000"/>
              <a:buFont typeface="Arial" pitchFamily="-65" charset="0"/>
              <a:buChar char="•"/>
              <a:tabLst/>
              <a:defRPr/>
            </a:pPr>
            <a:r>
              <a:rPr kumimoji="0" lang="en-US" sz="1800" b="0" i="0" u="none" strike="noStrike" kern="0" cap="none" spc="0" normalizeH="0" baseline="0" noProof="0">
                <a:ln>
                  <a:noFill/>
                </a:ln>
                <a:solidFill>
                  <a:srgbClr val="212121"/>
                </a:solidFill>
                <a:effectLst/>
                <a:uLnTx/>
                <a:uFillTx/>
                <a:latin typeface="Verdana" charset="0"/>
                <a:ea typeface="Verdana" charset="0"/>
                <a:cs typeface="Verdana" charset="0"/>
                <a:sym typeface="Arial" pitchFamily="-65" charset="0"/>
              </a:rPr>
              <a:t>Third level</a:t>
            </a:r>
          </a:p>
          <a:p>
            <a:pPr marL="1097236" marR="0" lvl="3" indent="-201160" algn="l" defTabSz="761970" rtl="0" eaLnBrk="1" fontAlgn="base" latinLnBrk="0" hangingPunct="1">
              <a:lnSpc>
                <a:spcPct val="100000"/>
              </a:lnSpc>
              <a:spcBef>
                <a:spcPts val="0"/>
              </a:spcBef>
              <a:spcAft>
                <a:spcPct val="0"/>
              </a:spcAft>
              <a:buClr>
                <a:srgbClr val="212121"/>
              </a:buClr>
              <a:buSzPct val="100000"/>
              <a:buFont typeface="Arial" pitchFamily="-65" charset="0"/>
              <a:buChar char="–"/>
              <a:tabLst/>
              <a:defRPr/>
            </a:pPr>
            <a:r>
              <a:rPr kumimoji="0" lang="en-US" sz="1500" b="0" i="0" u="none" strike="noStrike" kern="0" cap="none" spc="0" normalizeH="0" baseline="0" noProof="0">
                <a:ln>
                  <a:noFill/>
                </a:ln>
                <a:solidFill>
                  <a:srgbClr val="212121"/>
                </a:solidFill>
                <a:effectLst/>
                <a:uLnTx/>
                <a:uFillTx/>
                <a:latin typeface="Verdana" charset="0"/>
                <a:ea typeface="Verdana" charset="0"/>
                <a:cs typeface="Verdana" charset="0"/>
                <a:sym typeface="Arial" pitchFamily="-65" charset="0"/>
              </a:rPr>
              <a:t>Fourth level</a:t>
            </a:r>
          </a:p>
          <a:p>
            <a:pPr marL="1487905" marR="0" lvl="4" indent="-191127" algn="l" defTabSz="761970" rtl="0" eaLnBrk="1" fontAlgn="base" latinLnBrk="0" hangingPunct="1">
              <a:lnSpc>
                <a:spcPct val="100000"/>
              </a:lnSpc>
              <a:spcBef>
                <a:spcPts val="0"/>
              </a:spcBef>
              <a:spcAft>
                <a:spcPct val="0"/>
              </a:spcAft>
              <a:buClr>
                <a:srgbClr val="212121"/>
              </a:buClr>
              <a:buSzPct val="100000"/>
              <a:buFont typeface="Arial" pitchFamily="-65" charset="0"/>
              <a:buChar char="»"/>
              <a:tabLst/>
              <a:defRPr/>
            </a:pPr>
            <a:r>
              <a:rPr kumimoji="0" lang="en-US" sz="1300" b="0" i="0" u="none" strike="noStrike" kern="0" cap="none" spc="0" normalizeH="0" baseline="0" noProof="0">
                <a:ln>
                  <a:noFill/>
                </a:ln>
                <a:solidFill>
                  <a:srgbClr val="212121"/>
                </a:solidFill>
                <a:effectLst/>
                <a:uLnTx/>
                <a:uFillTx/>
                <a:latin typeface="Verdana" charset="0"/>
                <a:ea typeface="Verdana" charset="0"/>
                <a:cs typeface="Verdana" charset="0"/>
                <a:sym typeface="Arial" pitchFamily="-65" charset="0"/>
              </a:rPr>
              <a:t>Fifth level</a:t>
            </a:r>
          </a:p>
        </p:txBody>
      </p:sp>
      <p:sp>
        <p:nvSpPr>
          <p:cNvPr id="19" name="Title 1"/>
          <p:cNvSpPr>
            <a:spLocks noGrp="1"/>
          </p:cNvSpPr>
          <p:nvPr>
            <p:ph type="title"/>
          </p:nvPr>
        </p:nvSpPr>
        <p:spPr>
          <a:xfrm>
            <a:off x="605367" y="378458"/>
            <a:ext cx="10981267" cy="577081"/>
          </a:xfrm>
        </p:spPr>
        <p:txBody>
          <a:bodyPr/>
          <a:lstStyle>
            <a:lvl1pPr>
              <a:defRPr>
                <a:solidFill>
                  <a:schemeClr val="tx1"/>
                </a:solidFill>
              </a:defRPr>
            </a:lvl1pPr>
          </a:lstStyle>
          <a:p>
            <a:r>
              <a:rPr lang="en-US"/>
              <a:t>Click to edit Master title style</a:t>
            </a:r>
          </a:p>
        </p:txBody>
      </p:sp>
      <p:sp>
        <p:nvSpPr>
          <p:cNvPr id="20" name="Text Placeholder 4"/>
          <p:cNvSpPr>
            <a:spLocks noGrp="1"/>
          </p:cNvSpPr>
          <p:nvPr>
            <p:ph type="body" sz="quarter" idx="10"/>
          </p:nvPr>
        </p:nvSpPr>
        <p:spPr>
          <a:xfrm>
            <a:off x="605367" y="974216"/>
            <a:ext cx="10981267" cy="359009"/>
          </a:xfrm>
          <a:noFill/>
          <a:ln w="12700">
            <a:noFill/>
            <a:miter lim="800000"/>
            <a:headEnd/>
            <a:tailEnd/>
          </a:ln>
        </p:spPr>
        <p:txBody>
          <a:bodyPr vert="horz" wrap="square" lIns="0" tIns="0" rIns="0" bIns="0" numCol="1" anchor="t" anchorCtr="0" compatLnSpc="1">
            <a:prstTxWarp prst="textNoShape">
              <a:avLst/>
            </a:prstTxWarp>
            <a:spAutoFit/>
          </a:bodyPr>
          <a:lstStyle>
            <a:lvl1pPr marL="0" indent="0">
              <a:buNone/>
              <a:defRPr lang="en-US" sz="2333" dirty="0">
                <a:solidFill>
                  <a:schemeClr val="accent3"/>
                </a:solidFill>
                <a:latin typeface="Verdana" charset="0"/>
                <a:ea typeface="Verdana" charset="0"/>
                <a:cs typeface="Verdana" charset="0"/>
                <a:sym typeface="Arial" pitchFamily="-65" charset="0"/>
              </a:defRPr>
            </a:lvl1pPr>
            <a:lvl2pPr>
              <a:defRPr sz="2100"/>
            </a:lvl2pPr>
            <a:lvl3pPr>
              <a:defRPr sz="2100"/>
            </a:lvl3pPr>
            <a:lvl4pPr>
              <a:defRPr sz="2100"/>
            </a:lvl4pPr>
            <a:lvl5pPr>
              <a:defRPr sz="2100"/>
            </a:lvl5pPr>
          </a:lstStyle>
          <a:p>
            <a:pPr marL="0" lvl="0" indent="0" algn="l" rtl="0" eaLnBrk="0" fontAlgn="base" hangingPunct="0">
              <a:spcBef>
                <a:spcPts val="2100"/>
              </a:spcBef>
              <a:spcAft>
                <a:spcPct val="0"/>
              </a:spcAft>
              <a:buClr>
                <a:schemeClr val="tx1"/>
              </a:buClr>
              <a:buSzPct val="100000"/>
              <a:buFont typeface="Arial" pitchFamily="-65" charset="0"/>
              <a:buNone/>
            </a:pPr>
            <a:r>
              <a:rPr lang="en-US"/>
              <a:t>Edit Master text styles</a:t>
            </a:r>
          </a:p>
        </p:txBody>
      </p:sp>
      <p:sp>
        <p:nvSpPr>
          <p:cNvPr id="10" name="Slide Number Placeholder 5">
            <a:extLst>
              <a:ext uri="{FF2B5EF4-FFF2-40B4-BE49-F238E27FC236}">
                <a16:creationId xmlns:a16="http://schemas.microsoft.com/office/drawing/2014/main" id="{21FC9022-20E5-2E43-BCD7-3B00E6A74844}"/>
              </a:ext>
            </a:extLst>
          </p:cNvPr>
          <p:cNvSpPr>
            <a:spLocks noGrp="1"/>
          </p:cNvSpPr>
          <p:nvPr>
            <p:ph type="sldNum" sz="quarter" idx="4"/>
          </p:nvPr>
        </p:nvSpPr>
        <p:spPr>
          <a:xfrm>
            <a:off x="11640709" y="6297783"/>
            <a:ext cx="379678" cy="333375"/>
          </a:xfrm>
          <a:prstGeom prst="rect">
            <a:avLst/>
          </a:prstGeom>
        </p:spPr>
        <p:txBody>
          <a:bodyPr vert="horz" lIns="91440" tIns="45720" rIns="91440" bIns="45720" rtlCol="0" anchor="ctr"/>
          <a:lstStyle>
            <a:lvl1pPr algn="r">
              <a:defRPr sz="800">
                <a:solidFill>
                  <a:schemeClr val="tx2"/>
                </a:solidFill>
              </a:defRPr>
            </a:lvl1pPr>
          </a:lstStyle>
          <a:p>
            <a:fld id="{AD816501-AAE5-214E-B100-00C3DC5F5E3F}" type="slidenum">
              <a:rPr lang="en-US" smtClean="0"/>
              <a:pPr/>
              <a:t>‹Nº›</a:t>
            </a:fld>
            <a:endParaRPr lang="en-US"/>
          </a:p>
        </p:txBody>
      </p:sp>
      <p:sp>
        <p:nvSpPr>
          <p:cNvPr id="9" name="Text Placeholder 4"/>
          <p:cNvSpPr>
            <a:spLocks noGrp="1"/>
          </p:cNvSpPr>
          <p:nvPr>
            <p:ph type="body" sz="quarter" idx="17" hasCustomPrompt="1"/>
          </p:nvPr>
        </p:nvSpPr>
        <p:spPr>
          <a:xfrm>
            <a:off x="601928" y="6279363"/>
            <a:ext cx="8382000" cy="275167"/>
          </a:xfrm>
        </p:spPr>
        <p:txBody>
          <a:bodyPr anchor="b"/>
          <a:lstStyle>
            <a:lvl1pPr marL="0" indent="0">
              <a:spcBef>
                <a:spcPts val="167"/>
              </a:spcBef>
              <a:buNone/>
              <a:defRPr sz="750">
                <a:solidFill>
                  <a:schemeClr val="tx1"/>
                </a:solidFill>
              </a:defRPr>
            </a:lvl1pPr>
          </a:lstStyle>
          <a:p>
            <a:pPr lvl="0"/>
            <a:r>
              <a:rPr lang="en-US"/>
              <a:t>Footnotes and Sources</a:t>
            </a:r>
          </a:p>
        </p:txBody>
      </p:sp>
    </p:spTree>
    <p:extLst>
      <p:ext uri="{BB962C8B-B14F-4D97-AF65-F5344CB8AC3E}">
        <p14:creationId xmlns:p14="http://schemas.microsoft.com/office/powerpoint/2010/main" val="4213119149"/>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_Title_v2">
    <p:spTree>
      <p:nvGrpSpPr>
        <p:cNvPr id="1" name=""/>
        <p:cNvGrpSpPr/>
        <p:nvPr/>
      </p:nvGrpSpPr>
      <p:grpSpPr>
        <a:xfrm>
          <a:off x="0" y="0"/>
          <a:ext cx="0" cy="0"/>
          <a:chOff x="0" y="0"/>
          <a:chExt cx="0" cy="0"/>
        </a:xfrm>
      </p:grpSpPr>
      <p:pic>
        <p:nvPicPr>
          <p:cNvPr id="14" name="Afbeelding 13" descr="Afbeelding met foto, wit, zwart, tekst&#10;&#10;Beschrijving is gegenereerd met zeer hoge betrouwbaarheid">
            <a:extLst>
              <a:ext uri="{FF2B5EF4-FFF2-40B4-BE49-F238E27FC236}">
                <a16:creationId xmlns:a16="http://schemas.microsoft.com/office/drawing/2014/main" id="{4E8F3048-96BC-45F9-A4BB-FB28870660F4}"/>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r="26120" b="30313"/>
          <a:stretch/>
        </p:blipFill>
        <p:spPr>
          <a:xfrm>
            <a:off x="0" y="0"/>
            <a:ext cx="12183616" cy="6858000"/>
          </a:xfrm>
          <a:prstGeom prst="rect">
            <a:avLst/>
          </a:prstGeom>
        </p:spPr>
      </p:pic>
      <p:sp>
        <p:nvSpPr>
          <p:cNvPr id="4" name="Rechthoek 3">
            <a:extLst>
              <a:ext uri="{FF2B5EF4-FFF2-40B4-BE49-F238E27FC236}">
                <a16:creationId xmlns:a16="http://schemas.microsoft.com/office/drawing/2014/main" id="{988D9C52-D870-4582-92BF-1B415B7ACC3F}"/>
              </a:ext>
            </a:extLst>
          </p:cNvPr>
          <p:cNvSpPr/>
          <p:nvPr userDrawn="1"/>
        </p:nvSpPr>
        <p:spPr>
          <a:xfrm>
            <a:off x="242" y="-2"/>
            <a:ext cx="12192000" cy="6858000"/>
          </a:xfrm>
          <a:prstGeom prst="rect">
            <a:avLst/>
          </a:prstGeom>
          <a:solidFill>
            <a:srgbClr val="FFFFFF">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3000" b="1"/>
          </a:p>
        </p:txBody>
      </p:sp>
      <p:pic>
        <p:nvPicPr>
          <p:cNvPr id="5" name="Afbeelding 4" descr="Afbeelding met object&#10;&#10;Beschrijving is gegenereerd met hoge betrouwbaarheid">
            <a:extLst>
              <a:ext uri="{FF2B5EF4-FFF2-40B4-BE49-F238E27FC236}">
                <a16:creationId xmlns:a16="http://schemas.microsoft.com/office/drawing/2014/main" id="{813E6A8F-15F5-4D67-9ABF-BFAD226C69D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10100" y="931454"/>
            <a:ext cx="5574803" cy="1463043"/>
          </a:xfrm>
          <a:prstGeom prst="rect">
            <a:avLst/>
          </a:prstGeom>
        </p:spPr>
      </p:pic>
      <p:grpSp>
        <p:nvGrpSpPr>
          <p:cNvPr id="6" name="Groep 5">
            <a:extLst>
              <a:ext uri="{FF2B5EF4-FFF2-40B4-BE49-F238E27FC236}">
                <a16:creationId xmlns:a16="http://schemas.microsoft.com/office/drawing/2014/main" id="{FFCE0CCC-3289-40A5-961D-93C4C29B9ABF}"/>
              </a:ext>
            </a:extLst>
          </p:cNvPr>
          <p:cNvGrpSpPr/>
          <p:nvPr userDrawn="1"/>
        </p:nvGrpSpPr>
        <p:grpSpPr>
          <a:xfrm>
            <a:off x="2906201" y="6172692"/>
            <a:ext cx="1782600" cy="354937"/>
            <a:chOff x="8426207" y="1234430"/>
            <a:chExt cx="2323293" cy="462595"/>
          </a:xfrm>
        </p:grpSpPr>
        <p:pic>
          <p:nvPicPr>
            <p:cNvPr id="7" name="Afbeelding 6">
              <a:extLst>
                <a:ext uri="{FF2B5EF4-FFF2-40B4-BE49-F238E27FC236}">
                  <a16:creationId xmlns:a16="http://schemas.microsoft.com/office/drawing/2014/main" id="{5E8BA66C-1BA2-437C-BAD6-29FD8C75C756}"/>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r="48371"/>
            <a:stretch/>
          </p:blipFill>
          <p:spPr>
            <a:xfrm>
              <a:off x="8426207" y="1337023"/>
              <a:ext cx="601328" cy="360000"/>
            </a:xfrm>
            <a:prstGeom prst="rect">
              <a:avLst/>
            </a:prstGeom>
          </p:spPr>
        </p:pic>
        <p:pic>
          <p:nvPicPr>
            <p:cNvPr id="8" name="Afbeelding 7">
              <a:extLst>
                <a:ext uri="{FF2B5EF4-FFF2-40B4-BE49-F238E27FC236}">
                  <a16:creationId xmlns:a16="http://schemas.microsoft.com/office/drawing/2014/main" id="{5889B687-EE5C-4325-8094-3157FAADD2B7}"/>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r="57054"/>
            <a:stretch/>
          </p:blipFill>
          <p:spPr>
            <a:xfrm>
              <a:off x="9131896" y="1234430"/>
              <a:ext cx="895535" cy="462595"/>
            </a:xfrm>
            <a:prstGeom prst="rect">
              <a:avLst/>
            </a:prstGeom>
          </p:spPr>
        </p:pic>
        <p:pic>
          <p:nvPicPr>
            <p:cNvPr id="9" name="Afbeelding 8">
              <a:extLst>
                <a:ext uri="{FF2B5EF4-FFF2-40B4-BE49-F238E27FC236}">
                  <a16:creationId xmlns:a16="http://schemas.microsoft.com/office/drawing/2014/main" id="{EC3F2682-22A2-4631-8680-10AB5176A7F2}"/>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138362" y="1337023"/>
              <a:ext cx="611138" cy="360000"/>
            </a:xfrm>
            <a:prstGeom prst="rect">
              <a:avLst/>
            </a:prstGeom>
          </p:spPr>
        </p:pic>
      </p:grpSp>
      <p:cxnSp>
        <p:nvCxnSpPr>
          <p:cNvPr id="11" name="Rechte verbindingslijn 10">
            <a:extLst>
              <a:ext uri="{FF2B5EF4-FFF2-40B4-BE49-F238E27FC236}">
                <a16:creationId xmlns:a16="http://schemas.microsoft.com/office/drawing/2014/main" id="{18B9E465-19E2-4FA6-B7F9-FE3BE27A11D0}"/>
              </a:ext>
            </a:extLst>
          </p:cNvPr>
          <p:cNvCxnSpPr>
            <a:cxnSpLocks/>
          </p:cNvCxnSpPr>
          <p:nvPr userDrawn="1"/>
        </p:nvCxnSpPr>
        <p:spPr>
          <a:xfrm>
            <a:off x="1556769" y="4164594"/>
            <a:ext cx="448146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Tijdelijke aanduiding voor tekst 11">
            <a:extLst>
              <a:ext uri="{FF2B5EF4-FFF2-40B4-BE49-F238E27FC236}">
                <a16:creationId xmlns:a16="http://schemas.microsoft.com/office/drawing/2014/main" id="{C9A31869-8CA8-4D79-8796-16CE8826B3BC}"/>
              </a:ext>
            </a:extLst>
          </p:cNvPr>
          <p:cNvSpPr>
            <a:spLocks noGrp="1"/>
          </p:cNvSpPr>
          <p:nvPr>
            <p:ph type="body" sz="quarter" idx="10" hasCustomPrompt="1"/>
          </p:nvPr>
        </p:nvSpPr>
        <p:spPr>
          <a:xfrm>
            <a:off x="271176" y="3463504"/>
            <a:ext cx="7052650" cy="565568"/>
          </a:xfrm>
          <a:prstGeom prst="rect">
            <a:avLst/>
          </a:prstGeom>
        </p:spPr>
        <p:txBody>
          <a:bodyPr>
            <a:normAutofit/>
          </a:bodyPr>
          <a:lstStyle>
            <a:lvl1pPr marL="131395" indent="0" algn="ctr">
              <a:buNone/>
              <a:defRPr lang="en-GB" sz="2800" b="1" kern="1200" dirty="0">
                <a:solidFill>
                  <a:srgbClr val="EA9E00"/>
                </a:solidFill>
                <a:latin typeface="Century Gothic" panose="020B0502020202020204" pitchFamily="34" charset="0"/>
                <a:ea typeface="Verdana" panose="020B0604030504040204" pitchFamily="34" charset="0"/>
                <a:cs typeface="Verdana" panose="020B0604030504040204" pitchFamily="34" charset="0"/>
              </a:defRPr>
            </a:lvl1pPr>
          </a:lstStyle>
          <a:p>
            <a:pPr lvl="0"/>
            <a:r>
              <a:rPr lang="nl-NL"/>
              <a:t>“</a:t>
            </a:r>
            <a:r>
              <a:rPr lang="nl-NL" err="1"/>
              <a:t>Your</a:t>
            </a:r>
            <a:r>
              <a:rPr lang="nl-NL"/>
              <a:t> </a:t>
            </a:r>
            <a:r>
              <a:rPr lang="nl-NL" err="1"/>
              <a:t>title</a:t>
            </a:r>
            <a:r>
              <a:rPr lang="nl-NL"/>
              <a:t> </a:t>
            </a:r>
            <a:r>
              <a:rPr lang="nl-NL" err="1"/>
              <a:t>goes</a:t>
            </a:r>
            <a:r>
              <a:rPr lang="nl-NL"/>
              <a:t> here”</a:t>
            </a:r>
            <a:endParaRPr lang="en-GB"/>
          </a:p>
        </p:txBody>
      </p:sp>
      <p:sp>
        <p:nvSpPr>
          <p:cNvPr id="19" name="Tijdelijke aanduiding voor tekst 18">
            <a:extLst>
              <a:ext uri="{FF2B5EF4-FFF2-40B4-BE49-F238E27FC236}">
                <a16:creationId xmlns:a16="http://schemas.microsoft.com/office/drawing/2014/main" id="{3E6005B2-411D-4DB4-AC85-B5A5AF11E8FE}"/>
              </a:ext>
            </a:extLst>
          </p:cNvPr>
          <p:cNvSpPr>
            <a:spLocks noGrp="1"/>
          </p:cNvSpPr>
          <p:nvPr>
            <p:ph type="body" sz="quarter" idx="14" hasCustomPrompt="1"/>
          </p:nvPr>
        </p:nvSpPr>
        <p:spPr>
          <a:xfrm>
            <a:off x="271178" y="4308908"/>
            <a:ext cx="7052649" cy="357427"/>
          </a:xfrm>
          <a:prstGeom prst="rect">
            <a:avLst/>
          </a:prstGeom>
        </p:spPr>
        <p:txBody>
          <a:bodyPr/>
          <a:lstStyle>
            <a:lvl1pPr marL="131395" indent="0" algn="ctr">
              <a:buNone/>
              <a:defRPr sz="2000" b="1"/>
            </a:lvl1pPr>
          </a:lstStyle>
          <a:p>
            <a:pPr lvl="0"/>
            <a:r>
              <a:rPr lang="nl-NL"/>
              <a:t>Author Name</a:t>
            </a:r>
            <a:endParaRPr lang="en-GB"/>
          </a:p>
        </p:txBody>
      </p:sp>
      <p:sp>
        <p:nvSpPr>
          <p:cNvPr id="20" name="Tijdelijke aanduiding voor tekst 18">
            <a:extLst>
              <a:ext uri="{FF2B5EF4-FFF2-40B4-BE49-F238E27FC236}">
                <a16:creationId xmlns:a16="http://schemas.microsoft.com/office/drawing/2014/main" id="{D8881F42-455B-4933-A258-FB965091DBD7}"/>
              </a:ext>
            </a:extLst>
          </p:cNvPr>
          <p:cNvSpPr>
            <a:spLocks noGrp="1"/>
          </p:cNvSpPr>
          <p:nvPr>
            <p:ph type="body" sz="quarter" idx="15" hasCustomPrompt="1"/>
          </p:nvPr>
        </p:nvSpPr>
        <p:spPr>
          <a:xfrm>
            <a:off x="271178" y="4779862"/>
            <a:ext cx="7052649" cy="930831"/>
          </a:xfrm>
          <a:prstGeom prst="rect">
            <a:avLst/>
          </a:prstGeom>
        </p:spPr>
        <p:txBody>
          <a:bodyPr/>
          <a:lstStyle>
            <a:lvl1pPr marL="131395" indent="0" algn="ctr">
              <a:spcBef>
                <a:spcPts val="0"/>
              </a:spcBef>
              <a:buNone/>
              <a:defRPr sz="1600" b="1">
                <a:solidFill>
                  <a:srgbClr val="A6A6A6"/>
                </a:solidFill>
              </a:defRPr>
            </a:lvl1pPr>
          </a:lstStyle>
          <a:p>
            <a:pPr lvl="0"/>
            <a:r>
              <a:rPr lang="nl-NL"/>
              <a:t>Author </a:t>
            </a:r>
            <a:r>
              <a:rPr lang="nl-NL" err="1"/>
              <a:t>affiliations</a:t>
            </a:r>
            <a:endParaRPr lang="nl-NL"/>
          </a:p>
          <a:p>
            <a:pPr lvl="0"/>
            <a:r>
              <a:rPr lang="nl-NL"/>
              <a:t>EHDEN </a:t>
            </a:r>
            <a:r>
              <a:rPr lang="nl-NL" err="1"/>
              <a:t>role</a:t>
            </a:r>
            <a:endParaRPr lang="en-GB"/>
          </a:p>
        </p:txBody>
      </p:sp>
      <p:pic>
        <p:nvPicPr>
          <p:cNvPr id="3" name="Graphic 2">
            <a:extLst>
              <a:ext uri="{FF2B5EF4-FFF2-40B4-BE49-F238E27FC236}">
                <a16:creationId xmlns:a16="http://schemas.microsoft.com/office/drawing/2014/main" id="{96182C29-7571-4E93-9EB1-0E078777834D}"/>
              </a:ext>
            </a:extLst>
          </p:cNvPr>
          <p:cNvPicPr>
            <a:picLocks noChangeAspect="1"/>
          </p:cNvPicPr>
          <p:nvPr userDrawn="1"/>
        </p:nvPicPr>
        <p:blipFill rotWithShape="1">
          <a:blip>
            <a:extLst>
              <a:ext uri="{96DAC541-7B7A-43D3-8B79-37D633B846F1}">
                <asvg:svgBlip xmlns:asvg="http://schemas.microsoft.com/office/drawing/2016/SVG/main" r:embed="rId7"/>
              </a:ext>
            </a:extLst>
          </a:blip>
          <a:srcRect t="3028" r="50000" b="19912"/>
          <a:stretch/>
        </p:blipFill>
        <p:spPr>
          <a:xfrm>
            <a:off x="7897010" y="-1"/>
            <a:ext cx="4294991" cy="6858001"/>
          </a:xfrm>
          <a:prstGeom prst="rect">
            <a:avLst/>
          </a:prstGeom>
        </p:spPr>
      </p:pic>
    </p:spTree>
    <p:extLst>
      <p:ext uri="{BB962C8B-B14F-4D97-AF65-F5344CB8AC3E}">
        <p14:creationId xmlns:p14="http://schemas.microsoft.com/office/powerpoint/2010/main" val="17389372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hapter_H_v1">
    <p:spTree>
      <p:nvGrpSpPr>
        <p:cNvPr id="1" name=""/>
        <p:cNvGrpSpPr/>
        <p:nvPr/>
      </p:nvGrpSpPr>
      <p:grpSpPr>
        <a:xfrm>
          <a:off x="0" y="0"/>
          <a:ext cx="0" cy="0"/>
          <a:chOff x="0" y="0"/>
          <a:chExt cx="0" cy="0"/>
        </a:xfrm>
      </p:grpSpPr>
      <p:pic>
        <p:nvPicPr>
          <p:cNvPr id="12" name="Afbeelding 11" descr="Afbeelding met foto, wit, zwart, tekst&#10;&#10;Beschrijving is gegenereerd met zeer hoge betrouwbaarheid">
            <a:extLst>
              <a:ext uri="{FF2B5EF4-FFF2-40B4-BE49-F238E27FC236}">
                <a16:creationId xmlns:a16="http://schemas.microsoft.com/office/drawing/2014/main" id="{AC350DF9-73E7-4D13-B51F-37167DA3EA3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r="26120" b="59761"/>
          <a:stretch/>
        </p:blipFill>
        <p:spPr>
          <a:xfrm>
            <a:off x="0" y="0"/>
            <a:ext cx="12183616" cy="3959990"/>
          </a:xfrm>
          <a:prstGeom prst="rect">
            <a:avLst/>
          </a:prstGeom>
        </p:spPr>
      </p:pic>
      <p:sp>
        <p:nvSpPr>
          <p:cNvPr id="13" name="Rechthoek 12">
            <a:extLst>
              <a:ext uri="{FF2B5EF4-FFF2-40B4-BE49-F238E27FC236}">
                <a16:creationId xmlns:a16="http://schemas.microsoft.com/office/drawing/2014/main" id="{A469C402-DB51-4908-B11C-BA417CD1D24C}"/>
              </a:ext>
            </a:extLst>
          </p:cNvPr>
          <p:cNvSpPr/>
          <p:nvPr userDrawn="1"/>
        </p:nvSpPr>
        <p:spPr>
          <a:xfrm>
            <a:off x="0" y="0"/>
            <a:ext cx="12192000" cy="3959990"/>
          </a:xfrm>
          <a:prstGeom prst="rect">
            <a:avLst/>
          </a:prstGeom>
          <a:solidFill>
            <a:srgbClr val="383C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sz="3000"/>
          </a:p>
        </p:txBody>
      </p:sp>
      <p:cxnSp>
        <p:nvCxnSpPr>
          <p:cNvPr id="14" name="Rechte verbindingslijn 13">
            <a:extLst>
              <a:ext uri="{FF2B5EF4-FFF2-40B4-BE49-F238E27FC236}">
                <a16:creationId xmlns:a16="http://schemas.microsoft.com/office/drawing/2014/main" id="{0621B359-DC87-44F4-A121-333C532A318F}"/>
              </a:ext>
            </a:extLst>
          </p:cNvPr>
          <p:cNvCxnSpPr/>
          <p:nvPr userDrawn="1"/>
        </p:nvCxnSpPr>
        <p:spPr>
          <a:xfrm>
            <a:off x="3797060" y="2257864"/>
            <a:ext cx="459788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Tijdelijke aanduiding voor tekst 16">
            <a:extLst>
              <a:ext uri="{FF2B5EF4-FFF2-40B4-BE49-F238E27FC236}">
                <a16:creationId xmlns:a16="http://schemas.microsoft.com/office/drawing/2014/main" id="{D3CAC956-14DB-46B2-874D-EF10753B7133}"/>
              </a:ext>
            </a:extLst>
          </p:cNvPr>
          <p:cNvSpPr>
            <a:spLocks noGrp="1"/>
          </p:cNvSpPr>
          <p:nvPr>
            <p:ph type="body" sz="quarter" idx="10" hasCustomPrompt="1"/>
          </p:nvPr>
        </p:nvSpPr>
        <p:spPr>
          <a:xfrm>
            <a:off x="1" y="1199071"/>
            <a:ext cx="12183616" cy="646331"/>
          </a:xfrm>
          <a:prstGeom prst="rect">
            <a:avLst/>
          </a:prstGeom>
          <a:noFill/>
        </p:spPr>
        <p:txBody>
          <a:bodyPr wrap="square" rtlCol="0">
            <a:spAutoFit/>
          </a:bodyPr>
          <a:lstStyle>
            <a:lvl1pPr marL="0" indent="0" algn="ctr">
              <a:buNone/>
              <a:defRPr lang="nl-NL" sz="4000" b="1" smtClean="0">
                <a:solidFill>
                  <a:srgbClr val="EEA41F"/>
                </a:solidFill>
                <a:latin typeface="Calibri" panose="020F0502020204030204" pitchFamily="34" charset="0"/>
                <a:cs typeface="Calibri" panose="020F0502020204030204" pitchFamily="34" charset="0"/>
              </a:defRPr>
            </a:lvl1pPr>
            <a:lvl2pPr marL="228591" indent="0">
              <a:buNone/>
              <a:defRPr lang="nl-NL" sz="1800" smtClean="0"/>
            </a:lvl2pPr>
            <a:lvl3pPr>
              <a:defRPr lang="nl-NL" sz="1800" smtClean="0"/>
            </a:lvl3pPr>
            <a:lvl4pPr>
              <a:defRPr lang="nl-NL" smtClean="0"/>
            </a:lvl4pPr>
            <a:lvl5pPr>
              <a:defRPr lang="nl-BE"/>
            </a:lvl5pPr>
          </a:lstStyle>
          <a:p>
            <a:pPr marL="0" lvl="0" algn="ctr"/>
            <a:r>
              <a:rPr lang="nl-NL" err="1"/>
              <a:t>Chapter</a:t>
            </a:r>
            <a:r>
              <a:rPr lang="nl-NL"/>
              <a:t> </a:t>
            </a:r>
            <a:r>
              <a:rPr lang="nl-NL" err="1"/>
              <a:t>Title</a:t>
            </a:r>
            <a:endParaRPr lang="nl-NL"/>
          </a:p>
        </p:txBody>
      </p:sp>
      <p:sp>
        <p:nvSpPr>
          <p:cNvPr id="18" name="Tijdelijke aanduiding voor tekst 16">
            <a:extLst>
              <a:ext uri="{FF2B5EF4-FFF2-40B4-BE49-F238E27FC236}">
                <a16:creationId xmlns:a16="http://schemas.microsoft.com/office/drawing/2014/main" id="{D1BFDC4A-9578-43E7-BD3D-E367470BD0CC}"/>
              </a:ext>
            </a:extLst>
          </p:cNvPr>
          <p:cNvSpPr>
            <a:spLocks noGrp="1"/>
          </p:cNvSpPr>
          <p:nvPr>
            <p:ph type="body" sz="quarter" idx="11" hasCustomPrompt="1"/>
          </p:nvPr>
        </p:nvSpPr>
        <p:spPr>
          <a:xfrm>
            <a:off x="-446" y="2730491"/>
            <a:ext cx="12184063" cy="480131"/>
          </a:xfrm>
          <a:prstGeom prst="rect">
            <a:avLst/>
          </a:prstGeom>
          <a:noFill/>
        </p:spPr>
        <p:txBody>
          <a:bodyPr wrap="square" rtlCol="0">
            <a:spAutoFit/>
          </a:bodyPr>
          <a:lstStyle>
            <a:lvl1pPr marL="0" indent="0" algn="ctr">
              <a:buNone/>
              <a:defRPr lang="nl-NL" sz="2800" dirty="0" smtClean="0">
                <a:solidFill>
                  <a:srgbClr val="FFFFFF"/>
                </a:solidFill>
                <a:latin typeface="Calibri" panose="020F0502020204030204" pitchFamily="34" charset="0"/>
                <a:cs typeface="Calibri" panose="020F0502020204030204" pitchFamily="34" charset="0"/>
              </a:defRPr>
            </a:lvl1pPr>
          </a:lstStyle>
          <a:p>
            <a:pPr marL="0" lvl="0" algn="ctr"/>
            <a:r>
              <a:rPr lang="nl-NL" err="1"/>
              <a:t>Subtitle</a:t>
            </a:r>
            <a:endParaRPr lang="nl-NL"/>
          </a:p>
        </p:txBody>
      </p:sp>
      <p:grpSp>
        <p:nvGrpSpPr>
          <p:cNvPr id="19" name="Groep 18">
            <a:extLst>
              <a:ext uri="{FF2B5EF4-FFF2-40B4-BE49-F238E27FC236}">
                <a16:creationId xmlns:a16="http://schemas.microsoft.com/office/drawing/2014/main" id="{BCD5B80D-B0C8-4E8E-8272-348C41DC4FD5}"/>
              </a:ext>
            </a:extLst>
          </p:cNvPr>
          <p:cNvGrpSpPr/>
          <p:nvPr userDrawn="1"/>
        </p:nvGrpSpPr>
        <p:grpSpPr>
          <a:xfrm>
            <a:off x="10940811" y="6569424"/>
            <a:ext cx="1182425" cy="235435"/>
            <a:chOff x="8426207" y="1234430"/>
            <a:chExt cx="2323293" cy="462595"/>
          </a:xfrm>
        </p:grpSpPr>
        <p:pic>
          <p:nvPicPr>
            <p:cNvPr id="20" name="Afbeelding 19">
              <a:extLst>
                <a:ext uri="{FF2B5EF4-FFF2-40B4-BE49-F238E27FC236}">
                  <a16:creationId xmlns:a16="http://schemas.microsoft.com/office/drawing/2014/main" id="{DA291B46-84B6-445D-8FBA-76106F425CB3}"/>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r="48371"/>
            <a:stretch/>
          </p:blipFill>
          <p:spPr>
            <a:xfrm>
              <a:off x="8426207" y="1337023"/>
              <a:ext cx="601328" cy="360000"/>
            </a:xfrm>
            <a:prstGeom prst="rect">
              <a:avLst/>
            </a:prstGeom>
          </p:spPr>
        </p:pic>
        <p:pic>
          <p:nvPicPr>
            <p:cNvPr id="21" name="Afbeelding 20">
              <a:extLst>
                <a:ext uri="{FF2B5EF4-FFF2-40B4-BE49-F238E27FC236}">
                  <a16:creationId xmlns:a16="http://schemas.microsoft.com/office/drawing/2014/main" id="{A88E870C-BC39-4246-AAAB-EAF3E64A18B9}"/>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r="57054"/>
            <a:stretch/>
          </p:blipFill>
          <p:spPr>
            <a:xfrm>
              <a:off x="9131896" y="1234430"/>
              <a:ext cx="895535" cy="462595"/>
            </a:xfrm>
            <a:prstGeom prst="rect">
              <a:avLst/>
            </a:prstGeom>
          </p:spPr>
        </p:pic>
        <p:pic>
          <p:nvPicPr>
            <p:cNvPr id="22" name="Afbeelding 21">
              <a:extLst>
                <a:ext uri="{FF2B5EF4-FFF2-40B4-BE49-F238E27FC236}">
                  <a16:creationId xmlns:a16="http://schemas.microsoft.com/office/drawing/2014/main" id="{D3BAAADB-8F96-43EF-95C8-18FF69CE1203}"/>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138362" y="1337023"/>
              <a:ext cx="611138" cy="360000"/>
            </a:xfrm>
            <a:prstGeom prst="rect">
              <a:avLst/>
            </a:prstGeom>
          </p:spPr>
        </p:pic>
      </p:grpSp>
      <p:sp>
        <p:nvSpPr>
          <p:cNvPr id="23" name="Tijdelijke aanduiding voor tekst 2">
            <a:extLst>
              <a:ext uri="{FF2B5EF4-FFF2-40B4-BE49-F238E27FC236}">
                <a16:creationId xmlns:a16="http://schemas.microsoft.com/office/drawing/2014/main" id="{91DE3D32-AD80-422E-865E-FF05A0F2A4F1}"/>
              </a:ext>
            </a:extLst>
          </p:cNvPr>
          <p:cNvSpPr>
            <a:spLocks noGrp="1"/>
          </p:cNvSpPr>
          <p:nvPr>
            <p:ph type="body" sz="quarter" idx="12" hasCustomPrompt="1"/>
          </p:nvPr>
        </p:nvSpPr>
        <p:spPr>
          <a:xfrm>
            <a:off x="2523679" y="4398111"/>
            <a:ext cx="7135812" cy="2045824"/>
          </a:xfrm>
          <a:prstGeom prst="rect">
            <a:avLst/>
          </a:prstGeom>
        </p:spPr>
        <p:txBody>
          <a:bodyPr>
            <a:normAutofit/>
          </a:bodyPr>
          <a:lstStyle>
            <a:lvl1pPr marL="131395" indent="0" algn="ctr">
              <a:buNone/>
              <a:defRPr sz="2000" b="0">
                <a:solidFill>
                  <a:srgbClr val="56B1CA"/>
                </a:solidFill>
                <a:latin typeface="Calibri" panose="020F0502020204030204" pitchFamily="34" charset="0"/>
                <a:cs typeface="Calibri" panose="020F0502020204030204" pitchFamily="34" charset="0"/>
              </a:defRPr>
            </a:lvl1pPr>
          </a:lstStyle>
          <a:p>
            <a:pPr lvl="0"/>
            <a:r>
              <a:rPr lang="nl-BE"/>
              <a:t>Topic 1</a:t>
            </a:r>
          </a:p>
          <a:p>
            <a:pPr lvl="0"/>
            <a:r>
              <a:rPr lang="nl-BE"/>
              <a:t>Topic 2</a:t>
            </a:r>
          </a:p>
          <a:p>
            <a:pPr lvl="0"/>
            <a:r>
              <a:rPr lang="nl-BE"/>
              <a:t>Topic 3</a:t>
            </a:r>
          </a:p>
          <a:p>
            <a:pPr lvl="0"/>
            <a:r>
              <a:rPr lang="nl-BE"/>
              <a:t>…</a:t>
            </a:r>
          </a:p>
        </p:txBody>
      </p:sp>
    </p:spTree>
    <p:extLst>
      <p:ext uri="{BB962C8B-B14F-4D97-AF65-F5344CB8AC3E}">
        <p14:creationId xmlns:p14="http://schemas.microsoft.com/office/powerpoint/2010/main" val="84477332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hapter_V_v1">
    <p:spTree>
      <p:nvGrpSpPr>
        <p:cNvPr id="1" name=""/>
        <p:cNvGrpSpPr/>
        <p:nvPr/>
      </p:nvGrpSpPr>
      <p:grpSpPr>
        <a:xfrm>
          <a:off x="0" y="0"/>
          <a:ext cx="0" cy="0"/>
          <a:chOff x="0" y="0"/>
          <a:chExt cx="0" cy="0"/>
        </a:xfrm>
      </p:grpSpPr>
      <p:pic>
        <p:nvPicPr>
          <p:cNvPr id="12" name="Afbeelding 11" descr="Afbeelding met foto, wit, zwart, tekst&#10;&#10;Beschrijving is gegenereerd met zeer hoge betrouwbaarheid">
            <a:extLst>
              <a:ext uri="{FF2B5EF4-FFF2-40B4-BE49-F238E27FC236}">
                <a16:creationId xmlns:a16="http://schemas.microsoft.com/office/drawing/2014/main" id="{AC350DF9-73E7-4D13-B51F-37167DA3EA3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t="1" r="78343" b="30313"/>
          <a:stretch/>
        </p:blipFill>
        <p:spPr>
          <a:xfrm>
            <a:off x="0" y="-1"/>
            <a:ext cx="3571336" cy="6857941"/>
          </a:xfrm>
          <a:prstGeom prst="rect">
            <a:avLst/>
          </a:prstGeom>
        </p:spPr>
      </p:pic>
      <p:grpSp>
        <p:nvGrpSpPr>
          <p:cNvPr id="4" name="Groep 3">
            <a:extLst>
              <a:ext uri="{FF2B5EF4-FFF2-40B4-BE49-F238E27FC236}">
                <a16:creationId xmlns:a16="http://schemas.microsoft.com/office/drawing/2014/main" id="{FACECBB4-C8F1-429D-9F4B-AD3CB13BD2C2}"/>
              </a:ext>
            </a:extLst>
          </p:cNvPr>
          <p:cNvGrpSpPr/>
          <p:nvPr userDrawn="1"/>
        </p:nvGrpSpPr>
        <p:grpSpPr>
          <a:xfrm>
            <a:off x="10940811" y="6569424"/>
            <a:ext cx="1182425" cy="235435"/>
            <a:chOff x="8426207" y="1234430"/>
            <a:chExt cx="2323293" cy="462595"/>
          </a:xfrm>
        </p:grpSpPr>
        <p:pic>
          <p:nvPicPr>
            <p:cNvPr id="5" name="Afbeelding 4">
              <a:extLst>
                <a:ext uri="{FF2B5EF4-FFF2-40B4-BE49-F238E27FC236}">
                  <a16:creationId xmlns:a16="http://schemas.microsoft.com/office/drawing/2014/main" id="{CFFC6803-4372-44AA-AB41-ABE4430F93AE}"/>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r="48371"/>
            <a:stretch/>
          </p:blipFill>
          <p:spPr>
            <a:xfrm>
              <a:off x="8426207" y="1337023"/>
              <a:ext cx="601328" cy="360000"/>
            </a:xfrm>
            <a:prstGeom prst="rect">
              <a:avLst/>
            </a:prstGeom>
          </p:spPr>
        </p:pic>
        <p:pic>
          <p:nvPicPr>
            <p:cNvPr id="6" name="Afbeelding 5">
              <a:extLst>
                <a:ext uri="{FF2B5EF4-FFF2-40B4-BE49-F238E27FC236}">
                  <a16:creationId xmlns:a16="http://schemas.microsoft.com/office/drawing/2014/main" id="{365A08A6-0B74-4E29-8AE2-3FE7E15245D9}"/>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r="57054"/>
            <a:stretch/>
          </p:blipFill>
          <p:spPr>
            <a:xfrm>
              <a:off x="9131896" y="1234430"/>
              <a:ext cx="895535" cy="462595"/>
            </a:xfrm>
            <a:prstGeom prst="rect">
              <a:avLst/>
            </a:prstGeom>
          </p:spPr>
        </p:pic>
        <p:pic>
          <p:nvPicPr>
            <p:cNvPr id="7" name="Afbeelding 6">
              <a:extLst>
                <a:ext uri="{FF2B5EF4-FFF2-40B4-BE49-F238E27FC236}">
                  <a16:creationId xmlns:a16="http://schemas.microsoft.com/office/drawing/2014/main" id="{B917837F-E126-4FEE-AA00-F50006915A0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138362" y="1337023"/>
              <a:ext cx="611138" cy="360000"/>
            </a:xfrm>
            <a:prstGeom prst="rect">
              <a:avLst/>
            </a:prstGeom>
          </p:spPr>
        </p:pic>
      </p:grpSp>
      <p:sp>
        <p:nvSpPr>
          <p:cNvPr id="11" name="Rechthoek 10">
            <a:extLst>
              <a:ext uri="{FF2B5EF4-FFF2-40B4-BE49-F238E27FC236}">
                <a16:creationId xmlns:a16="http://schemas.microsoft.com/office/drawing/2014/main" id="{7B3FC55E-9D0E-4CA3-B147-8AE81CD09F5E}"/>
              </a:ext>
            </a:extLst>
          </p:cNvPr>
          <p:cNvSpPr/>
          <p:nvPr userDrawn="1"/>
        </p:nvSpPr>
        <p:spPr>
          <a:xfrm>
            <a:off x="0" y="-1"/>
            <a:ext cx="3571336" cy="6858001"/>
          </a:xfrm>
          <a:prstGeom prst="rect">
            <a:avLst/>
          </a:prstGeom>
          <a:solidFill>
            <a:srgbClr val="383C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sz="3000"/>
          </a:p>
        </p:txBody>
      </p:sp>
      <p:sp>
        <p:nvSpPr>
          <p:cNvPr id="15" name="Titel 3">
            <a:extLst>
              <a:ext uri="{FF2B5EF4-FFF2-40B4-BE49-F238E27FC236}">
                <a16:creationId xmlns:a16="http://schemas.microsoft.com/office/drawing/2014/main" id="{99EBEBB3-5D37-494E-BB8B-4D56E5E9706C}"/>
              </a:ext>
            </a:extLst>
          </p:cNvPr>
          <p:cNvSpPr>
            <a:spLocks noGrp="1"/>
          </p:cNvSpPr>
          <p:nvPr>
            <p:ph type="title" hasCustomPrompt="1"/>
          </p:nvPr>
        </p:nvSpPr>
        <p:spPr>
          <a:xfrm>
            <a:off x="4313928" y="1322655"/>
            <a:ext cx="7135483" cy="1325563"/>
          </a:xfrm>
          <a:prstGeom prst="rect">
            <a:avLst/>
          </a:prstGeom>
        </p:spPr>
        <p:txBody>
          <a:bodyPr/>
          <a:lstStyle>
            <a:lvl1pPr algn="ctr">
              <a:defRPr sz="3600" b="1">
                <a:solidFill>
                  <a:srgbClr val="EEA41F"/>
                </a:solidFill>
                <a:latin typeface="Calibri" panose="020F0502020204030204" pitchFamily="34" charset="0"/>
                <a:cs typeface="Calibri" panose="020F0502020204030204" pitchFamily="34" charset="0"/>
              </a:defRPr>
            </a:lvl1pPr>
          </a:lstStyle>
          <a:p>
            <a:pPr lvl="0"/>
            <a:r>
              <a:rPr lang="nl-BE" err="1"/>
              <a:t>Chapter</a:t>
            </a:r>
            <a:r>
              <a:rPr lang="nl-BE"/>
              <a:t> </a:t>
            </a:r>
            <a:r>
              <a:rPr lang="nl-BE" err="1"/>
              <a:t>title</a:t>
            </a:r>
            <a:endParaRPr lang="nl-BE"/>
          </a:p>
        </p:txBody>
      </p:sp>
      <p:sp>
        <p:nvSpPr>
          <p:cNvPr id="3" name="Tijdelijke aanduiding voor tekst 2">
            <a:extLst>
              <a:ext uri="{FF2B5EF4-FFF2-40B4-BE49-F238E27FC236}">
                <a16:creationId xmlns:a16="http://schemas.microsoft.com/office/drawing/2014/main" id="{3E6A9880-966A-40B7-81F2-C7E8FAD3EB7B}"/>
              </a:ext>
            </a:extLst>
          </p:cNvPr>
          <p:cNvSpPr>
            <a:spLocks noGrp="1"/>
          </p:cNvSpPr>
          <p:nvPr>
            <p:ph type="body" sz="quarter" idx="10" hasCustomPrompt="1"/>
          </p:nvPr>
        </p:nvSpPr>
        <p:spPr>
          <a:xfrm>
            <a:off x="4313238" y="3122763"/>
            <a:ext cx="7135812" cy="2412851"/>
          </a:xfrm>
          <a:prstGeom prst="rect">
            <a:avLst/>
          </a:prstGeom>
        </p:spPr>
        <p:txBody>
          <a:bodyPr>
            <a:normAutofit/>
          </a:bodyPr>
          <a:lstStyle>
            <a:lvl1pPr marL="131395" indent="0" algn="ctr">
              <a:buNone/>
              <a:defRPr sz="2000" b="0">
                <a:solidFill>
                  <a:srgbClr val="56B1CA"/>
                </a:solidFill>
                <a:latin typeface="Calibri" panose="020F0502020204030204" pitchFamily="34" charset="0"/>
                <a:cs typeface="Calibri" panose="020F0502020204030204" pitchFamily="34" charset="0"/>
              </a:defRPr>
            </a:lvl1pPr>
          </a:lstStyle>
          <a:p>
            <a:pPr lvl="0"/>
            <a:r>
              <a:rPr lang="nl-BE"/>
              <a:t>Topic 1</a:t>
            </a:r>
          </a:p>
          <a:p>
            <a:pPr lvl="0"/>
            <a:r>
              <a:rPr lang="nl-BE"/>
              <a:t>Topic 2</a:t>
            </a:r>
          </a:p>
          <a:p>
            <a:pPr lvl="0"/>
            <a:r>
              <a:rPr lang="nl-BE"/>
              <a:t>Topic 3</a:t>
            </a:r>
          </a:p>
          <a:p>
            <a:pPr lvl="0"/>
            <a:r>
              <a:rPr lang="nl-BE"/>
              <a:t>…</a:t>
            </a:r>
          </a:p>
        </p:txBody>
      </p:sp>
      <p:cxnSp>
        <p:nvCxnSpPr>
          <p:cNvPr id="9" name="Rechte verbindingslijn 8">
            <a:extLst>
              <a:ext uri="{FF2B5EF4-FFF2-40B4-BE49-F238E27FC236}">
                <a16:creationId xmlns:a16="http://schemas.microsoft.com/office/drawing/2014/main" id="{99EC82D2-1465-49FA-880E-8C336985045D}"/>
              </a:ext>
            </a:extLst>
          </p:cNvPr>
          <p:cNvCxnSpPr/>
          <p:nvPr userDrawn="1"/>
        </p:nvCxnSpPr>
        <p:spPr>
          <a:xfrm>
            <a:off x="5750421" y="2872599"/>
            <a:ext cx="4261449"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71085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_v1">
    <p:spTree>
      <p:nvGrpSpPr>
        <p:cNvPr id="1" name=""/>
        <p:cNvGrpSpPr/>
        <p:nvPr/>
      </p:nvGrpSpPr>
      <p:grpSpPr>
        <a:xfrm>
          <a:off x="0" y="0"/>
          <a:ext cx="0" cy="0"/>
          <a:chOff x="0" y="0"/>
          <a:chExt cx="0" cy="0"/>
        </a:xfrm>
      </p:grpSpPr>
      <p:pic>
        <p:nvPicPr>
          <p:cNvPr id="17" name="Afbeelding 16" descr="Afbeelding met foto, wit, zwart, tekst&#10;&#10;Beschrijving is gegenereerd met zeer hoge betrouwbaarheid">
            <a:extLst>
              <a:ext uri="{FF2B5EF4-FFF2-40B4-BE49-F238E27FC236}">
                <a16:creationId xmlns:a16="http://schemas.microsoft.com/office/drawing/2014/main" id="{6D9DC6C7-3037-4A6D-B4D3-3907EB229002}"/>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7120" t="25579" r="19034" b="67822"/>
          <a:stretch/>
        </p:blipFill>
        <p:spPr>
          <a:xfrm>
            <a:off x="-1" y="-2660"/>
            <a:ext cx="12192001" cy="629729"/>
          </a:xfrm>
          <a:prstGeom prst="rect">
            <a:avLst/>
          </a:prstGeom>
        </p:spPr>
      </p:pic>
      <p:sp>
        <p:nvSpPr>
          <p:cNvPr id="19" name="Rechthoek 18">
            <a:extLst>
              <a:ext uri="{FF2B5EF4-FFF2-40B4-BE49-F238E27FC236}">
                <a16:creationId xmlns:a16="http://schemas.microsoft.com/office/drawing/2014/main" id="{DCCE6B29-7204-4687-8894-4A347CA83140}"/>
              </a:ext>
            </a:extLst>
          </p:cNvPr>
          <p:cNvSpPr/>
          <p:nvPr userDrawn="1"/>
        </p:nvSpPr>
        <p:spPr>
          <a:xfrm>
            <a:off x="1" y="-2661"/>
            <a:ext cx="12192001" cy="632390"/>
          </a:xfrm>
          <a:prstGeom prst="rect">
            <a:avLst/>
          </a:prstGeom>
          <a:solidFill>
            <a:srgbClr val="383C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sz="3000"/>
          </a:p>
        </p:txBody>
      </p:sp>
      <p:sp>
        <p:nvSpPr>
          <p:cNvPr id="2" name="Titel 1">
            <a:extLst>
              <a:ext uri="{FF2B5EF4-FFF2-40B4-BE49-F238E27FC236}">
                <a16:creationId xmlns:a16="http://schemas.microsoft.com/office/drawing/2014/main" id="{487BD0D8-3CA7-4C8D-8A26-1752BFB06BA9}"/>
              </a:ext>
            </a:extLst>
          </p:cNvPr>
          <p:cNvSpPr>
            <a:spLocks noGrp="1"/>
          </p:cNvSpPr>
          <p:nvPr>
            <p:ph type="title" hasCustomPrompt="1"/>
          </p:nvPr>
        </p:nvSpPr>
        <p:spPr>
          <a:xfrm>
            <a:off x="71871" y="42451"/>
            <a:ext cx="11901595" cy="466510"/>
          </a:xfrm>
          <a:prstGeom prst="rect">
            <a:avLst/>
          </a:prstGeom>
        </p:spPr>
        <p:txBody>
          <a:bodyPr/>
          <a:lstStyle>
            <a:lvl1pPr>
              <a:defRPr sz="3600" b="1" cap="small" baseline="0">
                <a:solidFill>
                  <a:srgbClr val="FFC000"/>
                </a:solidFill>
                <a:latin typeface="Calibri" panose="020F0502020204030204" pitchFamily="34" charset="0"/>
                <a:cs typeface="Calibri" panose="020F0502020204030204" pitchFamily="34" charset="0"/>
              </a:defRPr>
            </a:lvl1pPr>
          </a:lstStyle>
          <a:p>
            <a:r>
              <a:rPr lang="nl-NL" err="1"/>
              <a:t>Add</a:t>
            </a:r>
            <a:r>
              <a:rPr lang="nl-NL"/>
              <a:t> </a:t>
            </a:r>
            <a:r>
              <a:rPr lang="nl-NL" err="1"/>
              <a:t>your</a:t>
            </a:r>
            <a:r>
              <a:rPr lang="nl-NL"/>
              <a:t> </a:t>
            </a:r>
            <a:r>
              <a:rPr lang="nl-NL" err="1"/>
              <a:t>title</a:t>
            </a:r>
            <a:endParaRPr lang="nl-BE"/>
          </a:p>
        </p:txBody>
      </p:sp>
      <p:sp>
        <p:nvSpPr>
          <p:cNvPr id="16" name="Tijdelijke aanduiding voor dianummer 5">
            <a:extLst>
              <a:ext uri="{FF2B5EF4-FFF2-40B4-BE49-F238E27FC236}">
                <a16:creationId xmlns:a16="http://schemas.microsoft.com/office/drawing/2014/main" id="{AB3FB249-97A8-44D3-8324-B122B19FF336}"/>
              </a:ext>
            </a:extLst>
          </p:cNvPr>
          <p:cNvSpPr>
            <a:spLocks noGrp="1"/>
          </p:cNvSpPr>
          <p:nvPr>
            <p:ph type="sldNum" sz="quarter" idx="12"/>
          </p:nvPr>
        </p:nvSpPr>
        <p:spPr>
          <a:xfrm>
            <a:off x="11419921" y="284258"/>
            <a:ext cx="757687" cy="365125"/>
          </a:xfrm>
          <a:prstGeom prst="rect">
            <a:avLst/>
          </a:prstGeom>
        </p:spPr>
        <p:txBody>
          <a:bodyPr/>
          <a:lstStyle>
            <a:lvl1pPr algn="r">
              <a:defRPr>
                <a:solidFill>
                  <a:srgbClr val="FFFFFF"/>
                </a:solidFill>
                <a:latin typeface="Calibri" panose="020F0502020204030204" pitchFamily="34" charset="0"/>
                <a:cs typeface="Calibri" panose="020F0502020204030204" pitchFamily="34" charset="0"/>
              </a:defRPr>
            </a:lvl1pPr>
          </a:lstStyle>
          <a:p>
            <a:fld id="{6CC159E5-E11E-4234-B430-04E778A81C64}" type="slidenum">
              <a:rPr lang="nl-BE" smtClean="0"/>
              <a:pPr/>
              <a:t>‹Nº›</a:t>
            </a:fld>
            <a:endParaRPr lang="nl-BE"/>
          </a:p>
        </p:txBody>
      </p:sp>
      <p:pic>
        <p:nvPicPr>
          <p:cNvPr id="7" name="Graphic 6">
            <a:extLst>
              <a:ext uri="{FF2B5EF4-FFF2-40B4-BE49-F238E27FC236}">
                <a16:creationId xmlns:a16="http://schemas.microsoft.com/office/drawing/2014/main" id="{DF93ABB5-02CD-45B8-89E2-A2025D5F9CE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7859" b="12399"/>
          <a:stretch/>
        </p:blipFill>
        <p:spPr>
          <a:xfrm>
            <a:off x="11177144" y="5866647"/>
            <a:ext cx="1006474" cy="991354"/>
          </a:xfrm>
          <a:prstGeom prst="rect">
            <a:avLst/>
          </a:prstGeom>
        </p:spPr>
      </p:pic>
      <p:sp>
        <p:nvSpPr>
          <p:cNvPr id="8" name="Rechthoek 7">
            <a:extLst>
              <a:ext uri="{FF2B5EF4-FFF2-40B4-BE49-F238E27FC236}">
                <a16:creationId xmlns:a16="http://schemas.microsoft.com/office/drawing/2014/main" id="{B40700EE-D8A4-4085-9217-8DC0CE42E62D}"/>
              </a:ext>
            </a:extLst>
          </p:cNvPr>
          <p:cNvSpPr/>
          <p:nvPr userDrawn="1"/>
        </p:nvSpPr>
        <p:spPr>
          <a:xfrm>
            <a:off x="11177144" y="5866646"/>
            <a:ext cx="1006474" cy="991354"/>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3000"/>
          </a:p>
        </p:txBody>
      </p:sp>
      <p:grpSp>
        <p:nvGrpSpPr>
          <p:cNvPr id="12" name="Groep 11">
            <a:extLst>
              <a:ext uri="{FF2B5EF4-FFF2-40B4-BE49-F238E27FC236}">
                <a16:creationId xmlns:a16="http://schemas.microsoft.com/office/drawing/2014/main" id="{A99A2495-8F68-4AB9-B9E9-37261505F1BF}"/>
              </a:ext>
            </a:extLst>
          </p:cNvPr>
          <p:cNvGrpSpPr/>
          <p:nvPr userDrawn="1"/>
        </p:nvGrpSpPr>
        <p:grpSpPr>
          <a:xfrm>
            <a:off x="103341" y="6545612"/>
            <a:ext cx="1182425" cy="235435"/>
            <a:chOff x="8426207" y="1234430"/>
            <a:chExt cx="2323293" cy="462595"/>
          </a:xfrm>
        </p:grpSpPr>
        <p:pic>
          <p:nvPicPr>
            <p:cNvPr id="13" name="Afbeelding 12">
              <a:extLst>
                <a:ext uri="{FF2B5EF4-FFF2-40B4-BE49-F238E27FC236}">
                  <a16:creationId xmlns:a16="http://schemas.microsoft.com/office/drawing/2014/main" id="{F7512792-8657-4D9D-88DF-C8CF862CD82D}"/>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r="48371"/>
            <a:stretch/>
          </p:blipFill>
          <p:spPr>
            <a:xfrm>
              <a:off x="8426207" y="1337023"/>
              <a:ext cx="601328" cy="360000"/>
            </a:xfrm>
            <a:prstGeom prst="rect">
              <a:avLst/>
            </a:prstGeom>
          </p:spPr>
        </p:pic>
        <p:pic>
          <p:nvPicPr>
            <p:cNvPr id="14" name="Afbeelding 13">
              <a:extLst>
                <a:ext uri="{FF2B5EF4-FFF2-40B4-BE49-F238E27FC236}">
                  <a16:creationId xmlns:a16="http://schemas.microsoft.com/office/drawing/2014/main" id="{38CE231D-97B7-46D6-A9FF-EFCD0886F704}"/>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r="57054"/>
            <a:stretch/>
          </p:blipFill>
          <p:spPr>
            <a:xfrm>
              <a:off x="9131896" y="1234430"/>
              <a:ext cx="895535" cy="462595"/>
            </a:xfrm>
            <a:prstGeom prst="rect">
              <a:avLst/>
            </a:prstGeom>
          </p:spPr>
        </p:pic>
        <p:pic>
          <p:nvPicPr>
            <p:cNvPr id="15" name="Afbeelding 14">
              <a:extLst>
                <a:ext uri="{FF2B5EF4-FFF2-40B4-BE49-F238E27FC236}">
                  <a16:creationId xmlns:a16="http://schemas.microsoft.com/office/drawing/2014/main" id="{BEC5797E-6C70-414D-91BE-B0EDF4E56017}"/>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138362" y="1337023"/>
              <a:ext cx="611138" cy="360000"/>
            </a:xfrm>
            <a:prstGeom prst="rect">
              <a:avLst/>
            </a:prstGeom>
          </p:spPr>
        </p:pic>
      </p:grpSp>
      <p:sp>
        <p:nvSpPr>
          <p:cNvPr id="4" name="Tijdelijke aanduiding voor tekst 3">
            <a:extLst>
              <a:ext uri="{FF2B5EF4-FFF2-40B4-BE49-F238E27FC236}">
                <a16:creationId xmlns:a16="http://schemas.microsoft.com/office/drawing/2014/main" id="{230A8BB4-B96E-4E7B-83D7-48C0CA6F10EA}"/>
              </a:ext>
            </a:extLst>
          </p:cNvPr>
          <p:cNvSpPr>
            <a:spLocks noGrp="1"/>
          </p:cNvSpPr>
          <p:nvPr>
            <p:ph type="body" sz="quarter" idx="13"/>
          </p:nvPr>
        </p:nvSpPr>
        <p:spPr>
          <a:xfrm>
            <a:off x="632234" y="1115411"/>
            <a:ext cx="10927533" cy="4997944"/>
          </a:xfrm>
          <a:prstGeom prst="rect">
            <a:avLst/>
          </a:prstGeom>
        </p:spPr>
        <p:txBody>
          <a:bodyPr vert="horz" lIns="91440" tIns="45720" rIns="91440" bIns="45720" rtlCol="0">
            <a:normAutofit/>
          </a:bodyPr>
          <a:lstStyle>
            <a:lvl1pPr>
              <a:defRPr lang="nl-NL" sz="2400" dirty="0">
                <a:latin typeface="Calibri" panose="020F0502020204030204" pitchFamily="34" charset="0"/>
                <a:cs typeface="Calibri" panose="020F0502020204030204" pitchFamily="34" charset="0"/>
              </a:defRPr>
            </a:lvl1pPr>
            <a:lvl2pPr>
              <a:defRPr lang="nl-NL" sz="2000" dirty="0">
                <a:latin typeface="Calibri" panose="020F0502020204030204" pitchFamily="34" charset="0"/>
                <a:cs typeface="Calibri" panose="020F0502020204030204" pitchFamily="34" charset="0"/>
              </a:defRPr>
            </a:lvl2pPr>
            <a:lvl3pPr>
              <a:defRPr lang="nl-NL" sz="1800" dirty="0">
                <a:latin typeface="Calibri" panose="020F0502020204030204" pitchFamily="34" charset="0"/>
                <a:cs typeface="Calibri" panose="020F0502020204030204" pitchFamily="34" charset="0"/>
              </a:defRPr>
            </a:lvl3pPr>
            <a:lvl4pPr>
              <a:defRPr lang="nl-NL" sz="1600" dirty="0">
                <a:latin typeface="Calibri" panose="020F0502020204030204" pitchFamily="34" charset="0"/>
                <a:cs typeface="Calibri" panose="020F0502020204030204" pitchFamily="34" charset="0"/>
              </a:defRPr>
            </a:lvl4pPr>
            <a:lvl5pPr>
              <a:defRPr lang="nl-BE" sz="1600" dirty="0">
                <a:latin typeface="Calibri" panose="020F0502020204030204" pitchFamily="34" charset="0"/>
                <a:cs typeface="Calibri" panose="020F0502020204030204" pitchFamily="34" charset="0"/>
              </a:defRPr>
            </a:lvl5pPr>
          </a:lstStyle>
          <a:p>
            <a:pPr marL="359986" lvl="0">
              <a:buClr>
                <a:srgbClr val="40387C"/>
              </a:buClr>
              <a:buSzPct val="80000"/>
              <a:buFont typeface="Century Gothic" panose="020B0502020202020204" pitchFamily="34" charset="0"/>
              <a:buChar char="■"/>
            </a:pPr>
            <a:r>
              <a:rPr lang="nl-NL"/>
              <a:t>Tekststijl van het model bewerken</a:t>
            </a:r>
          </a:p>
          <a:p>
            <a:pPr marL="719971" lvl="1">
              <a:buClr>
                <a:srgbClr val="EEA41F"/>
              </a:buClr>
              <a:buSzPct val="80000"/>
              <a:buFont typeface="Century Gothic" panose="020B0502020202020204" pitchFamily="34" charset="0"/>
              <a:buChar char="■"/>
            </a:pPr>
            <a:r>
              <a:rPr lang="nl-NL"/>
              <a:t>Tweede niveau</a:t>
            </a:r>
          </a:p>
          <a:p>
            <a:pPr marL="1079957" lvl="2">
              <a:buClr>
                <a:srgbClr val="92327C"/>
              </a:buClr>
              <a:buSzPct val="80000"/>
              <a:buFont typeface="Century Gothic" panose="020B0502020202020204" pitchFamily="34" charset="0"/>
              <a:buChar char="■"/>
            </a:pPr>
            <a:r>
              <a:rPr lang="nl-NL"/>
              <a:t>Derde niveau</a:t>
            </a:r>
          </a:p>
          <a:p>
            <a:pPr marL="1439942" lvl="3">
              <a:buClr>
                <a:srgbClr val="56B1CA"/>
              </a:buClr>
              <a:buSzPct val="80000"/>
              <a:buFont typeface="Century Gothic" panose="020B0502020202020204" pitchFamily="34" charset="0"/>
              <a:buChar char="■"/>
            </a:pPr>
            <a:r>
              <a:rPr lang="nl-NL"/>
              <a:t>Vierde niveau</a:t>
            </a:r>
          </a:p>
          <a:p>
            <a:pPr marL="1799928" lvl="4">
              <a:buClr>
                <a:srgbClr val="E91D25"/>
              </a:buClr>
              <a:buSzPct val="80000"/>
              <a:buFont typeface="Century Gothic" panose="020B0502020202020204" pitchFamily="34" charset="0"/>
              <a:buChar char="■"/>
            </a:pPr>
            <a:r>
              <a:rPr lang="nl-NL"/>
              <a:t>Vijfde niveau</a:t>
            </a:r>
            <a:endParaRPr lang="nl-BE"/>
          </a:p>
        </p:txBody>
      </p:sp>
    </p:spTree>
    <p:extLst>
      <p:ext uri="{BB962C8B-B14F-4D97-AF65-F5344CB8AC3E}">
        <p14:creationId xmlns:p14="http://schemas.microsoft.com/office/powerpoint/2010/main" val="345233387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4" name="Rectangle 15"/>
          <p:cNvSpPr>
            <a:spLocks noChangeArrowheads="1"/>
          </p:cNvSpPr>
          <p:nvPr userDrawn="1"/>
        </p:nvSpPr>
        <p:spPr bwMode="auto">
          <a:xfrm>
            <a:off x="0" y="301"/>
            <a:ext cx="12192000" cy="2385600"/>
          </a:xfrm>
          <a:prstGeom prst="rect">
            <a:avLst/>
          </a:prstGeom>
          <a:solidFill>
            <a:srgbClr val="003399"/>
          </a:solidFill>
          <a:ln>
            <a:noFill/>
          </a:ln>
          <a:effectLst/>
          <a:extLs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GB" sz="2400"/>
          </a:p>
        </p:txBody>
      </p:sp>
      <p:sp>
        <p:nvSpPr>
          <p:cNvPr id="374788" name="Line 4"/>
          <p:cNvSpPr>
            <a:spLocks noChangeShapeType="1"/>
          </p:cNvSpPr>
          <p:nvPr/>
        </p:nvSpPr>
        <p:spPr bwMode="auto">
          <a:xfrm>
            <a:off x="478367" y="4584000"/>
            <a:ext cx="7198784" cy="0"/>
          </a:xfrm>
          <a:prstGeom prst="line">
            <a:avLst/>
          </a:prstGeom>
          <a:noFill/>
          <a:ln w="127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400"/>
          </a:p>
        </p:txBody>
      </p:sp>
      <p:sp>
        <p:nvSpPr>
          <p:cNvPr id="374791" name="Line 7"/>
          <p:cNvSpPr>
            <a:spLocks noChangeShapeType="1"/>
          </p:cNvSpPr>
          <p:nvPr/>
        </p:nvSpPr>
        <p:spPr bwMode="auto">
          <a:xfrm>
            <a:off x="0" y="2386013"/>
            <a:ext cx="12192000" cy="0"/>
          </a:xfrm>
          <a:prstGeom prst="line">
            <a:avLst/>
          </a:prstGeom>
          <a:noFill/>
          <a:ln w="31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endParaRPr lang="en-GB" sz="2400"/>
          </a:p>
        </p:txBody>
      </p:sp>
      <p:sp>
        <p:nvSpPr>
          <p:cNvPr id="374800" name="Line 16"/>
          <p:cNvSpPr>
            <a:spLocks noChangeShapeType="1"/>
          </p:cNvSpPr>
          <p:nvPr/>
        </p:nvSpPr>
        <p:spPr bwMode="auto">
          <a:xfrm>
            <a:off x="0" y="6732589"/>
            <a:ext cx="12192000" cy="1587"/>
          </a:xfrm>
          <a:prstGeom prst="line">
            <a:avLst/>
          </a:prstGeom>
          <a:noFill/>
          <a:ln w="31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400"/>
          </a:p>
        </p:txBody>
      </p:sp>
      <p:sp>
        <p:nvSpPr>
          <p:cNvPr id="15" name="Rectangle 15"/>
          <p:cNvSpPr>
            <a:spLocks noChangeArrowheads="1"/>
          </p:cNvSpPr>
          <p:nvPr userDrawn="1"/>
        </p:nvSpPr>
        <p:spPr bwMode="auto">
          <a:xfrm>
            <a:off x="0" y="6734400"/>
            <a:ext cx="12192000" cy="124800"/>
          </a:xfrm>
          <a:prstGeom prst="rect">
            <a:avLst/>
          </a:prstGeom>
          <a:solidFill>
            <a:srgbClr val="003399"/>
          </a:solidFill>
          <a:ln>
            <a:noFill/>
          </a:ln>
          <a:effectLst/>
          <a:extLs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GB" sz="2400"/>
          </a:p>
        </p:txBody>
      </p:sp>
      <p:sp>
        <p:nvSpPr>
          <p:cNvPr id="3" name="Text Placeholder 2"/>
          <p:cNvSpPr>
            <a:spLocks noGrp="1"/>
          </p:cNvSpPr>
          <p:nvPr>
            <p:ph type="body" sz="quarter" idx="10" hasCustomPrompt="1"/>
          </p:nvPr>
        </p:nvSpPr>
        <p:spPr>
          <a:xfrm>
            <a:off x="478367" y="5349215"/>
            <a:ext cx="7198784" cy="288032"/>
          </a:xfrm>
        </p:spPr>
        <p:txBody>
          <a:bodyPr/>
          <a:lstStyle>
            <a:lvl1pPr>
              <a:lnSpc>
                <a:spcPct val="100000"/>
              </a:lnSpc>
              <a:spcAft>
                <a:spcPts val="0"/>
              </a:spcAft>
              <a:defRPr sz="1467"/>
            </a:lvl1pPr>
          </a:lstStyle>
          <a:p>
            <a:r>
              <a:rPr lang="en-GB" altLang="en-US" kern="0"/>
              <a:t>Event title [optional]</a:t>
            </a:r>
          </a:p>
        </p:txBody>
      </p:sp>
      <p:sp>
        <p:nvSpPr>
          <p:cNvPr id="17" name="TextBox 16">
            <a:extLst>
              <a:ext uri="{FF2B5EF4-FFF2-40B4-BE49-F238E27FC236}">
                <a16:creationId xmlns:a16="http://schemas.microsoft.com/office/drawing/2014/main" id="{5E12B63D-6FD9-AF46-870B-CAEC5D1AA08F}"/>
              </a:ext>
            </a:extLst>
          </p:cNvPr>
          <p:cNvSpPr txBox="1"/>
          <p:nvPr userDrawn="1"/>
        </p:nvSpPr>
        <p:spPr>
          <a:xfrm>
            <a:off x="3985102" y="722990"/>
            <a:ext cx="7463084" cy="923330"/>
          </a:xfrm>
          <a:prstGeom prst="rect">
            <a:avLst/>
          </a:prstGeom>
          <a:noFill/>
        </p:spPr>
        <p:txBody>
          <a:bodyPr wrap="square" rtlCol="0">
            <a:spAutoFit/>
          </a:bodyPr>
          <a:lstStyle/>
          <a:p>
            <a:r>
              <a:rPr lang="en-NL" sz="5400" b="1" i="0">
                <a:solidFill>
                  <a:schemeClr val="bg1"/>
                </a:solidFill>
                <a:latin typeface="Tahoma" panose="020B0604030504040204" pitchFamily="34" charset="0"/>
                <a:ea typeface="Tahoma" panose="020B0604030504040204" pitchFamily="34" charset="0"/>
                <a:cs typeface="Tahoma" panose="020B0604030504040204" pitchFamily="34" charset="0"/>
              </a:rPr>
              <a:t>Coordination</a:t>
            </a:r>
            <a:r>
              <a:rPr lang="en-NL" sz="5400">
                <a:solidFill>
                  <a:schemeClr val="bg1"/>
                </a:solidFill>
              </a:rPr>
              <a:t> </a:t>
            </a:r>
            <a:r>
              <a:rPr lang="en-NL" sz="5400" b="1" i="0">
                <a:solidFill>
                  <a:schemeClr val="bg1"/>
                </a:solidFill>
                <a:latin typeface="Tahoma" panose="020B0604030504040204" pitchFamily="34" charset="0"/>
                <a:ea typeface="Tahoma" panose="020B0604030504040204" pitchFamily="34" charset="0"/>
                <a:cs typeface="Tahoma" panose="020B0604030504040204" pitchFamily="34" charset="0"/>
              </a:rPr>
              <a:t>Centre</a:t>
            </a:r>
          </a:p>
        </p:txBody>
      </p:sp>
      <p:sp>
        <p:nvSpPr>
          <p:cNvPr id="18" name="Rectangle 2">
            <a:extLst>
              <a:ext uri="{FF2B5EF4-FFF2-40B4-BE49-F238E27FC236}">
                <a16:creationId xmlns:a16="http://schemas.microsoft.com/office/drawing/2014/main" id="{D006F15E-B4FC-FD4F-B887-74CD437B10C1}"/>
              </a:ext>
            </a:extLst>
          </p:cNvPr>
          <p:cNvSpPr>
            <a:spLocks noGrp="1" noChangeArrowheads="1"/>
          </p:cNvSpPr>
          <p:nvPr>
            <p:ph type="ctrTitle" hasCustomPrompt="1"/>
          </p:nvPr>
        </p:nvSpPr>
        <p:spPr>
          <a:xfrm>
            <a:off x="478366" y="3429000"/>
            <a:ext cx="7198783" cy="936000"/>
          </a:xfrm>
        </p:spPr>
        <p:txBody>
          <a:bodyPr anchor="b"/>
          <a:lstStyle>
            <a:lvl1pPr>
              <a:lnSpc>
                <a:spcPts val="2100"/>
              </a:lnSpc>
              <a:defRPr sz="1900"/>
            </a:lvl1pPr>
          </a:lstStyle>
          <a:p>
            <a:pPr lvl="0"/>
            <a:r>
              <a:rPr lang="en-GB" altLang="en-US" noProof="0"/>
              <a:t>Click to add title</a:t>
            </a:r>
          </a:p>
        </p:txBody>
      </p:sp>
      <p:sp>
        <p:nvSpPr>
          <p:cNvPr id="19" name="Rectangle 3">
            <a:extLst>
              <a:ext uri="{FF2B5EF4-FFF2-40B4-BE49-F238E27FC236}">
                <a16:creationId xmlns:a16="http://schemas.microsoft.com/office/drawing/2014/main" id="{4B5EC38A-F54A-5D4F-ADE3-1F0ED7FA4100}"/>
              </a:ext>
            </a:extLst>
          </p:cNvPr>
          <p:cNvSpPr>
            <a:spLocks noGrp="1" noChangeArrowheads="1"/>
          </p:cNvSpPr>
          <p:nvPr>
            <p:ph type="subTitle" idx="1" hasCustomPrompt="1"/>
          </p:nvPr>
        </p:nvSpPr>
        <p:spPr>
          <a:xfrm>
            <a:off x="478366" y="4816087"/>
            <a:ext cx="7198782" cy="393902"/>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0" marR="0" indent="0" algn="l" defTabSz="8072438" rtl="0" eaLnBrk="1" fontAlgn="base" latinLnBrk="0" hangingPunct="1">
              <a:lnSpc>
                <a:spcPts val="1200"/>
              </a:lnSpc>
              <a:spcBef>
                <a:spcPct val="0"/>
              </a:spcBef>
              <a:spcAft>
                <a:spcPct val="0"/>
              </a:spcAft>
              <a:buClr>
                <a:srgbClr val="000000"/>
              </a:buClr>
              <a:buSzTx/>
              <a:buFontTx/>
              <a:buNone/>
              <a:tabLst/>
              <a:defRPr sz="1050"/>
            </a:lvl1pPr>
          </a:lstStyle>
          <a:p>
            <a:pPr marL="0" marR="0" lvl="0" indent="0" algn="l" defTabSz="8072438" rtl="0" eaLnBrk="1" fontAlgn="base" latinLnBrk="0" hangingPunct="1">
              <a:lnSpc>
                <a:spcPts val="1200"/>
              </a:lnSpc>
              <a:spcBef>
                <a:spcPct val="0"/>
              </a:spcBef>
              <a:spcAft>
                <a:spcPct val="0"/>
              </a:spcAft>
              <a:buClr>
                <a:srgbClr val="000000"/>
              </a:buClr>
              <a:buSzTx/>
              <a:buFontTx/>
              <a:buNone/>
              <a:tabLst/>
              <a:defRPr/>
            </a:pPr>
            <a:r>
              <a:rPr lang="en-GB" altLang="en-US" noProof="0"/>
              <a:t>Click to add author</a:t>
            </a:r>
          </a:p>
        </p:txBody>
      </p:sp>
      <p:pic>
        <p:nvPicPr>
          <p:cNvPr id="4" name="Picture 3">
            <a:extLst>
              <a:ext uri="{FF2B5EF4-FFF2-40B4-BE49-F238E27FC236}">
                <a16:creationId xmlns:a16="http://schemas.microsoft.com/office/drawing/2014/main" id="{9379F251-64C9-C844-B908-E77AF091FD80}"/>
              </a:ext>
            </a:extLst>
          </p:cNvPr>
          <p:cNvPicPr>
            <a:picLocks noChangeAspect="1"/>
          </p:cNvPicPr>
          <p:nvPr userDrawn="1"/>
        </p:nvPicPr>
        <p:blipFill>
          <a:blip r:embed="rId2"/>
          <a:stretch>
            <a:fillRect/>
          </a:stretch>
        </p:blipFill>
        <p:spPr>
          <a:xfrm>
            <a:off x="594726" y="464577"/>
            <a:ext cx="3136939" cy="1441823"/>
          </a:xfrm>
          <a:prstGeom prst="rect">
            <a:avLst/>
          </a:prstGeom>
        </p:spPr>
      </p:pic>
    </p:spTree>
    <p:extLst>
      <p:ext uri="{BB962C8B-B14F-4D97-AF65-F5344CB8AC3E}">
        <p14:creationId xmlns:p14="http://schemas.microsoft.com/office/powerpoint/2010/main" val="39954398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b="0" baseline="0"/>
            </a:lvl1pPr>
          </a:lstStyle>
          <a:p>
            <a:r>
              <a:rPr lang="en-GB"/>
              <a:t>Click to edit Master title style</a:t>
            </a:r>
          </a:p>
        </p:txBody>
      </p:sp>
      <p:sp>
        <p:nvSpPr>
          <p:cNvPr id="3" name="Content Placeholder 2"/>
          <p:cNvSpPr>
            <a:spLocks noGrp="1"/>
          </p:cNvSpPr>
          <p:nvPr>
            <p:ph sz="half" idx="1"/>
          </p:nvPr>
        </p:nvSpPr>
        <p:spPr>
          <a:xfrm>
            <a:off x="478368" y="2159001"/>
            <a:ext cx="5491200" cy="3959225"/>
          </a:xfrm>
        </p:spPr>
        <p:txBody>
          <a:bodyPr/>
          <a:lstStyle>
            <a:lvl1pPr marL="0" marR="0" indent="0" algn="l" defTabSz="10762982" rtl="0" eaLnBrk="1" fontAlgn="base" latinLnBrk="0" hangingPunct="1">
              <a:lnSpc>
                <a:spcPts val="2800"/>
              </a:lnSpc>
              <a:spcBef>
                <a:spcPct val="0"/>
              </a:spcBef>
              <a:spcAft>
                <a:spcPts val="1200"/>
              </a:spcAft>
              <a:buClr>
                <a:srgbClr val="000000"/>
              </a:buClr>
              <a:buSzTx/>
              <a:buFontTx/>
              <a:buNone/>
              <a:tabLst/>
              <a:defRPr sz="2000"/>
            </a:lvl1pPr>
            <a:lvl2pPr>
              <a:defRPr sz="1800"/>
            </a:lvl2pPr>
            <a:lvl3pPr>
              <a:defRPr sz="1600"/>
            </a:lvl3pPr>
            <a:lvl4pPr>
              <a:defRPr sz="1400"/>
            </a:lvl4pPr>
            <a:lvl5pPr>
              <a:defRPr sz="1400"/>
            </a:lvl5pPr>
            <a:lvl6pPr>
              <a:defRPr sz="2400"/>
            </a:lvl6pPr>
            <a:lvl7pPr>
              <a:defRPr sz="2400"/>
            </a:lvl7pPr>
            <a:lvl8pPr>
              <a:defRPr sz="2400"/>
            </a:lvl8pPr>
            <a:lvl9pPr>
              <a:defRPr sz="2400"/>
            </a:lvl9pPr>
          </a:lstStyle>
          <a:p>
            <a:pPr marL="0" marR="0" lvl="0" indent="0" algn="l" defTabSz="10762982" rtl="0" eaLnBrk="1" fontAlgn="base" latinLnBrk="0" hangingPunct="1">
              <a:lnSpc>
                <a:spcPts val="2800"/>
              </a:lnSpc>
              <a:spcBef>
                <a:spcPct val="0"/>
              </a:spcBef>
              <a:spcAft>
                <a:spcPts val="1200"/>
              </a:spcAft>
              <a:buClr>
                <a:srgbClr val="000000"/>
              </a:buClr>
              <a:buSzTx/>
              <a:buFontTx/>
              <a:buNone/>
              <a:tabLst/>
              <a:defRPr/>
            </a:pPr>
            <a:r>
              <a:rPr lang="en-GB"/>
              <a:t>Click to edit Master text styles</a:t>
            </a:r>
          </a:p>
          <a:p>
            <a:pPr marL="0" marR="0" lvl="1" indent="0" algn="l" defTabSz="10762982" rtl="0" eaLnBrk="1" fontAlgn="base" latinLnBrk="0" hangingPunct="1">
              <a:lnSpc>
                <a:spcPts val="2800"/>
              </a:lnSpc>
              <a:spcBef>
                <a:spcPct val="0"/>
              </a:spcBef>
              <a:spcAft>
                <a:spcPts val="1200"/>
              </a:spcAft>
              <a:buClr>
                <a:srgbClr val="000000"/>
              </a:buClr>
              <a:buSzTx/>
              <a:buFontTx/>
              <a:buNone/>
              <a:tabLst/>
              <a:defRPr/>
            </a:pPr>
            <a:r>
              <a:rPr lang="en-GB"/>
              <a:t>Second level</a:t>
            </a:r>
          </a:p>
          <a:p>
            <a:pPr marL="0" marR="0" lvl="2" indent="0" algn="l" defTabSz="10762982" rtl="0" eaLnBrk="1" fontAlgn="base" latinLnBrk="0" hangingPunct="1">
              <a:lnSpc>
                <a:spcPts val="2800"/>
              </a:lnSpc>
              <a:spcBef>
                <a:spcPct val="0"/>
              </a:spcBef>
              <a:spcAft>
                <a:spcPts val="1200"/>
              </a:spcAft>
              <a:buClr>
                <a:srgbClr val="000000"/>
              </a:buClr>
              <a:buSzTx/>
              <a:buFontTx/>
              <a:buNone/>
              <a:tabLst/>
              <a:defRPr/>
            </a:pPr>
            <a:r>
              <a:rPr lang="en-GB"/>
              <a:t>Third level</a:t>
            </a:r>
          </a:p>
          <a:p>
            <a:pPr marL="0" marR="0" lvl="3" indent="0" algn="l" defTabSz="10762982" rtl="0" eaLnBrk="1" fontAlgn="base" latinLnBrk="0" hangingPunct="1">
              <a:lnSpc>
                <a:spcPts val="2800"/>
              </a:lnSpc>
              <a:spcBef>
                <a:spcPct val="0"/>
              </a:spcBef>
              <a:spcAft>
                <a:spcPts val="1200"/>
              </a:spcAft>
              <a:buClr>
                <a:srgbClr val="000000"/>
              </a:buClr>
              <a:buSzTx/>
              <a:buFontTx/>
              <a:buNone/>
              <a:tabLst/>
              <a:defRPr/>
            </a:pPr>
            <a:r>
              <a:rPr lang="en-GB"/>
              <a:t>Fourth level</a:t>
            </a:r>
          </a:p>
          <a:p>
            <a:pPr marL="0" marR="0" lvl="4" indent="0" algn="l" defTabSz="10762982" rtl="0" eaLnBrk="1" fontAlgn="base" latinLnBrk="0" hangingPunct="1">
              <a:lnSpc>
                <a:spcPts val="2800"/>
              </a:lnSpc>
              <a:spcBef>
                <a:spcPct val="0"/>
              </a:spcBef>
              <a:spcAft>
                <a:spcPts val="1200"/>
              </a:spcAft>
              <a:buClr>
                <a:srgbClr val="000000"/>
              </a:buClr>
              <a:buSzTx/>
              <a:buFontTx/>
              <a:buNone/>
              <a:tabLst/>
              <a:defRPr/>
            </a:pPr>
            <a:r>
              <a:rPr lang="en-GB"/>
              <a:t>Fifth level</a:t>
            </a:r>
          </a:p>
        </p:txBody>
      </p:sp>
      <p:sp>
        <p:nvSpPr>
          <p:cNvPr id="5" name="Footer Placeholder 4"/>
          <p:cNvSpPr>
            <a:spLocks noGrp="1"/>
          </p:cNvSpPr>
          <p:nvPr>
            <p:ph type="ftr" sz="quarter" idx="10"/>
          </p:nvPr>
        </p:nvSpPr>
        <p:spPr/>
        <p:txBody>
          <a:bodyPr/>
          <a:lstStyle>
            <a:lvl1pPr>
              <a:defRPr/>
            </a:lvl1pPr>
          </a:lstStyle>
          <a:p>
            <a:r>
              <a:rPr lang="en-GB" altLang="en-US"/>
              <a:t>Introduction of the DARWIN EU® Coordination Centre </a:t>
            </a:r>
          </a:p>
        </p:txBody>
      </p:sp>
      <p:sp>
        <p:nvSpPr>
          <p:cNvPr id="6" name="Slide Number Placeholder 5"/>
          <p:cNvSpPr>
            <a:spLocks noGrp="1"/>
          </p:cNvSpPr>
          <p:nvPr>
            <p:ph type="sldNum" sz="quarter" idx="11"/>
          </p:nvPr>
        </p:nvSpPr>
        <p:spPr/>
        <p:txBody>
          <a:bodyPr/>
          <a:lstStyle>
            <a:lvl1pPr>
              <a:defRPr/>
            </a:lvl1pPr>
          </a:lstStyle>
          <a:p>
            <a:fld id="{CE1512B7-A4D3-45D6-AC99-9D6C4D21B5B0}" type="slidenum">
              <a:rPr lang="en-GB" altLang="en-US"/>
              <a:pPr/>
              <a:t>‹Nº›</a:t>
            </a:fld>
            <a:endParaRPr lang="en-GB" altLang="en-US"/>
          </a:p>
        </p:txBody>
      </p:sp>
      <p:sp>
        <p:nvSpPr>
          <p:cNvPr id="7" name="Date Placeholder 6"/>
          <p:cNvSpPr>
            <a:spLocks noGrp="1"/>
          </p:cNvSpPr>
          <p:nvPr>
            <p:ph type="dt" sz="half" idx="12"/>
          </p:nvPr>
        </p:nvSpPr>
        <p:spPr/>
        <p:txBody>
          <a:bodyPr/>
          <a:lstStyle>
            <a:lvl1pPr>
              <a:defRPr/>
            </a:lvl1pPr>
          </a:lstStyle>
          <a:p>
            <a:fld id="{368657E0-A561-4170-A411-BD648CDEE8B0}" type="datetime4">
              <a:rPr lang="en-US" altLang="en-US" smtClean="0"/>
              <a:t>September 17, 2026</a:t>
            </a:fld>
            <a:endParaRPr lang="en-GB" altLang="en-US"/>
          </a:p>
        </p:txBody>
      </p:sp>
      <p:sp>
        <p:nvSpPr>
          <p:cNvPr id="8" name="Content Placeholder 2"/>
          <p:cNvSpPr>
            <a:spLocks noGrp="1"/>
          </p:cNvSpPr>
          <p:nvPr>
            <p:ph sz="half" idx="13"/>
          </p:nvPr>
        </p:nvSpPr>
        <p:spPr>
          <a:xfrm>
            <a:off x="6216000" y="2159001"/>
            <a:ext cx="5491200" cy="3959225"/>
          </a:xfrm>
        </p:spPr>
        <p:txBody>
          <a:bodyPr/>
          <a:lstStyle>
            <a:lvl1pPr marL="0" marR="0" indent="0" algn="l" defTabSz="10762982" rtl="0" eaLnBrk="1" fontAlgn="base" latinLnBrk="0" hangingPunct="1">
              <a:lnSpc>
                <a:spcPts val="2800"/>
              </a:lnSpc>
              <a:spcBef>
                <a:spcPct val="0"/>
              </a:spcBef>
              <a:spcAft>
                <a:spcPts val="1200"/>
              </a:spcAft>
              <a:buClr>
                <a:srgbClr val="000000"/>
              </a:buClr>
              <a:buSzTx/>
              <a:buFontTx/>
              <a:buNone/>
              <a:tabLst/>
              <a:defRPr sz="2000"/>
            </a:lvl1pPr>
            <a:lvl2pPr>
              <a:defRPr sz="1800"/>
            </a:lvl2pPr>
            <a:lvl3pPr>
              <a:defRPr sz="1600"/>
            </a:lvl3pPr>
            <a:lvl4pPr>
              <a:defRPr sz="1400"/>
            </a:lvl4pPr>
            <a:lvl5pPr>
              <a:defRPr sz="1400"/>
            </a:lvl5pPr>
            <a:lvl6pPr>
              <a:defRPr sz="2400"/>
            </a:lvl6pPr>
            <a:lvl7pPr>
              <a:defRPr sz="2400"/>
            </a:lvl7pPr>
            <a:lvl8pPr>
              <a:defRPr sz="2400"/>
            </a:lvl8pPr>
            <a:lvl9pPr>
              <a:defRPr sz="2400"/>
            </a:lvl9pPr>
          </a:lstStyle>
          <a:p>
            <a:pPr marL="0" marR="0" lvl="0" indent="0" algn="l" defTabSz="10762982" rtl="0" eaLnBrk="1" fontAlgn="base" latinLnBrk="0" hangingPunct="1">
              <a:lnSpc>
                <a:spcPts val="2800"/>
              </a:lnSpc>
              <a:spcBef>
                <a:spcPct val="0"/>
              </a:spcBef>
              <a:spcAft>
                <a:spcPts val="1200"/>
              </a:spcAft>
              <a:buClr>
                <a:srgbClr val="000000"/>
              </a:buClr>
              <a:buSzTx/>
              <a:buFontTx/>
              <a:buNone/>
              <a:tabLst/>
              <a:defRPr/>
            </a:pPr>
            <a:r>
              <a:rPr lang="en-GB"/>
              <a:t>Click to edit Master text styles</a:t>
            </a:r>
          </a:p>
          <a:p>
            <a:pPr marL="0" marR="0" lvl="1" indent="0" algn="l" defTabSz="10762982" rtl="0" eaLnBrk="1" fontAlgn="base" latinLnBrk="0" hangingPunct="1">
              <a:lnSpc>
                <a:spcPts val="2800"/>
              </a:lnSpc>
              <a:spcBef>
                <a:spcPct val="0"/>
              </a:spcBef>
              <a:spcAft>
                <a:spcPts val="1200"/>
              </a:spcAft>
              <a:buClr>
                <a:srgbClr val="000000"/>
              </a:buClr>
              <a:buSzTx/>
              <a:buFontTx/>
              <a:buNone/>
              <a:tabLst/>
              <a:defRPr/>
            </a:pPr>
            <a:r>
              <a:rPr lang="en-GB"/>
              <a:t>Second level</a:t>
            </a:r>
          </a:p>
          <a:p>
            <a:pPr marL="0" marR="0" lvl="2" indent="0" algn="l" defTabSz="10762982" rtl="0" eaLnBrk="1" fontAlgn="base" latinLnBrk="0" hangingPunct="1">
              <a:lnSpc>
                <a:spcPts val="2800"/>
              </a:lnSpc>
              <a:spcBef>
                <a:spcPct val="0"/>
              </a:spcBef>
              <a:spcAft>
                <a:spcPts val="1200"/>
              </a:spcAft>
              <a:buClr>
                <a:srgbClr val="000000"/>
              </a:buClr>
              <a:buSzTx/>
              <a:buFontTx/>
              <a:buNone/>
              <a:tabLst/>
              <a:defRPr/>
            </a:pPr>
            <a:r>
              <a:rPr lang="en-GB"/>
              <a:t>Third level</a:t>
            </a:r>
          </a:p>
          <a:p>
            <a:pPr marL="0" marR="0" lvl="3" indent="0" algn="l" defTabSz="10762982" rtl="0" eaLnBrk="1" fontAlgn="base" latinLnBrk="0" hangingPunct="1">
              <a:lnSpc>
                <a:spcPts val="2800"/>
              </a:lnSpc>
              <a:spcBef>
                <a:spcPct val="0"/>
              </a:spcBef>
              <a:spcAft>
                <a:spcPts val="1200"/>
              </a:spcAft>
              <a:buClr>
                <a:srgbClr val="000000"/>
              </a:buClr>
              <a:buSzTx/>
              <a:buFontTx/>
              <a:buNone/>
              <a:tabLst/>
              <a:defRPr/>
            </a:pPr>
            <a:r>
              <a:rPr lang="en-GB"/>
              <a:t>Fourth level</a:t>
            </a:r>
          </a:p>
          <a:p>
            <a:pPr marL="0" marR="0" lvl="4" indent="0" algn="l" defTabSz="10762982" rtl="0" eaLnBrk="1" fontAlgn="base" latinLnBrk="0" hangingPunct="1">
              <a:lnSpc>
                <a:spcPts val="2800"/>
              </a:lnSpc>
              <a:spcBef>
                <a:spcPct val="0"/>
              </a:spcBef>
              <a:spcAft>
                <a:spcPts val="1200"/>
              </a:spcAft>
              <a:buClr>
                <a:srgbClr val="000000"/>
              </a:buClr>
              <a:buSzTx/>
              <a:buFontTx/>
              <a:buNone/>
              <a:tabLst/>
              <a:defRPr/>
            </a:pPr>
            <a:r>
              <a:rPr lang="en-GB"/>
              <a:t>Fifth level</a:t>
            </a:r>
          </a:p>
        </p:txBody>
      </p:sp>
      <p:pic>
        <p:nvPicPr>
          <p:cNvPr id="4" name="Picture 3">
            <a:extLst>
              <a:ext uri="{FF2B5EF4-FFF2-40B4-BE49-F238E27FC236}">
                <a16:creationId xmlns:a16="http://schemas.microsoft.com/office/drawing/2014/main" id="{1FF4CC3B-301A-3442-BA3E-4FC6EC4393E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966757" y="57945"/>
            <a:ext cx="1143000" cy="584200"/>
          </a:xfrm>
          <a:prstGeom prst="rect">
            <a:avLst/>
          </a:prstGeom>
        </p:spPr>
      </p:pic>
    </p:spTree>
    <p:extLst>
      <p:ext uri="{BB962C8B-B14F-4D97-AF65-F5344CB8AC3E}">
        <p14:creationId xmlns:p14="http://schemas.microsoft.com/office/powerpoint/2010/main" val="32586595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ection intro">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en-GB" altLang="en-US"/>
              <a:t>Introduction of the DARWIN EU® Coordination Centre </a:t>
            </a:r>
          </a:p>
        </p:txBody>
      </p:sp>
      <p:sp>
        <p:nvSpPr>
          <p:cNvPr id="4" name="Slide Number Placeholder 3"/>
          <p:cNvSpPr>
            <a:spLocks noGrp="1"/>
          </p:cNvSpPr>
          <p:nvPr>
            <p:ph type="sldNum" sz="quarter" idx="11"/>
          </p:nvPr>
        </p:nvSpPr>
        <p:spPr/>
        <p:txBody>
          <a:bodyPr/>
          <a:lstStyle/>
          <a:p>
            <a:fld id="{DB468437-DC6C-443C-8387-7F3DABA73C17}" type="slidenum">
              <a:rPr lang="en-GB" altLang="en-US" smtClean="0"/>
              <a:pPr/>
              <a:t>‹Nº›</a:t>
            </a:fld>
            <a:endParaRPr lang="en-GB" altLang="en-US"/>
          </a:p>
        </p:txBody>
      </p:sp>
      <p:sp>
        <p:nvSpPr>
          <p:cNvPr id="5" name="Date Placeholder 4"/>
          <p:cNvSpPr>
            <a:spLocks noGrp="1"/>
          </p:cNvSpPr>
          <p:nvPr>
            <p:ph type="dt" sz="half" idx="12"/>
          </p:nvPr>
        </p:nvSpPr>
        <p:spPr/>
        <p:txBody>
          <a:bodyPr/>
          <a:lstStyle/>
          <a:p>
            <a:fld id="{581FF660-18EC-48B1-9C21-41271AED578D}" type="datetime4">
              <a:rPr lang="en-US" altLang="en-US" smtClean="0"/>
              <a:t>September 17, 2026</a:t>
            </a:fld>
            <a:endParaRPr lang="en-GB" altLang="en-US"/>
          </a:p>
        </p:txBody>
      </p:sp>
      <p:sp>
        <p:nvSpPr>
          <p:cNvPr id="6" name="Line 2"/>
          <p:cNvSpPr>
            <a:spLocks noChangeShapeType="1"/>
          </p:cNvSpPr>
          <p:nvPr userDrawn="1"/>
        </p:nvSpPr>
        <p:spPr bwMode="auto">
          <a:xfrm>
            <a:off x="478367" y="3778251"/>
            <a:ext cx="8160000" cy="0"/>
          </a:xfrm>
          <a:prstGeom prst="line">
            <a:avLst/>
          </a:prstGeom>
          <a:noFill/>
          <a:ln w="127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400"/>
          </a:p>
        </p:txBody>
      </p:sp>
      <p:sp>
        <p:nvSpPr>
          <p:cNvPr id="11" name="Text Placeholder 9"/>
          <p:cNvSpPr>
            <a:spLocks noGrp="1"/>
          </p:cNvSpPr>
          <p:nvPr>
            <p:ph type="body" sz="quarter" idx="14" hasCustomPrompt="1"/>
          </p:nvPr>
        </p:nvSpPr>
        <p:spPr>
          <a:xfrm>
            <a:off x="480000" y="2661380"/>
            <a:ext cx="8160000" cy="1007531"/>
          </a:xfrm>
        </p:spPr>
        <p:txBody>
          <a:bodyPr anchor="b" anchorCtr="0"/>
          <a:lstStyle>
            <a:lvl1pPr>
              <a:lnSpc>
                <a:spcPts val="3200"/>
              </a:lnSpc>
              <a:spcAft>
                <a:spcPts val="0"/>
              </a:spcAft>
              <a:defRPr sz="2800" b="0">
                <a:solidFill>
                  <a:srgbClr val="003399"/>
                </a:solidFill>
              </a:defRPr>
            </a:lvl1pPr>
          </a:lstStyle>
          <a:p>
            <a:pPr lvl="0"/>
            <a:r>
              <a:rPr lang="en-US"/>
              <a:t>Section title</a:t>
            </a:r>
            <a:endParaRPr lang="en-GB"/>
          </a:p>
        </p:txBody>
      </p:sp>
      <p:sp>
        <p:nvSpPr>
          <p:cNvPr id="13" name="Text Placeholder 12"/>
          <p:cNvSpPr>
            <a:spLocks noGrp="1"/>
          </p:cNvSpPr>
          <p:nvPr>
            <p:ph type="body" sz="quarter" idx="15" hasCustomPrompt="1"/>
          </p:nvPr>
        </p:nvSpPr>
        <p:spPr>
          <a:xfrm>
            <a:off x="480484" y="3909054"/>
            <a:ext cx="8159749" cy="2303364"/>
          </a:xfrm>
        </p:spPr>
        <p:txBody>
          <a:bodyPr/>
          <a:lstStyle>
            <a:lvl1pPr>
              <a:defRPr baseline="0"/>
            </a:lvl1pPr>
          </a:lstStyle>
          <a:p>
            <a:pPr lvl="0"/>
            <a:r>
              <a:rPr lang="en-US"/>
              <a:t>Section subtitle or brief intro text.</a:t>
            </a:r>
          </a:p>
          <a:p>
            <a:pPr lvl="1"/>
            <a:r>
              <a:rPr lang="en-US"/>
              <a:t>Second level</a:t>
            </a:r>
          </a:p>
          <a:p>
            <a:pPr lvl="2"/>
            <a:r>
              <a:rPr lang="en-US"/>
              <a:t>Third level</a:t>
            </a:r>
          </a:p>
          <a:p>
            <a:pPr lvl="3"/>
            <a:r>
              <a:rPr lang="en-US"/>
              <a:t>Fourth level</a:t>
            </a:r>
          </a:p>
          <a:p>
            <a:pPr lvl="4"/>
            <a:r>
              <a:rPr lang="en-US"/>
              <a:t>Fifth level</a:t>
            </a:r>
            <a:endParaRPr lang="en-GB"/>
          </a:p>
        </p:txBody>
      </p:sp>
      <p:pic>
        <p:nvPicPr>
          <p:cNvPr id="9" name="Picture 8">
            <a:extLst>
              <a:ext uri="{FF2B5EF4-FFF2-40B4-BE49-F238E27FC236}">
                <a16:creationId xmlns:a16="http://schemas.microsoft.com/office/drawing/2014/main" id="{90C733E6-8EF0-DA46-A45D-47180BF0F05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966757" y="57945"/>
            <a:ext cx="1143000" cy="584200"/>
          </a:xfrm>
          <a:prstGeom prst="rect">
            <a:avLst/>
          </a:prstGeom>
        </p:spPr>
      </p:pic>
    </p:spTree>
    <p:extLst>
      <p:ext uri="{BB962C8B-B14F-4D97-AF65-F5344CB8AC3E}">
        <p14:creationId xmlns:p14="http://schemas.microsoft.com/office/powerpoint/2010/main" val="244420004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ormal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7" name="Picture 6">
            <a:extLst>
              <a:ext uri="{FF2B5EF4-FFF2-40B4-BE49-F238E27FC236}">
                <a16:creationId xmlns:a16="http://schemas.microsoft.com/office/drawing/2014/main" id="{3FE915A8-3115-FB4D-AB00-D5972D6FD95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966757" y="57945"/>
            <a:ext cx="1143000" cy="584200"/>
          </a:xfrm>
          <a:prstGeom prst="rect">
            <a:avLst/>
          </a:prstGeom>
        </p:spPr>
      </p:pic>
      <p:sp>
        <p:nvSpPr>
          <p:cNvPr id="10" name="Date Placeholder 9">
            <a:extLst>
              <a:ext uri="{FF2B5EF4-FFF2-40B4-BE49-F238E27FC236}">
                <a16:creationId xmlns:a16="http://schemas.microsoft.com/office/drawing/2014/main" id="{3AAC4C9B-5EDF-E04C-895F-E5EF455017B5}"/>
              </a:ext>
            </a:extLst>
          </p:cNvPr>
          <p:cNvSpPr>
            <a:spLocks noGrp="1"/>
          </p:cNvSpPr>
          <p:nvPr>
            <p:ph type="dt" sz="half" idx="10"/>
          </p:nvPr>
        </p:nvSpPr>
        <p:spPr/>
        <p:txBody>
          <a:bodyPr/>
          <a:lstStyle/>
          <a:p>
            <a:fld id="{E2698398-E57F-48A9-B422-5464D4C103DB}" type="datetime4">
              <a:rPr lang="en-US" altLang="en-US" smtClean="0"/>
              <a:t>September 17, 2026</a:t>
            </a:fld>
            <a:endParaRPr lang="en-GB" altLang="en-US"/>
          </a:p>
        </p:txBody>
      </p:sp>
      <p:sp>
        <p:nvSpPr>
          <p:cNvPr id="11" name="Footer Placeholder 10">
            <a:extLst>
              <a:ext uri="{FF2B5EF4-FFF2-40B4-BE49-F238E27FC236}">
                <a16:creationId xmlns:a16="http://schemas.microsoft.com/office/drawing/2014/main" id="{B2D78615-58DB-774E-96A8-AEF5504E8F9C}"/>
              </a:ext>
            </a:extLst>
          </p:cNvPr>
          <p:cNvSpPr>
            <a:spLocks noGrp="1"/>
          </p:cNvSpPr>
          <p:nvPr>
            <p:ph type="ftr" sz="quarter" idx="11"/>
          </p:nvPr>
        </p:nvSpPr>
        <p:spPr>
          <a:xfrm>
            <a:off x="954332" y="6424039"/>
            <a:ext cx="8638116" cy="292100"/>
          </a:xfrm>
        </p:spPr>
        <p:txBody>
          <a:bodyPr/>
          <a:lstStyle/>
          <a:p>
            <a:r>
              <a:rPr lang="en-GB" altLang="en-US"/>
              <a:t>Introduction of the DARWIN EU® Coordination Centre </a:t>
            </a:r>
          </a:p>
        </p:txBody>
      </p:sp>
      <p:sp>
        <p:nvSpPr>
          <p:cNvPr id="12" name="Slide Number Placeholder 11">
            <a:extLst>
              <a:ext uri="{FF2B5EF4-FFF2-40B4-BE49-F238E27FC236}">
                <a16:creationId xmlns:a16="http://schemas.microsoft.com/office/drawing/2014/main" id="{D97840BC-3B6B-8D4E-ABC6-E773A96B291D}"/>
              </a:ext>
            </a:extLst>
          </p:cNvPr>
          <p:cNvSpPr>
            <a:spLocks noGrp="1"/>
          </p:cNvSpPr>
          <p:nvPr>
            <p:ph type="sldNum" sz="quarter" idx="12"/>
          </p:nvPr>
        </p:nvSpPr>
        <p:spPr/>
        <p:txBody>
          <a:bodyPr/>
          <a:lstStyle/>
          <a:p>
            <a:fld id="{DB468437-DC6C-443C-8387-7F3DABA73C17}" type="slidenum">
              <a:rPr lang="en-GB" altLang="en-US" smtClean="0"/>
              <a:pPr/>
              <a:t>‹Nº›</a:t>
            </a:fld>
            <a:endParaRPr lang="en-GB" altLang="en-US"/>
          </a:p>
        </p:txBody>
      </p:sp>
      <p:sp>
        <p:nvSpPr>
          <p:cNvPr id="13" name="Title 12">
            <a:extLst>
              <a:ext uri="{FF2B5EF4-FFF2-40B4-BE49-F238E27FC236}">
                <a16:creationId xmlns:a16="http://schemas.microsoft.com/office/drawing/2014/main" id="{7A67949F-326B-3D45-9AD6-F692D580B95C}"/>
              </a:ext>
            </a:extLst>
          </p:cNvPr>
          <p:cNvSpPr>
            <a:spLocks noGrp="1"/>
          </p:cNvSpPr>
          <p:nvPr>
            <p:ph type="title"/>
          </p:nvPr>
        </p:nvSpPr>
        <p:spPr/>
        <p:txBody>
          <a:bodyPr/>
          <a:lstStyle/>
          <a:p>
            <a:r>
              <a:rPr lang="en-GB"/>
              <a:t>Click to edit Master title style</a:t>
            </a:r>
            <a:endParaRPr lang="en-NL"/>
          </a:p>
        </p:txBody>
      </p:sp>
    </p:spTree>
    <p:extLst>
      <p:ext uri="{BB962C8B-B14F-4D97-AF65-F5344CB8AC3E}">
        <p14:creationId xmlns:p14="http://schemas.microsoft.com/office/powerpoint/2010/main" val="9885382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Normal content_title_in_bar">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816" y="1021081"/>
            <a:ext cx="11232000" cy="39592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7" name="Picture 6">
            <a:extLst>
              <a:ext uri="{FF2B5EF4-FFF2-40B4-BE49-F238E27FC236}">
                <a16:creationId xmlns:a16="http://schemas.microsoft.com/office/drawing/2014/main" id="{3FE915A8-3115-FB4D-AB00-D5972D6FD95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966757" y="57945"/>
            <a:ext cx="1143000" cy="584200"/>
          </a:xfrm>
          <a:prstGeom prst="rect">
            <a:avLst/>
          </a:prstGeom>
        </p:spPr>
      </p:pic>
      <p:sp>
        <p:nvSpPr>
          <p:cNvPr id="10" name="Date Placeholder 9">
            <a:extLst>
              <a:ext uri="{FF2B5EF4-FFF2-40B4-BE49-F238E27FC236}">
                <a16:creationId xmlns:a16="http://schemas.microsoft.com/office/drawing/2014/main" id="{3AAC4C9B-5EDF-E04C-895F-E5EF455017B5}"/>
              </a:ext>
            </a:extLst>
          </p:cNvPr>
          <p:cNvSpPr>
            <a:spLocks noGrp="1"/>
          </p:cNvSpPr>
          <p:nvPr>
            <p:ph type="dt" sz="half" idx="10"/>
          </p:nvPr>
        </p:nvSpPr>
        <p:spPr/>
        <p:txBody>
          <a:bodyPr/>
          <a:lstStyle/>
          <a:p>
            <a:fld id="{EEF6517D-AE58-47D8-BA32-D455A9FC3778}" type="datetime4">
              <a:rPr lang="en-US" altLang="en-US" smtClean="0"/>
              <a:t>September 17, 2026</a:t>
            </a:fld>
            <a:endParaRPr lang="en-GB" altLang="en-US"/>
          </a:p>
        </p:txBody>
      </p:sp>
      <p:sp>
        <p:nvSpPr>
          <p:cNvPr id="11" name="Footer Placeholder 10">
            <a:extLst>
              <a:ext uri="{FF2B5EF4-FFF2-40B4-BE49-F238E27FC236}">
                <a16:creationId xmlns:a16="http://schemas.microsoft.com/office/drawing/2014/main" id="{B2D78615-58DB-774E-96A8-AEF5504E8F9C}"/>
              </a:ext>
            </a:extLst>
          </p:cNvPr>
          <p:cNvSpPr>
            <a:spLocks noGrp="1"/>
          </p:cNvSpPr>
          <p:nvPr>
            <p:ph type="ftr" sz="quarter" idx="11"/>
          </p:nvPr>
        </p:nvSpPr>
        <p:spPr>
          <a:xfrm>
            <a:off x="954332" y="6424039"/>
            <a:ext cx="8638116" cy="292100"/>
          </a:xfrm>
        </p:spPr>
        <p:txBody>
          <a:bodyPr/>
          <a:lstStyle/>
          <a:p>
            <a:r>
              <a:rPr lang="en-GB" altLang="en-US"/>
              <a:t>Introduction of the DARWIN EU® Coordination Centre </a:t>
            </a:r>
          </a:p>
        </p:txBody>
      </p:sp>
      <p:sp>
        <p:nvSpPr>
          <p:cNvPr id="12" name="Slide Number Placeholder 11">
            <a:extLst>
              <a:ext uri="{FF2B5EF4-FFF2-40B4-BE49-F238E27FC236}">
                <a16:creationId xmlns:a16="http://schemas.microsoft.com/office/drawing/2014/main" id="{D97840BC-3B6B-8D4E-ABC6-E773A96B291D}"/>
              </a:ext>
            </a:extLst>
          </p:cNvPr>
          <p:cNvSpPr>
            <a:spLocks noGrp="1"/>
          </p:cNvSpPr>
          <p:nvPr>
            <p:ph type="sldNum" sz="quarter" idx="12"/>
          </p:nvPr>
        </p:nvSpPr>
        <p:spPr/>
        <p:txBody>
          <a:bodyPr/>
          <a:lstStyle/>
          <a:p>
            <a:fld id="{DB468437-DC6C-443C-8387-7F3DABA73C17}" type="slidenum">
              <a:rPr lang="en-GB" altLang="en-US" smtClean="0"/>
              <a:pPr/>
              <a:t>‹Nº›</a:t>
            </a:fld>
            <a:endParaRPr lang="en-GB" altLang="en-US"/>
          </a:p>
        </p:txBody>
      </p:sp>
      <p:sp>
        <p:nvSpPr>
          <p:cNvPr id="13" name="Title 12">
            <a:extLst>
              <a:ext uri="{FF2B5EF4-FFF2-40B4-BE49-F238E27FC236}">
                <a16:creationId xmlns:a16="http://schemas.microsoft.com/office/drawing/2014/main" id="{7A67949F-326B-3D45-9AD6-F692D580B95C}"/>
              </a:ext>
            </a:extLst>
          </p:cNvPr>
          <p:cNvSpPr>
            <a:spLocks noGrp="1"/>
          </p:cNvSpPr>
          <p:nvPr>
            <p:ph type="title"/>
          </p:nvPr>
        </p:nvSpPr>
        <p:spPr>
          <a:xfrm>
            <a:off x="489268" y="141861"/>
            <a:ext cx="11232000" cy="950913"/>
          </a:xfrm>
        </p:spPr>
        <p:txBody>
          <a:bodyPr/>
          <a:lstStyle>
            <a:lvl1pPr>
              <a:defRPr>
                <a:solidFill>
                  <a:schemeClr val="bg1"/>
                </a:solidFill>
              </a:defRPr>
            </a:lvl1pPr>
          </a:lstStyle>
          <a:p>
            <a:r>
              <a:rPr lang="en-GB"/>
              <a:t>Click to edit Master title style</a:t>
            </a:r>
            <a:endParaRPr lang="en-NL"/>
          </a:p>
        </p:txBody>
      </p:sp>
    </p:spTree>
    <p:extLst>
      <p:ext uri="{BB962C8B-B14F-4D97-AF65-F5344CB8AC3E}">
        <p14:creationId xmlns:p14="http://schemas.microsoft.com/office/powerpoint/2010/main" val="4190081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Double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Click to add title</a:t>
            </a:r>
            <a:endParaRPr lang="en-GB"/>
          </a:p>
        </p:txBody>
      </p:sp>
      <p:sp>
        <p:nvSpPr>
          <p:cNvPr id="3" name="Content Placeholder 2"/>
          <p:cNvSpPr>
            <a:spLocks noGrp="1"/>
          </p:cNvSpPr>
          <p:nvPr>
            <p:ph sz="half" idx="1"/>
          </p:nvPr>
        </p:nvSpPr>
        <p:spPr>
          <a:xfrm>
            <a:off x="478368" y="2159001"/>
            <a:ext cx="5491200" cy="3959225"/>
          </a:xfrm>
        </p:spPr>
        <p:txBody>
          <a:bodyPr/>
          <a:lstStyle>
            <a:lvl1pPr>
              <a:defRPr sz="2000"/>
            </a:lvl1pPr>
            <a:lvl2pPr>
              <a:defRPr sz="1800"/>
            </a:lvl2pPr>
            <a:lvl3pPr>
              <a:defRPr sz="1600"/>
            </a:lvl3pPr>
            <a:lvl4pPr>
              <a:defRPr sz="1400"/>
            </a:lvl4pPr>
            <a:lvl5pPr>
              <a:defRPr sz="1400"/>
            </a:lvl5pPr>
            <a:lvl6pPr>
              <a:defRPr sz="2400"/>
            </a:lvl6pPr>
            <a:lvl7pPr>
              <a:defRPr sz="2400"/>
            </a:lvl7pPr>
            <a:lvl8pPr>
              <a:defRPr sz="2400"/>
            </a:lvl8pPr>
            <a:lvl9pPr>
              <a:defRPr sz="2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216652" y="2159001"/>
            <a:ext cx="5490633" cy="3959225"/>
          </a:xfrm>
        </p:spPr>
        <p:txBody>
          <a:bodyPr/>
          <a:lstStyle>
            <a:lvl1pPr>
              <a:defRPr sz="2000"/>
            </a:lvl1pPr>
            <a:lvl2pPr>
              <a:defRPr sz="1800"/>
            </a:lvl2pPr>
            <a:lvl3pPr>
              <a:defRPr sz="1600"/>
            </a:lvl3pPr>
            <a:lvl4pPr>
              <a:defRPr sz="1400"/>
            </a:lvl4pPr>
            <a:lvl5pPr>
              <a:defRPr sz="1400"/>
            </a:lvl5pPr>
            <a:lvl6pPr>
              <a:defRPr sz="2400"/>
            </a:lvl6pPr>
            <a:lvl7pPr>
              <a:defRPr sz="2400"/>
            </a:lvl7pPr>
            <a:lvl8pPr>
              <a:defRPr sz="2400"/>
            </a:lvl8pPr>
            <a:lvl9pPr>
              <a:defRPr sz="2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Footer Placeholder 4"/>
          <p:cNvSpPr>
            <a:spLocks noGrp="1"/>
          </p:cNvSpPr>
          <p:nvPr>
            <p:ph type="ftr" sz="quarter" idx="10"/>
          </p:nvPr>
        </p:nvSpPr>
        <p:spPr/>
        <p:txBody>
          <a:bodyPr/>
          <a:lstStyle>
            <a:lvl1pPr>
              <a:defRPr/>
            </a:lvl1pPr>
          </a:lstStyle>
          <a:p>
            <a:r>
              <a:rPr lang="en-GB" altLang="en-US"/>
              <a:t>Introduction of the DARWIN EU® Coordination Centre </a:t>
            </a:r>
          </a:p>
        </p:txBody>
      </p:sp>
      <p:sp>
        <p:nvSpPr>
          <p:cNvPr id="6" name="Slide Number Placeholder 5"/>
          <p:cNvSpPr>
            <a:spLocks noGrp="1"/>
          </p:cNvSpPr>
          <p:nvPr>
            <p:ph type="sldNum" sz="quarter" idx="11"/>
          </p:nvPr>
        </p:nvSpPr>
        <p:spPr/>
        <p:txBody>
          <a:bodyPr/>
          <a:lstStyle>
            <a:lvl1pPr>
              <a:defRPr/>
            </a:lvl1pPr>
          </a:lstStyle>
          <a:p>
            <a:fld id="{CE1512B7-A4D3-45D6-AC99-9D6C4D21B5B0}" type="slidenum">
              <a:rPr lang="en-GB" altLang="en-US"/>
              <a:pPr/>
              <a:t>‹Nº›</a:t>
            </a:fld>
            <a:endParaRPr lang="en-GB" altLang="en-US"/>
          </a:p>
        </p:txBody>
      </p:sp>
      <p:sp>
        <p:nvSpPr>
          <p:cNvPr id="7" name="Date Placeholder 6"/>
          <p:cNvSpPr>
            <a:spLocks noGrp="1"/>
          </p:cNvSpPr>
          <p:nvPr>
            <p:ph type="dt" sz="half" idx="12"/>
          </p:nvPr>
        </p:nvSpPr>
        <p:spPr/>
        <p:txBody>
          <a:bodyPr/>
          <a:lstStyle>
            <a:lvl1pPr>
              <a:defRPr/>
            </a:lvl1pPr>
          </a:lstStyle>
          <a:p>
            <a:fld id="{87A8B23C-AFE4-4D9C-8771-EA7A572ED215}" type="datetime4">
              <a:rPr lang="en-US" altLang="en-US" smtClean="0"/>
              <a:t>September 17, 2026</a:t>
            </a:fld>
            <a:endParaRPr lang="en-GB" altLang="en-US"/>
          </a:p>
        </p:txBody>
      </p:sp>
      <p:pic>
        <p:nvPicPr>
          <p:cNvPr id="8" name="Picture 7">
            <a:extLst>
              <a:ext uri="{FF2B5EF4-FFF2-40B4-BE49-F238E27FC236}">
                <a16:creationId xmlns:a16="http://schemas.microsoft.com/office/drawing/2014/main" id="{95F9591E-A173-C449-8B9B-825F2FF8DA1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966757" y="57945"/>
            <a:ext cx="1143000" cy="584200"/>
          </a:xfrm>
          <a:prstGeom prst="rect">
            <a:avLst/>
          </a:prstGeom>
        </p:spPr>
      </p:pic>
    </p:spTree>
    <p:extLst>
      <p:ext uri="{BB962C8B-B14F-4D97-AF65-F5344CB8AC3E}">
        <p14:creationId xmlns:p14="http://schemas.microsoft.com/office/powerpoint/2010/main" val="220375525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Footer Placeholder 2"/>
          <p:cNvSpPr>
            <a:spLocks noGrp="1"/>
          </p:cNvSpPr>
          <p:nvPr>
            <p:ph type="ftr" sz="quarter" idx="10"/>
          </p:nvPr>
        </p:nvSpPr>
        <p:spPr/>
        <p:txBody>
          <a:bodyPr/>
          <a:lstStyle>
            <a:lvl1pPr>
              <a:defRPr/>
            </a:lvl1pPr>
          </a:lstStyle>
          <a:p>
            <a:r>
              <a:rPr lang="en-GB" altLang="en-US"/>
              <a:t>Introduction of the DARWIN EU® Coordination Centre </a:t>
            </a:r>
          </a:p>
        </p:txBody>
      </p:sp>
      <p:sp>
        <p:nvSpPr>
          <p:cNvPr id="4" name="Slide Number Placeholder 3"/>
          <p:cNvSpPr>
            <a:spLocks noGrp="1"/>
          </p:cNvSpPr>
          <p:nvPr>
            <p:ph type="sldNum" sz="quarter" idx="11"/>
          </p:nvPr>
        </p:nvSpPr>
        <p:spPr/>
        <p:txBody>
          <a:bodyPr/>
          <a:lstStyle>
            <a:lvl1pPr>
              <a:defRPr/>
            </a:lvl1pPr>
          </a:lstStyle>
          <a:p>
            <a:fld id="{A4A0FAAC-E39B-4479-B08E-E201E90F7F69}" type="slidenum">
              <a:rPr lang="en-GB" altLang="en-US"/>
              <a:pPr/>
              <a:t>‹Nº›</a:t>
            </a:fld>
            <a:endParaRPr lang="en-GB" altLang="en-US"/>
          </a:p>
        </p:txBody>
      </p:sp>
      <p:sp>
        <p:nvSpPr>
          <p:cNvPr id="5" name="Date Placeholder 4"/>
          <p:cNvSpPr>
            <a:spLocks noGrp="1"/>
          </p:cNvSpPr>
          <p:nvPr>
            <p:ph type="dt" sz="half" idx="12"/>
          </p:nvPr>
        </p:nvSpPr>
        <p:spPr/>
        <p:txBody>
          <a:bodyPr/>
          <a:lstStyle>
            <a:lvl1pPr>
              <a:defRPr/>
            </a:lvl1pPr>
          </a:lstStyle>
          <a:p>
            <a:fld id="{5367CBDD-590A-4647-A22B-48C6992875C9}" type="datetime4">
              <a:rPr lang="en-US" altLang="en-US" smtClean="0"/>
              <a:t>September 17, 2026</a:t>
            </a:fld>
            <a:endParaRPr lang="en-GB" altLang="en-US"/>
          </a:p>
        </p:txBody>
      </p:sp>
      <p:pic>
        <p:nvPicPr>
          <p:cNvPr id="6" name="Picture 5">
            <a:extLst>
              <a:ext uri="{FF2B5EF4-FFF2-40B4-BE49-F238E27FC236}">
                <a16:creationId xmlns:a16="http://schemas.microsoft.com/office/drawing/2014/main" id="{357570CA-035C-5E4D-A191-274C042411C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966757" y="57945"/>
            <a:ext cx="1143000" cy="584200"/>
          </a:xfrm>
          <a:prstGeom prst="rect">
            <a:avLst/>
          </a:prstGeom>
        </p:spPr>
      </p:pic>
    </p:spTree>
    <p:extLst>
      <p:ext uri="{BB962C8B-B14F-4D97-AF65-F5344CB8AC3E}">
        <p14:creationId xmlns:p14="http://schemas.microsoft.com/office/powerpoint/2010/main" val="12576462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1_Title Only_in_bar">
    <p:spTree>
      <p:nvGrpSpPr>
        <p:cNvPr id="1" name=""/>
        <p:cNvGrpSpPr/>
        <p:nvPr/>
      </p:nvGrpSpPr>
      <p:grpSpPr>
        <a:xfrm>
          <a:off x="0" y="0"/>
          <a:ext cx="0" cy="0"/>
          <a:chOff x="0" y="0"/>
          <a:chExt cx="0" cy="0"/>
        </a:xfrm>
      </p:grpSpPr>
      <p:sp>
        <p:nvSpPr>
          <p:cNvPr id="2" name="Title 1"/>
          <p:cNvSpPr>
            <a:spLocks noGrp="1"/>
          </p:cNvSpPr>
          <p:nvPr>
            <p:ph type="title"/>
          </p:nvPr>
        </p:nvSpPr>
        <p:spPr>
          <a:xfrm>
            <a:off x="479816" y="160337"/>
            <a:ext cx="11232000" cy="950913"/>
          </a:xfrm>
        </p:spPr>
        <p:txBody>
          <a:bodyPr/>
          <a:lstStyle>
            <a:lvl1pPr>
              <a:defRPr>
                <a:solidFill>
                  <a:schemeClr val="bg1"/>
                </a:solidFill>
              </a:defRPr>
            </a:lvl1pPr>
          </a:lstStyle>
          <a:p>
            <a:r>
              <a:rPr lang="en-GB"/>
              <a:t>Click to edit Master title style</a:t>
            </a:r>
          </a:p>
        </p:txBody>
      </p:sp>
      <p:sp>
        <p:nvSpPr>
          <p:cNvPr id="3" name="Footer Placeholder 2"/>
          <p:cNvSpPr>
            <a:spLocks noGrp="1"/>
          </p:cNvSpPr>
          <p:nvPr>
            <p:ph type="ftr" sz="quarter" idx="10"/>
          </p:nvPr>
        </p:nvSpPr>
        <p:spPr/>
        <p:txBody>
          <a:bodyPr/>
          <a:lstStyle>
            <a:lvl1pPr>
              <a:defRPr/>
            </a:lvl1pPr>
          </a:lstStyle>
          <a:p>
            <a:r>
              <a:rPr lang="en-GB" altLang="en-US"/>
              <a:t>Introduction of the DARWIN EU® Coordination Centre </a:t>
            </a:r>
          </a:p>
        </p:txBody>
      </p:sp>
      <p:sp>
        <p:nvSpPr>
          <p:cNvPr id="4" name="Slide Number Placeholder 3"/>
          <p:cNvSpPr>
            <a:spLocks noGrp="1"/>
          </p:cNvSpPr>
          <p:nvPr>
            <p:ph type="sldNum" sz="quarter" idx="11"/>
          </p:nvPr>
        </p:nvSpPr>
        <p:spPr/>
        <p:txBody>
          <a:bodyPr/>
          <a:lstStyle>
            <a:lvl1pPr>
              <a:defRPr/>
            </a:lvl1pPr>
          </a:lstStyle>
          <a:p>
            <a:fld id="{A4A0FAAC-E39B-4479-B08E-E201E90F7F69}" type="slidenum">
              <a:rPr lang="en-GB" altLang="en-US"/>
              <a:pPr/>
              <a:t>‹Nº›</a:t>
            </a:fld>
            <a:endParaRPr lang="en-GB" altLang="en-US"/>
          </a:p>
        </p:txBody>
      </p:sp>
      <p:sp>
        <p:nvSpPr>
          <p:cNvPr id="5" name="Date Placeholder 4"/>
          <p:cNvSpPr>
            <a:spLocks noGrp="1"/>
          </p:cNvSpPr>
          <p:nvPr>
            <p:ph type="dt" sz="half" idx="12"/>
          </p:nvPr>
        </p:nvSpPr>
        <p:spPr/>
        <p:txBody>
          <a:bodyPr/>
          <a:lstStyle>
            <a:lvl1pPr>
              <a:defRPr/>
            </a:lvl1pPr>
          </a:lstStyle>
          <a:p>
            <a:fld id="{96C65027-CF90-47AC-8649-9A664F32A5CA}" type="datetime4">
              <a:rPr lang="en-US" altLang="en-US" smtClean="0"/>
              <a:t>September 17, 2026</a:t>
            </a:fld>
            <a:endParaRPr lang="en-GB" altLang="en-US"/>
          </a:p>
        </p:txBody>
      </p:sp>
      <p:pic>
        <p:nvPicPr>
          <p:cNvPr id="6" name="Picture 5">
            <a:extLst>
              <a:ext uri="{FF2B5EF4-FFF2-40B4-BE49-F238E27FC236}">
                <a16:creationId xmlns:a16="http://schemas.microsoft.com/office/drawing/2014/main" id="{357570CA-035C-5E4D-A191-274C042411C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966757" y="57945"/>
            <a:ext cx="1143000" cy="584200"/>
          </a:xfrm>
          <a:prstGeom prst="rect">
            <a:avLst/>
          </a:prstGeom>
        </p:spPr>
      </p:pic>
    </p:spTree>
    <p:extLst>
      <p:ext uri="{BB962C8B-B14F-4D97-AF65-F5344CB8AC3E}">
        <p14:creationId xmlns:p14="http://schemas.microsoft.com/office/powerpoint/2010/main" val="247569610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ull-page imag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672000"/>
            <a:ext cx="12192000" cy="6062400"/>
          </a:xfrm>
        </p:spPr>
        <p:txBody>
          <a:bodyPr/>
          <a:lstStyle>
            <a:lvl1pPr>
              <a:defRPr/>
            </a:lvl1pPr>
          </a:lstStyle>
          <a:p>
            <a:r>
              <a:rPr lang="en-GB"/>
              <a:t>Click icon to add picture</a:t>
            </a:r>
          </a:p>
        </p:txBody>
      </p:sp>
      <p:pic>
        <p:nvPicPr>
          <p:cNvPr id="3" name="Picture 2">
            <a:extLst>
              <a:ext uri="{FF2B5EF4-FFF2-40B4-BE49-F238E27FC236}">
                <a16:creationId xmlns:a16="http://schemas.microsoft.com/office/drawing/2014/main" id="{D2C7C25A-B884-5848-9386-2597D99ADC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966757" y="57945"/>
            <a:ext cx="1143000" cy="584200"/>
          </a:xfrm>
          <a:prstGeom prst="rect">
            <a:avLst/>
          </a:prstGeom>
        </p:spPr>
      </p:pic>
    </p:spTree>
    <p:extLst>
      <p:ext uri="{BB962C8B-B14F-4D97-AF65-F5344CB8AC3E}">
        <p14:creationId xmlns:p14="http://schemas.microsoft.com/office/powerpoint/2010/main" val="379753980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1FB793-33ED-0544-8FE9-0B2A557F78B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966757" y="57945"/>
            <a:ext cx="1143000" cy="584200"/>
          </a:xfrm>
          <a:prstGeom prst="rect">
            <a:avLst/>
          </a:prstGeom>
        </p:spPr>
      </p:pic>
    </p:spTree>
    <p:extLst>
      <p:ext uri="{BB962C8B-B14F-4D97-AF65-F5344CB8AC3E}">
        <p14:creationId xmlns:p14="http://schemas.microsoft.com/office/powerpoint/2010/main" val="30422435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userDrawn="1">
  <p:cSld name="Title and Text with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a:xfrm>
            <a:off x="829734" y="6318251"/>
            <a:ext cx="7636933" cy="365125"/>
          </a:xfrm>
          <a:prstGeom prst="rect">
            <a:avLst/>
          </a:prstGeom>
        </p:spPr>
        <p:txBody>
          <a:bodyPr/>
          <a:lstStyle/>
          <a:p>
            <a:r>
              <a:rPr lang="en-GB"/>
              <a:t>Introduction of the DARWIN EU® Coordination Centre </a:t>
            </a:r>
            <a:endParaRPr lang="en-IN"/>
          </a:p>
        </p:txBody>
      </p:sp>
      <p:sp>
        <p:nvSpPr>
          <p:cNvPr id="6" name="Text Placeholder 5"/>
          <p:cNvSpPr>
            <a:spLocks noGrp="1"/>
          </p:cNvSpPr>
          <p:nvPr>
            <p:ph type="body" sz="quarter" idx="12"/>
          </p:nvPr>
        </p:nvSpPr>
        <p:spPr>
          <a:xfrm>
            <a:off x="609600" y="1088136"/>
            <a:ext cx="10972800" cy="4996750"/>
          </a:xfrm>
          <a:prstGeom prst="rect">
            <a:avLst/>
          </a:prstGeom>
        </p:spPr>
        <p:txBody>
          <a:bodyPr vert="horz" wrap="square" lIns="0" tIns="0" rIns="0" bIns="0" rtlCol="0">
            <a:normAutofit/>
          </a:bodyPr>
          <a:lstStyle>
            <a:lvl1pPr indent="-210312" algn="l" defTabSz="410291" rtl="0" eaLnBrk="1" latinLnBrk="0" hangingPunct="1">
              <a:lnSpc>
                <a:spcPct val="100000"/>
              </a:lnSpc>
              <a:spcBef>
                <a:spcPts val="0"/>
              </a:spcBef>
              <a:spcAft>
                <a:spcPts val="0"/>
              </a:spcAft>
              <a:buClr>
                <a:schemeClr val="accent2"/>
              </a:buClr>
              <a:buSzPct val="100000"/>
              <a:defRPr kumimoji="0" lang="en-US" sz="1600" b="0" i="0" u="none" strike="noStrike" kern="1200" cap="none" spc="0" normalizeH="0" baseline="0" noProof="0" dirty="0" smtClean="0">
                <a:ln>
                  <a:noFill/>
                </a:ln>
                <a:solidFill>
                  <a:schemeClr val="accent2"/>
                </a:solidFill>
                <a:effectLst/>
                <a:uLnTx/>
                <a:uFillTx/>
                <a:latin typeface="Arial"/>
                <a:ea typeface="+mn-ea"/>
                <a:cs typeface="Arial"/>
              </a:defRPr>
            </a:lvl1pPr>
            <a:lvl2pPr indent="-210312" algn="l" defTabSz="410291" rtl="0" eaLnBrk="1" latinLnBrk="0" hangingPunct="1">
              <a:lnSpc>
                <a:spcPct val="100000"/>
              </a:lnSpc>
              <a:spcBef>
                <a:spcPts val="0"/>
              </a:spcBef>
              <a:spcAft>
                <a:spcPts val="0"/>
              </a:spcAft>
              <a:buClr>
                <a:schemeClr val="accent2"/>
              </a:buClr>
              <a:buSzPct val="100000"/>
              <a:defRPr kumimoji="0" lang="en-US" sz="1600" b="0" i="0" u="none" strike="noStrike" kern="1200" cap="none" spc="0" normalizeH="0" baseline="0" noProof="0" dirty="0" smtClean="0">
                <a:ln>
                  <a:noFill/>
                </a:ln>
                <a:solidFill>
                  <a:schemeClr val="accent2"/>
                </a:solidFill>
                <a:effectLst/>
                <a:uLnTx/>
                <a:uFillTx/>
                <a:latin typeface="Arial"/>
                <a:ea typeface="+mn-ea"/>
                <a:cs typeface="Arial"/>
              </a:defRPr>
            </a:lvl2pPr>
            <a:lvl3pPr indent="-210312" algn="l" defTabSz="410291" rtl="0" eaLnBrk="1" latinLnBrk="0" hangingPunct="1">
              <a:lnSpc>
                <a:spcPct val="100000"/>
              </a:lnSpc>
              <a:spcBef>
                <a:spcPts val="0"/>
              </a:spcBef>
              <a:spcAft>
                <a:spcPts val="0"/>
              </a:spcAft>
              <a:buClr>
                <a:schemeClr val="accent2"/>
              </a:buClr>
              <a:buSzPct val="100000"/>
              <a:defRPr kumimoji="0" lang="en-US" sz="1600" b="0" i="0" u="none" strike="noStrike" kern="1200" cap="none" spc="0" normalizeH="0" baseline="0" noProof="0" dirty="0" smtClean="0">
                <a:ln>
                  <a:noFill/>
                </a:ln>
                <a:solidFill>
                  <a:schemeClr val="accent2"/>
                </a:solidFill>
                <a:effectLst/>
                <a:uLnTx/>
                <a:uFillTx/>
                <a:latin typeface="Arial"/>
                <a:ea typeface="+mn-ea"/>
                <a:cs typeface="Arial"/>
              </a:defRPr>
            </a:lvl3pPr>
            <a:lvl4pPr indent="-210312" algn="l" defTabSz="410291" rtl="0" eaLnBrk="1" latinLnBrk="0" hangingPunct="1">
              <a:lnSpc>
                <a:spcPct val="100000"/>
              </a:lnSpc>
              <a:spcBef>
                <a:spcPts val="0"/>
              </a:spcBef>
              <a:spcAft>
                <a:spcPts val="0"/>
              </a:spcAft>
              <a:buClr>
                <a:schemeClr val="accent2"/>
              </a:buClr>
              <a:buSzPct val="100000"/>
              <a:defRPr kumimoji="0" lang="en-US" sz="1600" b="0" i="0" u="none" strike="noStrike" kern="1200" cap="none" spc="0" normalizeH="0" baseline="0" noProof="0" dirty="0" smtClean="0">
                <a:ln>
                  <a:noFill/>
                </a:ln>
                <a:solidFill>
                  <a:schemeClr val="accent2"/>
                </a:solidFill>
                <a:effectLst/>
                <a:uLnTx/>
                <a:uFillTx/>
                <a:latin typeface="Arial"/>
                <a:ea typeface="+mn-ea"/>
                <a:cs typeface="Arial"/>
              </a:defRPr>
            </a:lvl4pPr>
            <a:lvl5pPr indent="-210312" algn="l" defTabSz="410291" rtl="0" eaLnBrk="1" latinLnBrk="0" hangingPunct="1">
              <a:lnSpc>
                <a:spcPct val="100000"/>
              </a:lnSpc>
              <a:spcBef>
                <a:spcPts val="0"/>
              </a:spcBef>
              <a:spcAft>
                <a:spcPts val="0"/>
              </a:spcAft>
              <a:buClr>
                <a:schemeClr val="accent2"/>
              </a:buClr>
              <a:buSzPct val="100000"/>
              <a:defRPr kumimoji="0" lang="en-IN" sz="1600" b="0" i="0" u="none" strike="noStrike" kern="1200" cap="none" spc="0" normalizeH="0" baseline="0" noProof="0" dirty="0" smtClean="0">
                <a:ln>
                  <a:noFill/>
                </a:ln>
                <a:solidFill>
                  <a:schemeClr val="accent2"/>
                </a:solidFill>
                <a:effectLst/>
                <a:uLnTx/>
                <a:uFillTx/>
                <a:latin typeface="Arial"/>
                <a:ea typeface="+mn-ea"/>
                <a:cs typeface="Aria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7049290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E8B4C-8D45-8EC7-7768-A4AE2351421C}"/>
              </a:ext>
            </a:extLst>
          </p:cNvPr>
          <p:cNvSpPr>
            <a:spLocks noGrp="1"/>
          </p:cNvSpPr>
          <p:nvPr>
            <p:ph type="title"/>
          </p:nvPr>
        </p:nvSpPr>
        <p:spPr>
          <a:xfrm>
            <a:off x="838200" y="198852"/>
            <a:ext cx="9878786" cy="887690"/>
          </a:xfrm>
        </p:spPr>
        <p:txBody>
          <a:bodyPr>
            <a:normAutofit/>
          </a:bodyPr>
          <a:lstStyle>
            <a:lvl1pPr>
              <a:defRPr sz="40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1F88548-5599-11E3-424F-2A3056DD2D1F}"/>
              </a:ext>
            </a:extLst>
          </p:cNvPr>
          <p:cNvSpPr>
            <a:spLocks noGrp="1"/>
          </p:cNvSpPr>
          <p:nvPr>
            <p:ph idx="1"/>
          </p:nvPr>
        </p:nvSpPr>
        <p:spPr>
          <a:xfrm>
            <a:off x="838200" y="1344388"/>
            <a:ext cx="10515600" cy="4477178"/>
          </a:xfrm>
        </p:spPr>
        <p:txBody>
          <a:bodyPr/>
          <a:lstStyle>
            <a:lvl1pPr>
              <a:defRPr>
                <a:latin typeface="LM Roman 10" panose="00000500000000000000" pitchFamily="50" charset="0"/>
              </a:defRPr>
            </a:lvl1pPr>
            <a:lvl2pPr>
              <a:defRPr>
                <a:latin typeface="LM Roman 10" panose="00000500000000000000" pitchFamily="50" charset="0"/>
              </a:defRPr>
            </a:lvl2pPr>
            <a:lvl3pPr>
              <a:defRPr>
                <a:latin typeface="LM Roman 10" panose="00000500000000000000" pitchFamily="50" charset="0"/>
              </a:defRPr>
            </a:lvl3pPr>
            <a:lvl4pPr>
              <a:defRPr>
                <a:latin typeface="LM Roman 10" panose="00000500000000000000" pitchFamily="50" charset="0"/>
              </a:defRPr>
            </a:lvl4pPr>
            <a:lvl5pPr>
              <a:defRPr>
                <a:latin typeface="LM Roman 10" panose="00000500000000000000" pitchFamily="50"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8DFF16F-C725-F779-035A-6273C8FF6FCF}"/>
              </a:ext>
            </a:extLst>
          </p:cNvPr>
          <p:cNvSpPr>
            <a:spLocks noGrp="1"/>
          </p:cNvSpPr>
          <p:nvPr>
            <p:ph type="dt" sz="half" idx="10"/>
          </p:nvPr>
        </p:nvSpPr>
        <p:spPr/>
        <p:txBody>
          <a:bodyPr/>
          <a:lstStyle/>
          <a:p>
            <a:fld id="{AB734E87-4C1B-4511-8B83-88B18C72C861}" type="datetime1">
              <a:rPr lang="en-GB" smtClean="0"/>
              <a:t>17/09/2026</a:t>
            </a:fld>
            <a:endParaRPr lang="en-GB"/>
          </a:p>
        </p:txBody>
      </p:sp>
      <p:sp>
        <p:nvSpPr>
          <p:cNvPr id="5" name="Footer Placeholder 4">
            <a:extLst>
              <a:ext uri="{FF2B5EF4-FFF2-40B4-BE49-F238E27FC236}">
                <a16:creationId xmlns:a16="http://schemas.microsoft.com/office/drawing/2014/main" id="{67BA8F6D-FC81-81A1-A259-EB8477CFCE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6A8E36D-5D57-A2DA-F0C9-1DB429775A7F}"/>
              </a:ext>
            </a:extLst>
          </p:cNvPr>
          <p:cNvSpPr>
            <a:spLocks noGrp="1"/>
          </p:cNvSpPr>
          <p:nvPr>
            <p:ph type="sldNum" sz="quarter" idx="12"/>
          </p:nvPr>
        </p:nvSpPr>
        <p:spPr/>
        <p:txBody>
          <a:bodyPr/>
          <a:lstStyle/>
          <a:p>
            <a:fld id="{301B6E93-1846-4B17-A68F-4674358D495A}" type="slidenum">
              <a:rPr lang="en-GB" smtClean="0"/>
              <a:t>‹Nº›</a:t>
            </a:fld>
            <a:endParaRPr lang="en-GB"/>
          </a:p>
        </p:txBody>
      </p:sp>
      <p:cxnSp>
        <p:nvCxnSpPr>
          <p:cNvPr id="8" name="Straight Connector 7">
            <a:extLst>
              <a:ext uri="{FF2B5EF4-FFF2-40B4-BE49-F238E27FC236}">
                <a16:creationId xmlns:a16="http://schemas.microsoft.com/office/drawing/2014/main" id="{811EE97C-7425-0892-4849-746D3E221309}"/>
              </a:ext>
            </a:extLst>
          </p:cNvPr>
          <p:cNvCxnSpPr>
            <a:cxnSpLocks/>
          </p:cNvCxnSpPr>
          <p:nvPr userDrawn="1"/>
        </p:nvCxnSpPr>
        <p:spPr>
          <a:xfrm>
            <a:off x="0" y="1176792"/>
            <a:ext cx="12192000" cy="0"/>
          </a:xfrm>
          <a:prstGeom prst="line">
            <a:avLst/>
          </a:prstGeom>
          <a:ln w="28575">
            <a:solidFill>
              <a:srgbClr val="FF6600"/>
            </a:solidFill>
          </a:ln>
          <a:effectLst>
            <a:outerShdw blurRad="50800" dist="38100" dir="5400000" algn="t"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pic>
        <p:nvPicPr>
          <p:cNvPr id="11" name="Picture 10">
            <a:extLst>
              <a:ext uri="{FF2B5EF4-FFF2-40B4-BE49-F238E27FC236}">
                <a16:creationId xmlns:a16="http://schemas.microsoft.com/office/drawing/2014/main" id="{45A90D5F-12F6-C9A9-6D61-A5857DC47959}"/>
              </a:ext>
            </a:extLst>
          </p:cNvPr>
          <p:cNvPicPr>
            <a:picLocks noChangeAspect="1"/>
          </p:cNvPicPr>
          <p:nvPr userDrawn="1"/>
        </p:nvPicPr>
        <p:blipFill rotWithShape="1">
          <a:blip r:embed="rId2"/>
          <a:srcRect l="27781" t="29500" r="7531" b="38000"/>
          <a:stretch/>
        </p:blipFill>
        <p:spPr>
          <a:xfrm>
            <a:off x="0" y="6009028"/>
            <a:ext cx="2979424" cy="842011"/>
          </a:xfrm>
          <a:prstGeom prst="rect">
            <a:avLst/>
          </a:prstGeom>
        </p:spPr>
      </p:pic>
      <p:cxnSp>
        <p:nvCxnSpPr>
          <p:cNvPr id="12" name="Straight Connector 11">
            <a:extLst>
              <a:ext uri="{FF2B5EF4-FFF2-40B4-BE49-F238E27FC236}">
                <a16:creationId xmlns:a16="http://schemas.microsoft.com/office/drawing/2014/main" id="{9919914C-89C5-54B8-9FCC-9816917AC2F1}"/>
              </a:ext>
            </a:extLst>
          </p:cNvPr>
          <p:cNvCxnSpPr>
            <a:cxnSpLocks/>
          </p:cNvCxnSpPr>
          <p:nvPr userDrawn="1"/>
        </p:nvCxnSpPr>
        <p:spPr>
          <a:xfrm>
            <a:off x="0" y="5918777"/>
            <a:ext cx="12192000" cy="0"/>
          </a:xfrm>
          <a:prstGeom prst="line">
            <a:avLst/>
          </a:prstGeom>
          <a:ln w="28575">
            <a:solidFill>
              <a:srgbClr val="FF6600"/>
            </a:solidFill>
          </a:ln>
          <a:effectLst>
            <a:outerShdw blurRad="50800" dist="38100" dir="5400000" algn="t"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pic>
        <p:nvPicPr>
          <p:cNvPr id="2050" name="Picture 2" descr="Data Analysis and Real World Interrogation Network (DARWIN EU) | European  Medicines Agency">
            <a:extLst>
              <a:ext uri="{FF2B5EF4-FFF2-40B4-BE49-F238E27FC236}">
                <a16:creationId xmlns:a16="http://schemas.microsoft.com/office/drawing/2014/main" id="{588BAFC2-2D50-0E83-74E3-E30E9A6C521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070102" y="6015989"/>
            <a:ext cx="2051796" cy="84201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a:extLst>
              <a:ext uri="{FF2B5EF4-FFF2-40B4-BE49-F238E27FC236}">
                <a16:creationId xmlns:a16="http://schemas.microsoft.com/office/drawing/2014/main" id="{9974B753-1968-C00B-D31E-9A40CBF104BA}"/>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0939601" y="45966"/>
            <a:ext cx="963421" cy="11090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986465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DD67C-B8D9-4C9F-AFE9-F7BE58F2FE88}"/>
              </a:ext>
            </a:extLst>
          </p:cNvPr>
          <p:cNvSpPr>
            <a:spLocks noGrp="1"/>
          </p:cNvSpPr>
          <p:nvPr>
            <p:ph type="title"/>
          </p:nvPr>
        </p:nvSpPr>
        <p:spPr/>
        <p:txBody>
          <a:bodyPr/>
          <a:lstStyle/>
          <a:p>
            <a:r>
              <a:rPr lang="en-US"/>
              <a:t>Click to edit Master title style</a:t>
            </a:r>
            <a:endParaRPr lang="en-NL"/>
          </a:p>
        </p:txBody>
      </p:sp>
      <p:sp>
        <p:nvSpPr>
          <p:cNvPr id="3" name="Footer Placeholder 2">
            <a:extLst>
              <a:ext uri="{FF2B5EF4-FFF2-40B4-BE49-F238E27FC236}">
                <a16:creationId xmlns:a16="http://schemas.microsoft.com/office/drawing/2014/main" id="{0300F8AC-7CB6-4C9A-B675-D760B84A1847}"/>
              </a:ext>
            </a:extLst>
          </p:cNvPr>
          <p:cNvSpPr>
            <a:spLocks noGrp="1"/>
          </p:cNvSpPr>
          <p:nvPr>
            <p:ph type="ftr" sz="quarter" idx="10"/>
          </p:nvPr>
        </p:nvSpPr>
        <p:spPr/>
        <p:txBody>
          <a:bodyPr/>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GB" altLang="en-US" sz="1107" b="0" i="0" u="none" strike="noStrike" kern="1200" cap="none" spc="0" normalizeH="0" baseline="0" noProof="0">
                <a:ln>
                  <a:noFill/>
                </a:ln>
                <a:solidFill>
                  <a:srgbClr val="000000"/>
                </a:solidFill>
                <a:effectLst/>
                <a:uLnTx/>
                <a:uFillTx/>
                <a:latin typeface="Verdana"/>
                <a:ea typeface="+mn-ea"/>
                <a:cs typeface="Arial"/>
              </a:rPr>
              <a:t>Presentation title (to edit, click Insert &gt; Header &amp; Footer)</a:t>
            </a:r>
          </a:p>
        </p:txBody>
      </p:sp>
      <p:sp>
        <p:nvSpPr>
          <p:cNvPr id="4" name="Slide Number Placeholder 3">
            <a:extLst>
              <a:ext uri="{FF2B5EF4-FFF2-40B4-BE49-F238E27FC236}">
                <a16:creationId xmlns:a16="http://schemas.microsoft.com/office/drawing/2014/main" id="{95077027-D146-4741-9B5D-0F23D7543200}"/>
              </a:ext>
            </a:extLst>
          </p:cNvPr>
          <p:cNvSpPr>
            <a:spLocks noGrp="1"/>
          </p:cNvSpPr>
          <p:nvPr>
            <p:ph type="sldNum" sz="quarter" idx="11"/>
          </p:nvPr>
        </p:nvSpPr>
        <p:spPr/>
        <p:txBody>
          <a:bodyPr/>
          <a:lstStyle/>
          <a:p>
            <a:pPr marL="0" marR="0" lvl="0" indent="0" algn="l" defTabSz="914400" rtl="0" eaLnBrk="1" fontAlgn="auto" latinLnBrk="0" hangingPunct="1">
              <a:lnSpc>
                <a:spcPts val="1600"/>
              </a:lnSpc>
              <a:spcBef>
                <a:spcPts val="0"/>
              </a:spcBef>
              <a:spcAft>
                <a:spcPts val="0"/>
              </a:spcAft>
              <a:buClrTx/>
              <a:buSzTx/>
              <a:buFontTx/>
              <a:buNone/>
              <a:tabLst/>
              <a:defRPr/>
            </a:pPr>
            <a:fld id="{DB468437-DC6C-443C-8387-7F3DABA73C17}" type="slidenum">
              <a:rPr kumimoji="0" lang="en-GB" altLang="en-US" sz="1107" b="0" i="0" u="none" strike="noStrike" kern="1200" cap="none" spc="0" normalizeH="0" baseline="0" noProof="0" smtClean="0">
                <a:ln>
                  <a:noFill/>
                </a:ln>
                <a:solidFill>
                  <a:srgbClr val="000000"/>
                </a:solidFill>
                <a:effectLst/>
                <a:uLnTx/>
                <a:uFillTx/>
                <a:latin typeface="Verdana"/>
                <a:ea typeface="+mn-ea"/>
                <a:cs typeface="Arial"/>
              </a:rPr>
              <a:pPr marL="0" marR="0" lvl="0" indent="0" algn="l" defTabSz="914400" rtl="0" eaLnBrk="1" fontAlgn="auto" latinLnBrk="0" hangingPunct="1">
                <a:lnSpc>
                  <a:spcPts val="1600"/>
                </a:lnSpc>
                <a:spcBef>
                  <a:spcPts val="0"/>
                </a:spcBef>
                <a:spcAft>
                  <a:spcPts val="0"/>
                </a:spcAft>
                <a:buClrTx/>
                <a:buSzTx/>
                <a:buFontTx/>
                <a:buNone/>
                <a:tabLst/>
                <a:defRPr/>
              </a:pPr>
              <a:t>‹Nº›</a:t>
            </a:fld>
            <a:endParaRPr kumimoji="0" lang="en-GB" altLang="en-US" sz="1107" b="0" i="0" u="none" strike="noStrike" kern="1200" cap="none" spc="0" normalizeH="0" baseline="0" noProof="0">
              <a:ln>
                <a:noFill/>
              </a:ln>
              <a:solidFill>
                <a:srgbClr val="000000"/>
              </a:solidFill>
              <a:effectLst/>
              <a:uLnTx/>
              <a:uFillTx/>
              <a:latin typeface="Verdana"/>
              <a:ea typeface="+mn-ea"/>
              <a:cs typeface="Arial"/>
            </a:endParaRPr>
          </a:p>
        </p:txBody>
      </p:sp>
      <p:sp>
        <p:nvSpPr>
          <p:cNvPr id="5" name="Date Placeholder 4">
            <a:extLst>
              <a:ext uri="{FF2B5EF4-FFF2-40B4-BE49-F238E27FC236}">
                <a16:creationId xmlns:a16="http://schemas.microsoft.com/office/drawing/2014/main" id="{E63E11E1-AC44-46B4-98C7-820E36CF1856}"/>
              </a:ext>
            </a:extLst>
          </p:cNvPr>
          <p:cNvSpPr>
            <a:spLocks noGrp="1"/>
          </p:cNvSpPr>
          <p:nvPr>
            <p:ph type="dt" sz="half" idx="12"/>
          </p:nvPr>
        </p:nvSpPr>
        <p:spPr/>
        <p:txBody>
          <a:bodyPr/>
          <a:lstStyle/>
          <a:p>
            <a:pPr marL="0" marR="0" lvl="0" indent="0" algn="r" defTabSz="914400" rtl="0" eaLnBrk="1" fontAlgn="auto" latinLnBrk="0" hangingPunct="1">
              <a:lnSpc>
                <a:spcPts val="1600"/>
              </a:lnSpc>
              <a:spcBef>
                <a:spcPts val="0"/>
              </a:spcBef>
              <a:spcAft>
                <a:spcPts val="0"/>
              </a:spcAft>
              <a:buClrTx/>
              <a:buSzTx/>
              <a:buFontTx/>
              <a:buNone/>
              <a:tabLst/>
              <a:defRPr/>
            </a:pPr>
            <a:fld id="{3210C40C-3E24-4C85-8B6D-E9FF35E6BCBE}" type="datetime4">
              <a:rPr kumimoji="0" lang="en-GB" altLang="en-US" sz="1107" b="0" i="0" u="none" strike="noStrike" kern="1200" cap="none" spc="0" normalizeH="0" baseline="0" noProof="0" smtClean="0">
                <a:ln>
                  <a:noFill/>
                </a:ln>
                <a:solidFill>
                  <a:srgbClr val="000000"/>
                </a:solidFill>
                <a:effectLst/>
                <a:uLnTx/>
                <a:uFillTx/>
                <a:latin typeface="Verdana"/>
                <a:ea typeface="+mn-ea"/>
                <a:cs typeface="Arial"/>
              </a:rPr>
              <a:pPr marL="0" marR="0" lvl="0" indent="0" algn="r" defTabSz="914400" rtl="0" eaLnBrk="1" fontAlgn="auto" latinLnBrk="0" hangingPunct="1">
                <a:lnSpc>
                  <a:spcPts val="1600"/>
                </a:lnSpc>
                <a:spcBef>
                  <a:spcPts val="0"/>
                </a:spcBef>
                <a:spcAft>
                  <a:spcPts val="0"/>
                </a:spcAft>
                <a:buClrTx/>
                <a:buSzTx/>
                <a:buFontTx/>
                <a:buNone/>
                <a:tabLst/>
                <a:defRPr/>
              </a:pPr>
              <a:t>17 September 2026</a:t>
            </a:fld>
            <a:endParaRPr kumimoji="0" lang="en-GB" altLang="en-US" sz="1107" b="0" i="0" u="none" strike="noStrike" kern="1200" cap="none" spc="0" normalizeH="0" baseline="0" noProof="0">
              <a:ln>
                <a:noFill/>
              </a:ln>
              <a:solidFill>
                <a:srgbClr val="000000"/>
              </a:solidFill>
              <a:effectLst/>
              <a:uLnTx/>
              <a:uFillTx/>
              <a:latin typeface="Verdana"/>
              <a:ea typeface="+mn-ea"/>
              <a:cs typeface="Arial"/>
            </a:endParaRPr>
          </a:p>
        </p:txBody>
      </p:sp>
    </p:spTree>
    <p:extLst>
      <p:ext uri="{BB962C8B-B14F-4D97-AF65-F5344CB8AC3E}">
        <p14:creationId xmlns:p14="http://schemas.microsoft.com/office/powerpoint/2010/main" val="1098901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theme" Target="../theme/theme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slideLayout" Target="../slideLayouts/slideLayout34.xml"/><Relationship Id="rId1" Type="http://schemas.openxmlformats.org/officeDocument/2006/relationships/slideLayout" Target="../slideLayouts/slideLayout33.xml"/><Relationship Id="rId5" Type="http://schemas.openxmlformats.org/officeDocument/2006/relationships/theme" Target="../theme/theme4.xml"/><Relationship Id="rId4"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78488" y="1401547"/>
            <a:ext cx="10972801" cy="4525963"/>
          </a:xfrm>
          <a:prstGeom prst="rect">
            <a:avLst/>
          </a:prstGeom>
        </p:spPr>
        <p:txBody>
          <a:bodyPr vert="horz" lIns="91440" tIns="45720" rIns="91440" bIns="45720" rtlCol="0">
            <a:normAutofit/>
          </a:bodyPr>
          <a:lstStyle/>
          <a:p>
            <a:pPr marL="342900" lvl="0" indent="-342900" algn="l" defTabSz="457200" rtl="0" eaLnBrk="1" latinLnBrk="0" hangingPunct="1">
              <a:spcBef>
                <a:spcPct val="20000"/>
              </a:spcBef>
              <a:buFont typeface="Arial"/>
              <a:buChar char="•"/>
            </a:pPr>
            <a:r>
              <a:rPr lang="en-US"/>
              <a:t>Edit Master text styles</a:t>
            </a:r>
          </a:p>
          <a:p>
            <a:pPr marL="342900" lvl="1" indent="-342900" algn="l" defTabSz="457200" rtl="0" eaLnBrk="1" latinLnBrk="0" hangingPunct="1">
              <a:spcBef>
                <a:spcPct val="20000"/>
              </a:spcBef>
              <a:buFont typeface="Arial"/>
              <a:buChar char="•"/>
            </a:pPr>
            <a:r>
              <a:rPr lang="en-US"/>
              <a:t>Second level</a:t>
            </a:r>
          </a:p>
          <a:p>
            <a:pPr marL="342900" lvl="2" indent="-342900" algn="l" defTabSz="457200" rtl="0" eaLnBrk="1" latinLnBrk="0" hangingPunct="1">
              <a:spcBef>
                <a:spcPct val="20000"/>
              </a:spcBef>
              <a:buFont typeface="Arial"/>
              <a:buChar char="•"/>
            </a:pPr>
            <a:r>
              <a:rPr lang="en-US"/>
              <a:t>Third level</a:t>
            </a:r>
          </a:p>
          <a:p>
            <a:pPr marL="342900" lvl="3" indent="-342900" algn="l" defTabSz="457200" rtl="0" eaLnBrk="1" latinLnBrk="0" hangingPunct="1">
              <a:spcBef>
                <a:spcPct val="20000"/>
              </a:spcBef>
              <a:buFont typeface="Arial"/>
              <a:buChar char="•"/>
            </a:pPr>
            <a:r>
              <a:rPr lang="en-US"/>
              <a:t>Fourth level</a:t>
            </a:r>
          </a:p>
          <a:p>
            <a:pPr marL="342900" lvl="4" indent="-342900" algn="l" defTabSz="457200" rtl="0" eaLnBrk="1" latinLnBrk="0" hangingPunct="1">
              <a:spcBef>
                <a:spcPct val="20000"/>
              </a:spcBef>
              <a:buFont typeface="Arial"/>
              <a:buChar char="•"/>
            </a:pPr>
            <a:r>
              <a:rPr lang="en-US"/>
              <a:t>Fifth level</a:t>
            </a:r>
            <a:endParaRPr lang="en-GB"/>
          </a:p>
        </p:txBody>
      </p:sp>
      <p:sp>
        <p:nvSpPr>
          <p:cNvPr id="2" name="Title Placeholder 1"/>
          <p:cNvSpPr>
            <a:spLocks noGrp="1"/>
          </p:cNvSpPr>
          <p:nvPr>
            <p:ph type="title"/>
          </p:nvPr>
        </p:nvSpPr>
        <p:spPr>
          <a:xfrm>
            <a:off x="278488" y="135749"/>
            <a:ext cx="6974112" cy="786735"/>
          </a:xfrm>
          <a:prstGeom prst="rect">
            <a:avLst/>
          </a:prstGeom>
        </p:spPr>
        <p:txBody>
          <a:bodyPr vert="horz" lIns="91440" tIns="45720" rIns="91440" bIns="45720" rtlCol="0" anchor="ctr">
            <a:noAutofit/>
          </a:bodyPr>
          <a:lstStyle/>
          <a:p>
            <a:r>
              <a:rPr lang="en-US"/>
              <a:t>Click to edit Master title style</a:t>
            </a:r>
            <a:endParaRPr lang="en-GB"/>
          </a:p>
        </p:txBody>
      </p:sp>
      <p:cxnSp>
        <p:nvCxnSpPr>
          <p:cNvPr id="13" name="Straight Connector 12"/>
          <p:cNvCxnSpPr/>
          <p:nvPr/>
        </p:nvCxnSpPr>
        <p:spPr>
          <a:xfrm>
            <a:off x="0" y="922484"/>
            <a:ext cx="12192000" cy="0"/>
          </a:xfrm>
          <a:prstGeom prst="line">
            <a:avLst/>
          </a:prstGeom>
          <a:ln w="19050" cmpd="sng">
            <a:solidFill>
              <a:srgbClr val="FF6600"/>
            </a:solidFill>
          </a:ln>
          <a:effectLst>
            <a:outerShdw blurRad="40005" dist="20320" dir="5400000" algn="ctr" rotWithShape="0">
              <a:schemeClr val="tx1">
                <a:alpha val="38000"/>
              </a:schemeClr>
            </a:outerShdw>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0" y="6275534"/>
            <a:ext cx="12192000" cy="0"/>
          </a:xfrm>
          <a:prstGeom prst="line">
            <a:avLst/>
          </a:prstGeom>
          <a:ln w="19050" cmpd="sng">
            <a:solidFill>
              <a:srgbClr val="FF6600"/>
            </a:solidFill>
          </a:ln>
          <a:effectLst>
            <a:outerShdw blurRad="40005" dist="20320" dir="5400000" algn="ctr" rotWithShape="0">
              <a:schemeClr val="tx1">
                <a:alpha val="38000"/>
              </a:schemeClr>
            </a:outerShdw>
          </a:effectLst>
        </p:spPr>
        <p:style>
          <a:lnRef idx="2">
            <a:schemeClr val="accent1"/>
          </a:lnRef>
          <a:fillRef idx="0">
            <a:schemeClr val="accent1"/>
          </a:fillRef>
          <a:effectRef idx="1">
            <a:schemeClr val="accent1"/>
          </a:effectRef>
          <a:fontRef idx="minor">
            <a:schemeClr val="tx1"/>
          </a:fontRef>
        </p:style>
      </p:cxnSp>
      <p:pic>
        <p:nvPicPr>
          <p:cNvPr id="16" name="Picture 15" descr="BOTNAR.png"/>
          <p:cNvPicPr>
            <a:picLocks noChangeAspect="1"/>
          </p:cNvPicPr>
          <p:nvPr/>
        </p:nvPicPr>
        <p:blipFill rotWithShape="1">
          <a:blip r:embed="rId13">
            <a:extLst>
              <a:ext uri="{28A0092B-C50C-407E-A947-70E740481C1C}">
                <a14:useLocalDpi xmlns:a14="http://schemas.microsoft.com/office/drawing/2010/main"/>
              </a:ext>
            </a:extLst>
          </a:blip>
          <a:srcRect/>
          <a:stretch/>
        </p:blipFill>
        <p:spPr>
          <a:xfrm>
            <a:off x="10693504" y="6438584"/>
            <a:ext cx="1206501" cy="288538"/>
          </a:xfrm>
          <a:prstGeom prst="rect">
            <a:avLst/>
          </a:prstGeom>
        </p:spPr>
      </p:pic>
      <p:pic>
        <p:nvPicPr>
          <p:cNvPr id="11" name="Picture 10" descr="NDORMS.png">
            <a:extLst>
              <a:ext uri="{FF2B5EF4-FFF2-40B4-BE49-F238E27FC236}">
                <a16:creationId xmlns:a16="http://schemas.microsoft.com/office/drawing/2014/main" id="{00A7AEE3-88CC-4FA7-BCC3-B80007BC0C80}"/>
              </a:ext>
            </a:extLst>
          </p:cNvPr>
          <p:cNvPicPr>
            <a:picLocks noChangeAspect="1"/>
          </p:cNvPicPr>
          <p:nvPr userDrawn="1"/>
        </p:nvPicPr>
        <p:blipFill rotWithShape="1">
          <a:blip r:embed="rId14">
            <a:extLst>
              <a:ext uri="{28A0092B-C50C-407E-A947-70E740481C1C}">
                <a14:useLocalDpi xmlns:a14="http://schemas.microsoft.com/office/drawing/2010/main"/>
              </a:ext>
            </a:extLst>
          </a:blip>
          <a:srcRect l="-1" r="-2315"/>
          <a:stretch/>
        </p:blipFill>
        <p:spPr>
          <a:xfrm>
            <a:off x="8915084" y="51277"/>
            <a:ext cx="3149916" cy="784289"/>
          </a:xfrm>
          <a:prstGeom prst="rect">
            <a:avLst/>
          </a:prstGeom>
        </p:spPr>
      </p:pic>
    </p:spTree>
    <p:extLst>
      <p:ext uri="{BB962C8B-B14F-4D97-AF65-F5344CB8AC3E}">
        <p14:creationId xmlns:p14="http://schemas.microsoft.com/office/powerpoint/2010/main" val="31897505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457200" rtl="0" eaLnBrk="1" latinLnBrk="0" hangingPunct="1">
        <a:lnSpc>
          <a:spcPct val="100000"/>
        </a:lnSpc>
        <a:spcBef>
          <a:spcPct val="0"/>
        </a:spcBef>
        <a:buNone/>
        <a:defRPr lang="en-GB" sz="3000" b="0" i="0" kern="1200" dirty="0">
          <a:solidFill>
            <a:schemeClr val="bg1">
              <a:lumMod val="50000"/>
            </a:schemeClr>
          </a:solidFill>
          <a:latin typeface="Arial"/>
          <a:ea typeface="+mj-ea"/>
          <a:cs typeface="Arial"/>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lang="en-US" sz="3200" kern="1200" dirty="0" smtClean="0">
          <a:solidFill>
            <a:schemeClr val="tx1">
              <a:lumMod val="65000"/>
              <a:lumOff val="35000"/>
            </a:schemeClr>
          </a:solidFill>
          <a:latin typeface="Arial"/>
          <a:ea typeface="+mn-ea"/>
          <a:cs typeface="Arial"/>
        </a:defRPr>
      </a:lvl1pPr>
      <a:lvl2pPr marL="685800" indent="-228600" algn="l" defTabSz="914400" rtl="0" eaLnBrk="1" latinLnBrk="0" hangingPunct="1">
        <a:lnSpc>
          <a:spcPct val="100000"/>
        </a:lnSpc>
        <a:spcBef>
          <a:spcPts val="500"/>
        </a:spcBef>
        <a:buFont typeface="Arial" panose="020B0604020202020204" pitchFamily="34" charset="0"/>
        <a:buChar char="•"/>
        <a:defRPr lang="en-US" sz="2800" kern="1200" dirty="0" smtClean="0">
          <a:solidFill>
            <a:schemeClr val="tx1">
              <a:lumMod val="65000"/>
              <a:lumOff val="35000"/>
            </a:schemeClr>
          </a:solidFill>
          <a:latin typeface="Arial"/>
          <a:ea typeface="+mn-ea"/>
          <a:cs typeface="Arial"/>
        </a:defRPr>
      </a:lvl2pPr>
      <a:lvl3pPr marL="1143000" indent="-228600" algn="l" defTabSz="914400" rtl="0" eaLnBrk="1" latinLnBrk="0" hangingPunct="1">
        <a:lnSpc>
          <a:spcPct val="100000"/>
        </a:lnSpc>
        <a:spcBef>
          <a:spcPts val="500"/>
        </a:spcBef>
        <a:buFont typeface="Arial" panose="020B0604020202020204" pitchFamily="34" charset="0"/>
        <a:buChar char="•"/>
        <a:defRPr lang="en-US" sz="2400" kern="1200" dirty="0" smtClean="0">
          <a:solidFill>
            <a:schemeClr val="tx1">
              <a:lumMod val="65000"/>
              <a:lumOff val="35000"/>
            </a:schemeClr>
          </a:solidFill>
          <a:latin typeface="Arial"/>
          <a:ea typeface="+mn-ea"/>
          <a:cs typeface="Arial"/>
        </a:defRPr>
      </a:lvl3pPr>
      <a:lvl4pPr marL="1600200" indent="-228600" algn="l" defTabSz="914400" rtl="0" eaLnBrk="1" latinLnBrk="0" hangingPunct="1">
        <a:lnSpc>
          <a:spcPct val="100000"/>
        </a:lnSpc>
        <a:spcBef>
          <a:spcPts val="500"/>
        </a:spcBef>
        <a:buFont typeface="Arial" panose="020B0604020202020204" pitchFamily="34" charset="0"/>
        <a:buChar char="•"/>
        <a:defRPr lang="en-US" sz="2000" kern="1200" dirty="0" smtClean="0">
          <a:solidFill>
            <a:schemeClr val="tx1">
              <a:lumMod val="65000"/>
              <a:lumOff val="35000"/>
            </a:schemeClr>
          </a:solidFill>
          <a:latin typeface="Arial"/>
          <a:ea typeface="+mn-ea"/>
          <a:cs typeface="Arial"/>
        </a:defRPr>
      </a:lvl4pPr>
      <a:lvl5pPr marL="2057400" indent="-228600" algn="l" defTabSz="914400" rtl="0" eaLnBrk="1" latinLnBrk="0" hangingPunct="1">
        <a:lnSpc>
          <a:spcPct val="100000"/>
        </a:lnSpc>
        <a:spcBef>
          <a:spcPts val="500"/>
        </a:spcBef>
        <a:buFont typeface="Arial" panose="020B0604020202020204" pitchFamily="34" charset="0"/>
        <a:buChar char="•"/>
        <a:defRPr lang="en-GB" sz="2000" kern="1200" dirty="0">
          <a:solidFill>
            <a:schemeClr val="tx1">
              <a:lumMod val="65000"/>
              <a:lumOff val="35000"/>
            </a:schemeClr>
          </a:solidFill>
          <a:latin typeface="Arial"/>
          <a:ea typeface="+mn-ea"/>
          <a:cs typeface="Arial"/>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B89E5A-5E76-139A-59EA-39711D2C83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0E1D1FD-DE97-4A9D-593E-87A2F8ED00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CF93565-9393-104B-F3D7-75D943E08F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22 June 2026</a:t>
            </a:r>
          </a:p>
        </p:txBody>
      </p:sp>
      <p:sp>
        <p:nvSpPr>
          <p:cNvPr id="5" name="Footer Placeholder 4">
            <a:extLst>
              <a:ext uri="{FF2B5EF4-FFF2-40B4-BE49-F238E27FC236}">
                <a16:creationId xmlns:a16="http://schemas.microsoft.com/office/drawing/2014/main" id="{284B24D8-833E-6FA3-2CDE-4AA6811BA4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p>
        </p:txBody>
      </p:sp>
      <p:sp>
        <p:nvSpPr>
          <p:cNvPr id="6" name="Slide Number Placeholder 5">
            <a:extLst>
              <a:ext uri="{FF2B5EF4-FFF2-40B4-BE49-F238E27FC236}">
                <a16:creationId xmlns:a16="http://schemas.microsoft.com/office/drawing/2014/main" id="{1EDB1669-D084-028B-7B30-AACE0A7FC1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16946689"/>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0" y="152400"/>
            <a:ext cx="10058400" cy="838200"/>
          </a:xfrm>
          <a:prstGeom prst="rect">
            <a:avLst/>
          </a:prstGeom>
        </p:spPr>
        <p:txBody>
          <a:bodyPr vert="horz" lIns="91440" tIns="45720" rIns="91440" bIns="45720" rtlCol="0" anchor="ctr">
            <a:normAutofit/>
          </a:bodyPr>
          <a:lstStyle/>
          <a:p>
            <a:r>
              <a:rPr lang="en-GB" noProof="0" err="1"/>
              <a:t>Klik</a:t>
            </a:r>
            <a:r>
              <a:rPr lang="en-GB" noProof="0"/>
              <a:t> om </a:t>
            </a:r>
            <a:r>
              <a:rPr lang="en-GB" noProof="0" err="1"/>
              <a:t>stijl</a:t>
            </a:r>
            <a:r>
              <a:rPr lang="en-GB" noProof="0"/>
              <a:t> </a:t>
            </a:r>
            <a:r>
              <a:rPr lang="en-GB" noProof="0" err="1"/>
              <a:t>te</a:t>
            </a:r>
            <a:r>
              <a:rPr lang="en-GB" noProof="0"/>
              <a:t> </a:t>
            </a:r>
            <a:r>
              <a:rPr lang="en-GB" noProof="0" err="1"/>
              <a:t>bewerken</a:t>
            </a:r>
            <a:endParaRPr lang="en-GB" noProof="0"/>
          </a:p>
        </p:txBody>
      </p:sp>
      <p:sp>
        <p:nvSpPr>
          <p:cNvPr id="3" name="Text Placeholder 2"/>
          <p:cNvSpPr>
            <a:spLocks noGrp="1"/>
          </p:cNvSpPr>
          <p:nvPr>
            <p:ph type="body" idx="1"/>
          </p:nvPr>
        </p:nvSpPr>
        <p:spPr>
          <a:xfrm>
            <a:off x="609600" y="1219201"/>
            <a:ext cx="10972800" cy="4906963"/>
          </a:xfrm>
          <a:prstGeom prst="rect">
            <a:avLst/>
          </a:prstGeom>
        </p:spPr>
        <p:txBody>
          <a:bodyPr vert="horz" lIns="91440" tIns="45720" rIns="91440" bIns="45720" rtlCol="0">
            <a:normAutofit/>
          </a:body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Tree>
    <p:extLst>
      <p:ext uri="{BB962C8B-B14F-4D97-AF65-F5344CB8AC3E}">
        <p14:creationId xmlns:p14="http://schemas.microsoft.com/office/powerpoint/2010/main" val="416451116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Lst>
  <p:hf sldNum="0" hdr="0" ftr="0" dt="0"/>
  <p:txStyles>
    <p:titleStyle>
      <a:lvl1pPr algn="l" defTabSz="914400" rtl="0" eaLnBrk="1" latinLnBrk="0" hangingPunct="1">
        <a:spcBef>
          <a:spcPct val="0"/>
        </a:spcBef>
        <a:buNone/>
        <a:defRPr sz="40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jdelijke aanduiding voor tekst 2">
            <a:extLst>
              <a:ext uri="{FF2B5EF4-FFF2-40B4-BE49-F238E27FC236}">
                <a16:creationId xmlns:a16="http://schemas.microsoft.com/office/drawing/2014/main" id="{D69CB3E2-0E77-407C-AEE3-3EA2255ECC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359986" lvl="0">
              <a:buClr>
                <a:srgbClr val="40387C"/>
              </a:buClr>
              <a:buFont typeface="Century Gothic" panose="020B0502020202020204" pitchFamily="34" charset="0"/>
              <a:buChar char="■"/>
            </a:pPr>
            <a:r>
              <a:rPr lang="nl-NL"/>
              <a:t>Tekststijl van het model bewerken</a:t>
            </a:r>
          </a:p>
          <a:p>
            <a:pPr marL="719971" lvl="1">
              <a:buClr>
                <a:srgbClr val="EEA41F"/>
              </a:buClr>
              <a:buFont typeface="Century Gothic" panose="020B0502020202020204" pitchFamily="34" charset="0"/>
              <a:buChar char="■"/>
            </a:pPr>
            <a:r>
              <a:rPr lang="nl-NL"/>
              <a:t>Tweede niveau</a:t>
            </a:r>
          </a:p>
          <a:p>
            <a:pPr marL="1079957" lvl="2">
              <a:buClr>
                <a:srgbClr val="92327C"/>
              </a:buClr>
              <a:buFont typeface="Century Gothic" panose="020B0502020202020204" pitchFamily="34" charset="0"/>
              <a:buChar char="■"/>
            </a:pPr>
            <a:r>
              <a:rPr lang="nl-NL"/>
              <a:t>Derde niveau</a:t>
            </a:r>
          </a:p>
          <a:p>
            <a:pPr marL="1439942" lvl="3">
              <a:buClr>
                <a:srgbClr val="56B1CA"/>
              </a:buClr>
              <a:buFont typeface="Century Gothic" panose="020B0502020202020204" pitchFamily="34" charset="0"/>
              <a:buChar char="■"/>
            </a:pPr>
            <a:r>
              <a:rPr lang="nl-NL"/>
              <a:t>Vierde niveau</a:t>
            </a:r>
          </a:p>
          <a:p>
            <a:pPr marL="1799928" lvl="4">
              <a:buClr>
                <a:srgbClr val="E91D25"/>
              </a:buClr>
              <a:buFont typeface="Century Gothic" panose="020B0502020202020204" pitchFamily="34" charset="0"/>
              <a:buChar char="■"/>
            </a:pPr>
            <a:r>
              <a:rPr lang="nl-NL"/>
              <a:t>Vijfde niveau</a:t>
            </a:r>
          </a:p>
          <a:p>
            <a:pPr marL="1799928" lvl="4">
              <a:buClr>
                <a:srgbClr val="E91D25"/>
              </a:buClr>
              <a:buFont typeface="Century Gothic" panose="020B0502020202020204" pitchFamily="34" charset="0"/>
              <a:buChar char="■"/>
            </a:pPr>
            <a:endParaRPr lang="nl-BE"/>
          </a:p>
        </p:txBody>
      </p:sp>
    </p:spTree>
    <p:extLst>
      <p:ext uri="{BB962C8B-B14F-4D97-AF65-F5344CB8AC3E}">
        <p14:creationId xmlns:p14="http://schemas.microsoft.com/office/powerpoint/2010/main" val="130302330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Lst>
  <p:hf hdr="0" ftr="0" dt="0"/>
  <p:txStyles>
    <p:titleStyle>
      <a:lvl1pPr algn="l" defTabSz="91436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1" indent="-228591" algn="l" defTabSz="914363" rtl="0" eaLnBrk="1" latinLnBrk="0" hangingPunct="1">
        <a:lnSpc>
          <a:spcPct val="90000"/>
        </a:lnSpc>
        <a:spcBef>
          <a:spcPts val="1000"/>
        </a:spcBef>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773" indent="-228591" algn="l" defTabSz="914363" rtl="0" eaLnBrk="1"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1142954"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600136" indent="-228591" algn="l" defTabSz="914363" rtl="0" eaLnBrk="1" latinLnBrk="0" hangingPunct="1">
        <a:lnSpc>
          <a:spcPct val="90000"/>
        </a:lnSpc>
        <a:spcBef>
          <a:spcPts val="500"/>
        </a:spcBef>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4pPr>
      <a:lvl5pPr marL="2057318" indent="-228591" algn="l" defTabSz="914363" rtl="0" eaLnBrk="1" latinLnBrk="0" hangingPunct="1">
        <a:lnSpc>
          <a:spcPct val="90000"/>
        </a:lnSpc>
        <a:spcBef>
          <a:spcPts val="500"/>
        </a:spcBef>
        <a:buFont typeface="Arial" panose="020B0604020202020204" pitchFamily="34" charset="0"/>
        <a:buChar char="•"/>
        <a:defRPr sz="1600" kern="1200">
          <a:solidFill>
            <a:schemeClr val="tx1"/>
          </a:solidFill>
          <a:latin typeface="Calibri" panose="020F0502020204030204" pitchFamily="34" charset="0"/>
          <a:ea typeface="+mn-ea"/>
          <a:cs typeface="Calibri" panose="020F0502020204030204" pitchFamily="34" charset="0"/>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bwMode="auto">
          <a:xfrm>
            <a:off x="478368" y="1025526"/>
            <a:ext cx="11232000" cy="950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Click to add title</a:t>
            </a:r>
          </a:p>
        </p:txBody>
      </p:sp>
      <p:sp>
        <p:nvSpPr>
          <p:cNvPr id="373764" name="Rectangle 4"/>
          <p:cNvSpPr>
            <a:spLocks noGrp="1" noChangeArrowheads="1"/>
          </p:cNvSpPr>
          <p:nvPr>
            <p:ph type="ftr" sz="quarter" idx="3"/>
          </p:nvPr>
        </p:nvSpPr>
        <p:spPr bwMode="auto">
          <a:xfrm>
            <a:off x="958853" y="6405563"/>
            <a:ext cx="8638116"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a:lnSpc>
                <a:spcPts val="1600"/>
              </a:lnSpc>
              <a:defRPr sz="1107">
                <a:solidFill>
                  <a:schemeClr val="tx1"/>
                </a:solidFill>
              </a:defRPr>
            </a:lvl1pPr>
          </a:lstStyle>
          <a:p>
            <a:r>
              <a:rPr lang="en-GB" altLang="en-US"/>
              <a:t>Introduction of the DARWIN EU® Coordination Centre </a:t>
            </a:r>
          </a:p>
        </p:txBody>
      </p:sp>
      <p:sp>
        <p:nvSpPr>
          <p:cNvPr id="373765" name="Rectangle 5"/>
          <p:cNvSpPr>
            <a:spLocks noGrp="1" noChangeArrowheads="1"/>
          </p:cNvSpPr>
          <p:nvPr>
            <p:ph type="sldNum" sz="quarter" idx="4"/>
          </p:nvPr>
        </p:nvSpPr>
        <p:spPr bwMode="auto">
          <a:xfrm>
            <a:off x="480486" y="6405563"/>
            <a:ext cx="410633" cy="239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l">
              <a:lnSpc>
                <a:spcPts val="1600"/>
              </a:lnSpc>
              <a:defRPr sz="1107">
                <a:solidFill>
                  <a:schemeClr val="tx1"/>
                </a:solidFill>
              </a:defRPr>
            </a:lvl1pPr>
          </a:lstStyle>
          <a:p>
            <a:fld id="{DB468437-DC6C-443C-8387-7F3DABA73C17}" type="slidenum">
              <a:rPr lang="en-GB" altLang="en-US" smtClean="0"/>
              <a:pPr/>
              <a:t>‹Nº›</a:t>
            </a:fld>
            <a:endParaRPr lang="en-GB" altLang="en-US"/>
          </a:p>
        </p:txBody>
      </p:sp>
      <p:sp>
        <p:nvSpPr>
          <p:cNvPr id="373768" name="Rectangle 8"/>
          <p:cNvSpPr>
            <a:spLocks noGrp="1" noChangeArrowheads="1"/>
          </p:cNvSpPr>
          <p:nvPr>
            <p:ph type="dt" sz="half" idx="2"/>
          </p:nvPr>
        </p:nvSpPr>
        <p:spPr bwMode="auto">
          <a:xfrm>
            <a:off x="9792000" y="6405563"/>
            <a:ext cx="1919816"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lnSpc>
                <a:spcPts val="1600"/>
              </a:lnSpc>
              <a:defRPr sz="1107">
                <a:solidFill>
                  <a:schemeClr val="tx1"/>
                </a:solidFill>
              </a:defRPr>
            </a:lvl1pPr>
          </a:lstStyle>
          <a:p>
            <a:fld id="{04AB5764-98C1-42BA-BFEF-50F6CCFE58EC}" type="datetime4">
              <a:rPr lang="en-US" altLang="en-US" smtClean="0"/>
              <a:t>September 17, 2026</a:t>
            </a:fld>
            <a:endParaRPr lang="en-GB" altLang="en-US"/>
          </a:p>
        </p:txBody>
      </p:sp>
      <p:sp>
        <p:nvSpPr>
          <p:cNvPr id="373775" name="Rectangle 15"/>
          <p:cNvSpPr>
            <a:spLocks noChangeArrowheads="1"/>
          </p:cNvSpPr>
          <p:nvPr/>
        </p:nvSpPr>
        <p:spPr bwMode="auto">
          <a:xfrm>
            <a:off x="0" y="1"/>
            <a:ext cx="12192000" cy="673100"/>
          </a:xfrm>
          <a:prstGeom prst="rect">
            <a:avLst/>
          </a:prstGeom>
          <a:solidFill>
            <a:srgbClr val="003399"/>
          </a:solidFill>
          <a:ln>
            <a:noFill/>
          </a:ln>
          <a:effectLst/>
          <a:extLs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GB" sz="2400"/>
          </a:p>
        </p:txBody>
      </p:sp>
      <p:sp>
        <p:nvSpPr>
          <p:cNvPr id="373777" name="Line 17"/>
          <p:cNvSpPr>
            <a:spLocks noChangeShapeType="1"/>
          </p:cNvSpPr>
          <p:nvPr/>
        </p:nvSpPr>
        <p:spPr bwMode="auto">
          <a:xfrm>
            <a:off x="0" y="676275"/>
            <a:ext cx="12192000" cy="1588"/>
          </a:xfrm>
          <a:prstGeom prst="line">
            <a:avLst/>
          </a:prstGeom>
          <a:noFill/>
          <a:ln w="31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2400"/>
          </a:p>
        </p:txBody>
      </p:sp>
      <p:sp>
        <p:nvSpPr>
          <p:cNvPr id="373781" name="Rectangle 21"/>
          <p:cNvSpPr>
            <a:spLocks noGrp="1" noChangeArrowheads="1"/>
          </p:cNvSpPr>
          <p:nvPr>
            <p:ph type="body" idx="1"/>
          </p:nvPr>
        </p:nvSpPr>
        <p:spPr bwMode="auto">
          <a:xfrm>
            <a:off x="478368" y="2159001"/>
            <a:ext cx="11232000" cy="3959225"/>
          </a:xfrm>
          <a:prstGeom prst="rect">
            <a:avLst/>
          </a:prstGeom>
          <a:noFill/>
          <a:ln>
            <a:noFill/>
          </a:ln>
          <a:effectLst/>
          <a:extLst>
            <a:ext uri="{909E8E84-426E-40DD-AFC4-6F175D3DCCD1}">
              <a14:hiddenFill xmlns:a14="http://schemas.microsoft.com/office/drawing/2010/main">
                <a:solidFill>
                  <a:srgbClr val="E1E3F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Normal text – Verdana, 15pt regular, ls 21pt, ap 9pt, black.</a:t>
            </a:r>
          </a:p>
          <a:p>
            <a:pPr lvl="1"/>
            <a:r>
              <a:rPr lang="en-GB" altLang="en-US"/>
              <a:t>Title – Verdana, 21pt regular, ls 27pt, blue (0,51,153).</a:t>
            </a:r>
          </a:p>
          <a:p>
            <a:pPr lvl="1"/>
            <a:r>
              <a:rPr lang="en-GB" altLang="en-US"/>
              <a:t>Subtitle – Verdana, 18pt bold (apply manually), ls 27pt, blue (0,51,153).</a:t>
            </a:r>
          </a:p>
          <a:p>
            <a:pPr lvl="1"/>
            <a:r>
              <a:rPr lang="en-GB" altLang="en-US"/>
              <a:t>Bullets level 1 – Verdana, 13.5pt regular, ls 18pt, ap 6pt, black.</a:t>
            </a:r>
          </a:p>
          <a:p>
            <a:pPr lvl="2"/>
            <a:r>
              <a:rPr lang="en-GB" altLang="en-US"/>
              <a:t>Bullets level 2 – Verdana, 12pt regular, ls 18pt, ap 4.5pt, black.</a:t>
            </a:r>
          </a:p>
          <a:p>
            <a:pPr lvl="3"/>
            <a:r>
              <a:rPr lang="en-GB" altLang="en-US"/>
              <a:t>Bullets level 3 – Verdana, 10.5pt regular, ls 15pt, ap 4.5pt, black. NOT RECOMMENDED TO USE BEYOND LEVEL 3</a:t>
            </a:r>
          </a:p>
          <a:p>
            <a:pPr lvl="4"/>
            <a:r>
              <a:rPr lang="en-GB" altLang="en-US"/>
              <a:t>Bullets level 4 – Verdana, 10.5pt regular, ls 15pt, ap 4.5pt, black.</a:t>
            </a:r>
          </a:p>
          <a:p>
            <a:pPr lvl="4"/>
            <a:r>
              <a:rPr lang="en-GB" altLang="en-US"/>
              <a:t>Bullets level 5 – Verdana, 10.5pt regular, ls 15pt, ap 4.5pt, black.</a:t>
            </a:r>
          </a:p>
          <a:p>
            <a:pPr lvl="6"/>
            <a:r>
              <a:rPr lang="en-GB" altLang="en-US"/>
              <a:t>Bullets level 6 – Verdana, 10.5pt regular, ls 15pt, ap 4.5pt, black.</a:t>
            </a:r>
          </a:p>
          <a:p>
            <a:pPr lvl="7"/>
            <a:r>
              <a:rPr lang="en-GB" altLang="en-US"/>
              <a:t>Bullets level 7 – Verdana, 10.5pt regular, ls 15pt, ap 4.5pt, black.</a:t>
            </a:r>
          </a:p>
          <a:p>
            <a:pPr lvl="8"/>
            <a:r>
              <a:rPr lang="en-GB" altLang="en-US"/>
              <a:t>Bullets level 8 – Verdana, 10.5pt regular, ls 15pt, ap 4.5pt, black.</a:t>
            </a:r>
          </a:p>
        </p:txBody>
      </p:sp>
      <p:sp>
        <p:nvSpPr>
          <p:cNvPr id="13" name="Rectangle 15"/>
          <p:cNvSpPr>
            <a:spLocks noChangeArrowheads="1"/>
          </p:cNvSpPr>
          <p:nvPr/>
        </p:nvSpPr>
        <p:spPr bwMode="auto">
          <a:xfrm>
            <a:off x="0" y="6734400"/>
            <a:ext cx="12192000" cy="124800"/>
          </a:xfrm>
          <a:prstGeom prst="rect">
            <a:avLst/>
          </a:prstGeom>
          <a:solidFill>
            <a:srgbClr val="003399"/>
          </a:solidFill>
          <a:ln>
            <a:noFill/>
          </a:ln>
          <a:effectLst/>
          <a:extLs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GB" sz="2400"/>
          </a:p>
        </p:txBody>
      </p:sp>
      <p:sp>
        <p:nvSpPr>
          <p:cNvPr id="2" name="MSIPCMContentMarking" descr="{&quot;HashCode&quot;:-1620017495,&quot;Placement&quot;:&quot;Footer&quot;,&quot;Top&quot;:523.417664,&quot;Left&quot;:362.8055,&quot;SlideWidth&quot;:960,&quot;SlideHeight&quot;:540}">
            <a:extLst>
              <a:ext uri="{FF2B5EF4-FFF2-40B4-BE49-F238E27FC236}">
                <a16:creationId xmlns:a16="http://schemas.microsoft.com/office/drawing/2014/main" id="{A97859D1-89C1-40A3-AA2A-4BAA55F51F55}"/>
              </a:ext>
            </a:extLst>
          </p:cNvPr>
          <p:cNvSpPr txBox="1"/>
          <p:nvPr userDrawn="1"/>
        </p:nvSpPr>
        <p:spPr>
          <a:xfrm>
            <a:off x="4607630" y="6647404"/>
            <a:ext cx="2976740" cy="210596"/>
          </a:xfrm>
          <a:prstGeom prst="rect">
            <a:avLst/>
          </a:prstGeom>
          <a:noFill/>
        </p:spPr>
        <p:txBody>
          <a:bodyPr vert="horz" wrap="square" lIns="0" tIns="0" rIns="0" bIns="0" rtlCol="0" anchor="ctr" anchorCtr="1">
            <a:spAutoFit/>
          </a:bodyPr>
          <a:lstStyle/>
          <a:p>
            <a:pPr algn="ctr">
              <a:spcBef>
                <a:spcPts val="0"/>
              </a:spcBef>
              <a:spcAft>
                <a:spcPts val="0"/>
              </a:spcAft>
            </a:pPr>
            <a:r>
              <a:rPr lang="en-GB" sz="700">
                <a:solidFill>
                  <a:srgbClr val="737373"/>
                </a:solidFill>
                <a:latin typeface="Verdana" panose="020B0604030504040204" pitchFamily="34" charset="0"/>
              </a:rPr>
              <a:t>Classified as confidential by the European Medicines Agency 
</a:t>
            </a:r>
            <a:endParaRPr lang="en-NL" sz="700">
              <a:solidFill>
                <a:srgbClr val="737373"/>
              </a:solidFill>
              <a:latin typeface="Verdana" panose="020B0604030504040204" pitchFamily="34" charset="0"/>
            </a:endParaRPr>
          </a:p>
        </p:txBody>
      </p:sp>
    </p:spTree>
    <p:extLst>
      <p:ext uri="{BB962C8B-B14F-4D97-AF65-F5344CB8AC3E}">
        <p14:creationId xmlns:p14="http://schemas.microsoft.com/office/powerpoint/2010/main" val="873090125"/>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Lst>
  <p:hf hdr="0" ftr="0" dt="0"/>
  <p:txStyles>
    <p:titleStyle>
      <a:lvl1pPr algn="l" rtl="0" eaLnBrk="1" fontAlgn="base" hangingPunct="1">
        <a:lnSpc>
          <a:spcPts val="3600"/>
        </a:lnSpc>
        <a:spcBef>
          <a:spcPct val="0"/>
        </a:spcBef>
        <a:spcAft>
          <a:spcPct val="0"/>
        </a:spcAft>
        <a:defRPr sz="2800">
          <a:solidFill>
            <a:schemeClr val="tx2"/>
          </a:solidFill>
          <a:latin typeface="+mj-lt"/>
          <a:ea typeface="+mj-ea"/>
          <a:cs typeface="+mj-cs"/>
        </a:defRPr>
      </a:lvl1pPr>
      <a:lvl2pPr algn="l" rtl="0" eaLnBrk="1" fontAlgn="base" hangingPunct="1">
        <a:lnSpc>
          <a:spcPts val="4800"/>
        </a:lnSpc>
        <a:spcBef>
          <a:spcPct val="0"/>
        </a:spcBef>
        <a:spcAft>
          <a:spcPct val="0"/>
        </a:spcAft>
        <a:defRPr sz="3733">
          <a:solidFill>
            <a:schemeClr val="tx2"/>
          </a:solidFill>
          <a:latin typeface="Verdana" pitchFamily="34" charset="0"/>
          <a:cs typeface="Arial" charset="0"/>
        </a:defRPr>
      </a:lvl2pPr>
      <a:lvl3pPr algn="l" rtl="0" eaLnBrk="1" fontAlgn="base" hangingPunct="1">
        <a:lnSpc>
          <a:spcPts val="4800"/>
        </a:lnSpc>
        <a:spcBef>
          <a:spcPct val="0"/>
        </a:spcBef>
        <a:spcAft>
          <a:spcPct val="0"/>
        </a:spcAft>
        <a:defRPr sz="3733">
          <a:solidFill>
            <a:schemeClr val="tx2"/>
          </a:solidFill>
          <a:latin typeface="Verdana" pitchFamily="34" charset="0"/>
          <a:cs typeface="Arial" charset="0"/>
        </a:defRPr>
      </a:lvl3pPr>
      <a:lvl4pPr algn="l" rtl="0" eaLnBrk="1" fontAlgn="base" hangingPunct="1">
        <a:lnSpc>
          <a:spcPts val="4800"/>
        </a:lnSpc>
        <a:spcBef>
          <a:spcPct val="0"/>
        </a:spcBef>
        <a:spcAft>
          <a:spcPct val="0"/>
        </a:spcAft>
        <a:defRPr sz="3733">
          <a:solidFill>
            <a:schemeClr val="tx2"/>
          </a:solidFill>
          <a:latin typeface="Verdana" pitchFamily="34" charset="0"/>
          <a:cs typeface="Arial" charset="0"/>
        </a:defRPr>
      </a:lvl4pPr>
      <a:lvl5pPr algn="l" rtl="0" eaLnBrk="1" fontAlgn="base" hangingPunct="1">
        <a:lnSpc>
          <a:spcPts val="4800"/>
        </a:lnSpc>
        <a:spcBef>
          <a:spcPct val="0"/>
        </a:spcBef>
        <a:spcAft>
          <a:spcPct val="0"/>
        </a:spcAft>
        <a:defRPr sz="3733">
          <a:solidFill>
            <a:schemeClr val="tx2"/>
          </a:solidFill>
          <a:latin typeface="Verdana" pitchFamily="34" charset="0"/>
          <a:cs typeface="Arial" charset="0"/>
        </a:defRPr>
      </a:lvl5pPr>
      <a:lvl6pPr marL="609585" algn="l" rtl="0" eaLnBrk="1" fontAlgn="base" hangingPunct="1">
        <a:lnSpc>
          <a:spcPts val="4800"/>
        </a:lnSpc>
        <a:spcBef>
          <a:spcPct val="0"/>
        </a:spcBef>
        <a:spcAft>
          <a:spcPct val="0"/>
        </a:spcAft>
        <a:defRPr sz="3733">
          <a:solidFill>
            <a:schemeClr val="tx2"/>
          </a:solidFill>
          <a:latin typeface="Verdana" pitchFamily="34" charset="0"/>
          <a:cs typeface="Arial" charset="0"/>
        </a:defRPr>
      </a:lvl6pPr>
      <a:lvl7pPr marL="1219170" algn="l" rtl="0" eaLnBrk="1" fontAlgn="base" hangingPunct="1">
        <a:lnSpc>
          <a:spcPts val="4800"/>
        </a:lnSpc>
        <a:spcBef>
          <a:spcPct val="0"/>
        </a:spcBef>
        <a:spcAft>
          <a:spcPct val="0"/>
        </a:spcAft>
        <a:defRPr sz="3733">
          <a:solidFill>
            <a:schemeClr val="tx2"/>
          </a:solidFill>
          <a:latin typeface="Verdana" pitchFamily="34" charset="0"/>
          <a:cs typeface="Arial" charset="0"/>
        </a:defRPr>
      </a:lvl7pPr>
      <a:lvl8pPr marL="1828754" algn="l" rtl="0" eaLnBrk="1" fontAlgn="base" hangingPunct="1">
        <a:lnSpc>
          <a:spcPts val="4800"/>
        </a:lnSpc>
        <a:spcBef>
          <a:spcPct val="0"/>
        </a:spcBef>
        <a:spcAft>
          <a:spcPct val="0"/>
        </a:spcAft>
        <a:defRPr sz="3733">
          <a:solidFill>
            <a:schemeClr val="tx2"/>
          </a:solidFill>
          <a:latin typeface="Verdana" pitchFamily="34" charset="0"/>
          <a:cs typeface="Arial" charset="0"/>
        </a:defRPr>
      </a:lvl8pPr>
      <a:lvl9pPr marL="2438339" algn="l" rtl="0" eaLnBrk="1" fontAlgn="base" hangingPunct="1">
        <a:lnSpc>
          <a:spcPts val="4800"/>
        </a:lnSpc>
        <a:spcBef>
          <a:spcPct val="0"/>
        </a:spcBef>
        <a:spcAft>
          <a:spcPct val="0"/>
        </a:spcAft>
        <a:defRPr sz="3733">
          <a:solidFill>
            <a:schemeClr val="tx2"/>
          </a:solidFill>
          <a:latin typeface="Verdana" pitchFamily="34" charset="0"/>
          <a:cs typeface="Arial" charset="0"/>
        </a:defRPr>
      </a:lvl9pPr>
    </p:titleStyle>
    <p:bodyStyle>
      <a:lvl1pPr algn="l" defTabSz="10762982" rtl="0" eaLnBrk="1" fontAlgn="base" hangingPunct="1">
        <a:lnSpc>
          <a:spcPts val="2800"/>
        </a:lnSpc>
        <a:spcBef>
          <a:spcPct val="0"/>
        </a:spcBef>
        <a:spcAft>
          <a:spcPts val="1200"/>
        </a:spcAft>
        <a:buClr>
          <a:srgbClr val="000000"/>
        </a:buClr>
        <a:defRPr sz="2000">
          <a:solidFill>
            <a:schemeClr val="tx1"/>
          </a:solidFill>
          <a:latin typeface="+mn-lt"/>
          <a:ea typeface="+mn-ea"/>
          <a:cs typeface="+mn-cs"/>
        </a:defRPr>
      </a:lvl1pPr>
      <a:lvl2pPr marL="357708" indent="-355591" algn="l" defTabSz="10762982" rtl="0" eaLnBrk="1" fontAlgn="base" hangingPunct="1">
        <a:lnSpc>
          <a:spcPts val="2400"/>
        </a:lnSpc>
        <a:spcBef>
          <a:spcPct val="0"/>
        </a:spcBef>
        <a:spcAft>
          <a:spcPts val="800"/>
        </a:spcAft>
        <a:buClr>
          <a:schemeClr val="tx1"/>
        </a:buClr>
        <a:buChar char="•"/>
        <a:defRPr sz="1800">
          <a:solidFill>
            <a:schemeClr val="tx1"/>
          </a:solidFill>
          <a:latin typeface="+mn-lt"/>
          <a:cs typeface="+mn-cs"/>
        </a:defRPr>
      </a:lvl2pPr>
      <a:lvl3pPr marL="696367" indent="-309026" algn="l" defTabSz="10762982" rtl="0" eaLnBrk="1" fontAlgn="base" hangingPunct="1">
        <a:lnSpc>
          <a:spcPts val="2400"/>
        </a:lnSpc>
        <a:spcBef>
          <a:spcPct val="0"/>
        </a:spcBef>
        <a:spcAft>
          <a:spcPts val="600"/>
        </a:spcAft>
        <a:buClr>
          <a:schemeClr val="tx1"/>
        </a:buClr>
        <a:buFont typeface="Verdana" pitchFamily="34" charset="0"/>
        <a:buChar char="–"/>
        <a:defRPr sz="1600">
          <a:solidFill>
            <a:schemeClr val="tx1"/>
          </a:solidFill>
          <a:latin typeface="+mn-lt"/>
          <a:cs typeface="+mn-cs"/>
        </a:defRPr>
      </a:lvl3pPr>
      <a:lvl4pPr marL="1026558" indent="-292093" algn="l" defTabSz="10762982" rtl="0" eaLnBrk="1" fontAlgn="base" hangingPunct="1">
        <a:lnSpc>
          <a:spcPts val="2000"/>
        </a:lnSpc>
        <a:spcBef>
          <a:spcPct val="0"/>
        </a:spcBef>
        <a:spcAft>
          <a:spcPts val="600"/>
        </a:spcAft>
        <a:buClr>
          <a:schemeClr val="tx1"/>
        </a:buClr>
        <a:buFont typeface="Verdana" pitchFamily="34" charset="0"/>
        <a:buChar char="•"/>
        <a:defRPr sz="1400">
          <a:solidFill>
            <a:schemeClr val="tx1"/>
          </a:solidFill>
          <a:latin typeface="+mn-lt"/>
          <a:cs typeface="+mn-cs"/>
        </a:defRPr>
      </a:lvl4pPr>
      <a:lvl5pPr marL="1354633" marR="0" indent="-300559" algn="l" defTabSz="10762982" rtl="0" eaLnBrk="1" fontAlgn="base" latinLnBrk="0" hangingPunct="1">
        <a:lnSpc>
          <a:spcPts val="2000"/>
        </a:lnSpc>
        <a:spcBef>
          <a:spcPct val="0"/>
        </a:spcBef>
        <a:spcAft>
          <a:spcPts val="600"/>
        </a:spcAft>
        <a:buClr>
          <a:schemeClr val="tx1"/>
        </a:buClr>
        <a:buSzTx/>
        <a:buFont typeface="Verdana" pitchFamily="34" charset="0"/>
        <a:buChar char="–"/>
        <a:tabLst/>
        <a:defRPr sz="1400">
          <a:solidFill>
            <a:schemeClr val="tx1"/>
          </a:solidFill>
          <a:latin typeface="+mn-lt"/>
          <a:cs typeface="+mn-cs"/>
        </a:defRPr>
      </a:lvl5pPr>
      <a:lvl6pPr marL="1352517" indent="-302392" algn="l" defTabSz="10762982" rtl="0" eaLnBrk="1" fontAlgn="base" hangingPunct="1">
        <a:lnSpc>
          <a:spcPts val="2000"/>
        </a:lnSpc>
        <a:spcBef>
          <a:spcPct val="0"/>
        </a:spcBef>
        <a:spcAft>
          <a:spcPts val="600"/>
        </a:spcAft>
        <a:buClr>
          <a:schemeClr val="tx1"/>
        </a:buClr>
        <a:buFont typeface="Verdana" pitchFamily="34" charset="0"/>
        <a:buChar char="–"/>
        <a:defRPr lang="en-GB" altLang="en-US" sz="1400" smtClean="0">
          <a:solidFill>
            <a:schemeClr val="tx1"/>
          </a:solidFill>
          <a:latin typeface="+mn-lt"/>
          <a:cs typeface="+mn-cs"/>
        </a:defRPr>
      </a:lvl6pPr>
      <a:lvl7pPr marL="1353566" indent="-300559" algn="l" defTabSz="10762982" rtl="0" eaLnBrk="1" fontAlgn="base" hangingPunct="1">
        <a:lnSpc>
          <a:spcPts val="2000"/>
        </a:lnSpc>
        <a:spcBef>
          <a:spcPct val="0"/>
        </a:spcBef>
        <a:spcAft>
          <a:spcPts val="600"/>
        </a:spcAft>
        <a:buClr>
          <a:schemeClr val="tx1"/>
        </a:buClr>
        <a:buFont typeface="Verdana" pitchFamily="34" charset="0"/>
        <a:buChar char="–"/>
        <a:defRPr sz="1400">
          <a:solidFill>
            <a:schemeClr val="tx1"/>
          </a:solidFill>
          <a:latin typeface="+mn-lt"/>
          <a:cs typeface="+mn-cs"/>
        </a:defRPr>
      </a:lvl7pPr>
      <a:lvl8pPr marL="1353566" indent="-300559" algn="l" defTabSz="10762982" rtl="0" eaLnBrk="1" fontAlgn="base" hangingPunct="1">
        <a:lnSpc>
          <a:spcPts val="2000"/>
        </a:lnSpc>
        <a:spcBef>
          <a:spcPct val="0"/>
        </a:spcBef>
        <a:spcAft>
          <a:spcPts val="600"/>
        </a:spcAft>
        <a:buClr>
          <a:schemeClr val="tx1"/>
        </a:buClr>
        <a:buFont typeface="Verdana" pitchFamily="34" charset="0"/>
        <a:buChar char="–"/>
        <a:defRPr sz="1400">
          <a:solidFill>
            <a:schemeClr val="tx1"/>
          </a:solidFill>
          <a:latin typeface="+mn-lt"/>
          <a:cs typeface="+mn-cs"/>
        </a:defRPr>
      </a:lvl8pPr>
      <a:lvl9pPr marL="1353566" indent="-300559" algn="l" defTabSz="10762982" rtl="0" eaLnBrk="1" fontAlgn="base" hangingPunct="1">
        <a:lnSpc>
          <a:spcPts val="2000"/>
        </a:lnSpc>
        <a:spcBef>
          <a:spcPct val="0"/>
        </a:spcBef>
        <a:spcAft>
          <a:spcPts val="600"/>
        </a:spcAft>
        <a:buClr>
          <a:schemeClr val="tx1"/>
        </a:buClr>
        <a:buFont typeface="Verdana" pitchFamily="34" charset="0"/>
        <a:buChar char="–"/>
        <a:defRPr sz="1400">
          <a:solidFill>
            <a:schemeClr val="tx1"/>
          </a:solidFill>
          <a:latin typeface="+mn-lt"/>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39.svg"/><Relationship Id="rId4" Type="http://schemas.openxmlformats.org/officeDocument/2006/relationships/image" Target="../media/image38.svg"/></Relationships>
</file>

<file path=ppt/slides/_rels/slide5.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svg"/><Relationship Id="rId7" Type="http://schemas.openxmlformats.org/officeDocument/2006/relationships/image" Target="../media/image44.sv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43.svg"/><Relationship Id="rId5" Type="http://schemas.openxmlformats.org/officeDocument/2006/relationships/image" Target="../media/image42.svg"/><Relationship Id="rId10" Type="http://schemas.openxmlformats.org/officeDocument/2006/relationships/image" Target="../media/image47.svg"/><Relationship Id="rId4" Type="http://schemas.openxmlformats.org/officeDocument/2006/relationships/image" Target="../media/image41.svg"/><Relationship Id="rId9" Type="http://schemas.openxmlformats.org/officeDocument/2006/relationships/image" Target="../media/image46.svg"/></Relationships>
</file>

<file path=ppt/slides/_rels/slide9.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svg"/><Relationship Id="rId7" Type="http://schemas.openxmlformats.org/officeDocument/2006/relationships/image" Target="../media/image43.sv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42.svg"/><Relationship Id="rId11" Type="http://schemas.openxmlformats.org/officeDocument/2006/relationships/image" Target="../media/image48.png"/><Relationship Id="rId5" Type="http://schemas.openxmlformats.org/officeDocument/2006/relationships/image" Target="../media/image46.svg"/><Relationship Id="rId10" Type="http://schemas.openxmlformats.org/officeDocument/2006/relationships/image" Target="../media/image44.svg"/><Relationship Id="rId4" Type="http://schemas.openxmlformats.org/officeDocument/2006/relationships/image" Target="../media/image47.svg"/><Relationship Id="rId9" Type="http://schemas.openxmlformats.org/officeDocument/2006/relationships/image" Target="../media/image41.svg"/></Relationships>
</file>

<file path=ppt/slides/_rels/slide10.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9.xml"/><Relationship Id="rId1" Type="http://schemas.openxmlformats.org/officeDocument/2006/relationships/slideLayout" Target="../slideLayouts/slideLayout18.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svg"/><Relationship Id="rId7" Type="http://schemas.openxmlformats.org/officeDocument/2006/relationships/image" Target="../media/image43.sv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42.svg"/><Relationship Id="rId5" Type="http://schemas.openxmlformats.org/officeDocument/2006/relationships/image" Target="../media/image46.svg"/><Relationship Id="rId10" Type="http://schemas.openxmlformats.org/officeDocument/2006/relationships/image" Target="../media/image44.svg"/><Relationship Id="rId4" Type="http://schemas.openxmlformats.org/officeDocument/2006/relationships/image" Target="../media/image47.svg"/><Relationship Id="rId9" Type="http://schemas.openxmlformats.org/officeDocument/2006/relationships/image" Target="../media/image41.svg"/></Relationships>
</file>

<file path=ppt/slides/_rels/slide2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3.xml"/><Relationship Id="rId4" Type="http://schemas.openxmlformats.org/officeDocument/2006/relationships/image" Target="../media/image5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hyperlink" Target="https://doi.org/10.1002/pds.70042" TargetMode="External"/><Relationship Id="rId2" Type="http://schemas.openxmlformats.org/officeDocument/2006/relationships/image" Target="../media/image61.png"/><Relationship Id="rId1" Type="http://schemas.openxmlformats.org/officeDocument/2006/relationships/slideLayout" Target="../slideLayouts/slideLayout13.xml"/><Relationship Id="rId4" Type="http://schemas.openxmlformats.org/officeDocument/2006/relationships/image" Target="../media/image62.png"/></Relationships>
</file>

<file path=ppt/slides/_rels/slide3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mailto:Albert.prats-uribe@ndorms.ox.ac.uk"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nchor="ctr"/>
          <a:lstStyle/>
          <a:p>
            <a:r>
              <a:rPr lang="en-US" sz="3200" b="1" i="1" dirty="0">
                <a:solidFill>
                  <a:schemeClr val="accent5">
                    <a:lumMod val="75000"/>
                  </a:schemeClr>
                </a:solidFill>
              </a:rPr>
              <a:t>Phenotyping: step by step</a:t>
            </a:r>
            <a:br>
              <a:rPr lang="en-US" sz="3200" b="1" i="1" dirty="0">
                <a:solidFill>
                  <a:schemeClr val="accent5">
                    <a:lumMod val="75000"/>
                  </a:schemeClr>
                </a:solidFill>
              </a:rPr>
            </a:br>
            <a:endParaRPr lang="en-US" sz="3200" b="1" i="1" dirty="0">
              <a:solidFill>
                <a:schemeClr val="accent5">
                  <a:lumMod val="75000"/>
                </a:schemeClr>
              </a:solidFill>
            </a:endParaRPr>
          </a:p>
        </p:txBody>
      </p:sp>
      <p:sp>
        <p:nvSpPr>
          <p:cNvPr id="4" name="Subtitle 3">
            <a:extLst>
              <a:ext uri="{FF2B5EF4-FFF2-40B4-BE49-F238E27FC236}">
                <a16:creationId xmlns:a16="http://schemas.microsoft.com/office/drawing/2014/main" id="{FFAA14E4-9FC9-58A0-F480-5FE11E4C2116}"/>
              </a:ext>
            </a:extLst>
          </p:cNvPr>
          <p:cNvSpPr>
            <a:spLocks noGrp="1"/>
          </p:cNvSpPr>
          <p:nvPr>
            <p:ph type="subTitle" idx="1"/>
          </p:nvPr>
        </p:nvSpPr>
        <p:spPr>
          <a:xfrm>
            <a:off x="661639" y="4079875"/>
            <a:ext cx="9144000" cy="1655762"/>
          </a:xfrm>
        </p:spPr>
        <p:txBody>
          <a:bodyPr>
            <a:normAutofit fontScale="92500" lnSpcReduction="10000"/>
          </a:bodyPr>
          <a:lstStyle/>
          <a:p>
            <a:pPr algn="l"/>
            <a:r>
              <a:rPr lang="en-GB" b="1" dirty="0"/>
              <a:t>Albert Prats- Uribe</a:t>
            </a:r>
          </a:p>
          <a:p>
            <a:pPr algn="l"/>
            <a:r>
              <a:rPr lang="en-US" dirty="0"/>
              <a:t>Senior Clinical Research Fellow in Public Health and Epidemiology</a:t>
            </a:r>
            <a:endParaRPr lang="en-GB" dirty="0"/>
          </a:p>
          <a:p>
            <a:pPr algn="l"/>
            <a:r>
              <a:rPr lang="en-GB" dirty="0"/>
              <a:t>Health Data Sciences</a:t>
            </a:r>
          </a:p>
          <a:p>
            <a:pPr algn="l"/>
            <a:r>
              <a:rPr lang="en-GB" dirty="0"/>
              <a:t>Botnar Research Centre, NDORMS</a:t>
            </a:r>
          </a:p>
        </p:txBody>
      </p:sp>
      <p:pic>
        <p:nvPicPr>
          <p:cNvPr id="2" name="Picture 1">
            <a:extLst>
              <a:ext uri="{FF2B5EF4-FFF2-40B4-BE49-F238E27FC236}">
                <a16:creationId xmlns:a16="http://schemas.microsoft.com/office/drawing/2014/main" id="{AF531802-87E6-C2D8-54F2-298556A5F3E9}"/>
              </a:ext>
            </a:extLst>
          </p:cNvPr>
          <p:cNvPicPr>
            <a:picLocks noChangeAspect="1"/>
          </p:cNvPicPr>
          <p:nvPr/>
        </p:nvPicPr>
        <p:blipFill>
          <a:blip r:embed="rId3"/>
          <a:stretch>
            <a:fillRect/>
          </a:stretch>
        </p:blipFill>
        <p:spPr>
          <a:xfrm>
            <a:off x="9805639" y="3832706"/>
            <a:ext cx="2059432" cy="2150099"/>
          </a:xfrm>
          <a:prstGeom prst="rect">
            <a:avLst/>
          </a:prstGeom>
        </p:spPr>
      </p:pic>
    </p:spTree>
    <p:extLst>
      <p:ext uri="{BB962C8B-B14F-4D97-AF65-F5344CB8AC3E}">
        <p14:creationId xmlns:p14="http://schemas.microsoft.com/office/powerpoint/2010/main" val="28218401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55CF-3B44-5997-2C8B-FE11E0CF46B9}"/>
              </a:ext>
            </a:extLst>
          </p:cNvPr>
          <p:cNvSpPr>
            <a:spLocks noGrp="1"/>
          </p:cNvSpPr>
          <p:nvPr>
            <p:ph type="title"/>
          </p:nvPr>
        </p:nvSpPr>
        <p:spPr/>
        <p:txBody>
          <a:bodyPr/>
          <a:lstStyle/>
          <a:p>
            <a:r>
              <a:rPr lang="en-US" b="1" dirty="0"/>
              <a:t>AGENDA</a:t>
            </a:r>
          </a:p>
        </p:txBody>
      </p:sp>
      <p:sp>
        <p:nvSpPr>
          <p:cNvPr id="3" name="Content Placeholder 2">
            <a:extLst>
              <a:ext uri="{FF2B5EF4-FFF2-40B4-BE49-F238E27FC236}">
                <a16:creationId xmlns:a16="http://schemas.microsoft.com/office/drawing/2014/main" id="{0D0AE4C0-3EEA-EB92-1374-5D5CD57DE85F}"/>
              </a:ext>
            </a:extLst>
          </p:cNvPr>
          <p:cNvSpPr>
            <a:spLocks noGrp="1"/>
          </p:cNvSpPr>
          <p:nvPr>
            <p:ph idx="1"/>
          </p:nvPr>
        </p:nvSpPr>
        <p:spPr/>
        <p:txBody>
          <a:bodyPr>
            <a:normAutofit/>
          </a:bodyPr>
          <a:lstStyle/>
          <a:p>
            <a:r>
              <a:rPr lang="en-US" sz="3200" dirty="0"/>
              <a:t>Phenotyping in RWD</a:t>
            </a:r>
          </a:p>
          <a:p>
            <a:r>
              <a:rPr lang="en-US" sz="3200" dirty="0"/>
              <a:t>Federated networks and tools</a:t>
            </a:r>
          </a:p>
          <a:p>
            <a:r>
              <a:rPr lang="en-US" sz="3200" dirty="0"/>
              <a:t>Phenotyping </a:t>
            </a:r>
            <a:r>
              <a:rPr lang="en-US" sz="3200" dirty="0" err="1"/>
              <a:t>OMOPped</a:t>
            </a:r>
            <a:r>
              <a:rPr lang="en-US" sz="3200" dirty="0"/>
              <a:t> data</a:t>
            </a:r>
          </a:p>
          <a:p>
            <a:r>
              <a:rPr lang="en-US" sz="3200" dirty="0"/>
              <a:t>The DARWIN EU® Phenotyping SOP</a:t>
            </a:r>
          </a:p>
          <a:p>
            <a:endParaRPr lang="en-US" sz="3200" dirty="0"/>
          </a:p>
        </p:txBody>
      </p:sp>
      <p:sp>
        <p:nvSpPr>
          <p:cNvPr id="8" name="Footer Placeholder 4">
            <a:extLst>
              <a:ext uri="{FF2B5EF4-FFF2-40B4-BE49-F238E27FC236}">
                <a16:creationId xmlns:a16="http://schemas.microsoft.com/office/drawing/2014/main" id="{441588EB-88FF-9340-C815-0F0DA8F01A81}"/>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9" name="Slide Number Placeholder 5">
            <a:extLst>
              <a:ext uri="{FF2B5EF4-FFF2-40B4-BE49-F238E27FC236}">
                <a16:creationId xmlns:a16="http://schemas.microsoft.com/office/drawing/2014/main" id="{D94B09B9-32DD-9FC8-5CE8-8F8E2527464B}"/>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53385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35D8F-ECE1-C266-BBD3-712FB2057A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7EDB30-6356-073B-D656-E793F9546686}"/>
              </a:ext>
            </a:extLst>
          </p:cNvPr>
          <p:cNvSpPr>
            <a:spLocks noGrp="1"/>
          </p:cNvSpPr>
          <p:nvPr>
            <p:ph type="title"/>
          </p:nvPr>
        </p:nvSpPr>
        <p:spPr/>
        <p:txBody>
          <a:bodyPr/>
          <a:lstStyle/>
          <a:p>
            <a:r>
              <a:rPr lang="en-US" b="1" dirty="0"/>
              <a:t>AGENDA</a:t>
            </a:r>
          </a:p>
        </p:txBody>
      </p:sp>
      <p:sp>
        <p:nvSpPr>
          <p:cNvPr id="3" name="Content Placeholder 2">
            <a:extLst>
              <a:ext uri="{FF2B5EF4-FFF2-40B4-BE49-F238E27FC236}">
                <a16:creationId xmlns:a16="http://schemas.microsoft.com/office/drawing/2014/main" id="{C3F94E67-6AE0-CA0A-339C-9D58DFCBECFF}"/>
              </a:ext>
            </a:extLst>
          </p:cNvPr>
          <p:cNvSpPr>
            <a:spLocks noGrp="1"/>
          </p:cNvSpPr>
          <p:nvPr>
            <p:ph idx="1"/>
          </p:nvPr>
        </p:nvSpPr>
        <p:spPr/>
        <p:txBody>
          <a:bodyPr>
            <a:normAutofit/>
          </a:bodyPr>
          <a:lstStyle/>
          <a:p>
            <a:r>
              <a:rPr lang="en-US" sz="3200" dirty="0"/>
              <a:t>Phenotyping in RWD</a:t>
            </a:r>
          </a:p>
          <a:p>
            <a:r>
              <a:rPr lang="en-US" sz="3200" dirty="0">
                <a:solidFill>
                  <a:schemeClr val="bg1">
                    <a:lumMod val="65000"/>
                  </a:schemeClr>
                </a:solidFill>
              </a:rPr>
              <a:t>Federated networks and tools</a:t>
            </a:r>
          </a:p>
          <a:p>
            <a:r>
              <a:rPr lang="en-US" sz="3200" dirty="0">
                <a:solidFill>
                  <a:schemeClr val="bg1">
                    <a:lumMod val="65000"/>
                  </a:schemeClr>
                </a:solidFill>
              </a:rPr>
              <a:t>Phenotyping </a:t>
            </a:r>
            <a:r>
              <a:rPr lang="en-US" sz="3200" dirty="0" err="1">
                <a:solidFill>
                  <a:schemeClr val="bg1">
                    <a:lumMod val="65000"/>
                  </a:schemeClr>
                </a:solidFill>
              </a:rPr>
              <a:t>OMOPped</a:t>
            </a:r>
            <a:r>
              <a:rPr lang="en-US" sz="3200" dirty="0">
                <a:solidFill>
                  <a:schemeClr val="bg1">
                    <a:lumMod val="65000"/>
                  </a:schemeClr>
                </a:solidFill>
              </a:rPr>
              <a:t> data</a:t>
            </a:r>
          </a:p>
          <a:p>
            <a:r>
              <a:rPr lang="en-US" sz="3200" dirty="0">
                <a:solidFill>
                  <a:schemeClr val="bg1">
                    <a:lumMod val="65000"/>
                  </a:schemeClr>
                </a:solidFill>
              </a:rPr>
              <a:t>The DARWIN EU® Phenotyping SOP</a:t>
            </a:r>
          </a:p>
          <a:p>
            <a:pPr marL="0" indent="0">
              <a:buNone/>
            </a:pPr>
            <a:endParaRPr lang="en-US" sz="3200" dirty="0"/>
          </a:p>
        </p:txBody>
      </p:sp>
      <p:sp>
        <p:nvSpPr>
          <p:cNvPr id="8" name="Footer Placeholder 4">
            <a:extLst>
              <a:ext uri="{FF2B5EF4-FFF2-40B4-BE49-F238E27FC236}">
                <a16:creationId xmlns:a16="http://schemas.microsoft.com/office/drawing/2014/main" id="{7D0B97C5-8F96-8527-FFB7-2D830938B250}"/>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9" name="Slide Number Placeholder 5">
            <a:extLst>
              <a:ext uri="{FF2B5EF4-FFF2-40B4-BE49-F238E27FC236}">
                <a16:creationId xmlns:a16="http://schemas.microsoft.com/office/drawing/2014/main" id="{7F2239EF-A61E-0FF3-4F16-0695ED812122}"/>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61294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91D6497-F8F2-41A3-8933-3606E738060E}"/>
              </a:ext>
            </a:extLst>
          </p:cNvPr>
          <p:cNvSpPr>
            <a:spLocks noGrp="1" noChangeArrowheads="1"/>
          </p:cNvSpPr>
          <p:nvPr>
            <p:ph type="title"/>
          </p:nvPr>
        </p:nvSpPr>
        <p:spPr>
          <a:xfrm>
            <a:off x="630044" y="33684"/>
            <a:ext cx="10515600" cy="1325563"/>
          </a:xfrm>
        </p:spPr>
        <p:txBody>
          <a:bodyPr/>
          <a:lstStyle/>
          <a:p>
            <a:pPr>
              <a:defRPr/>
            </a:pPr>
            <a:r>
              <a:rPr lang="en-GB" dirty="0">
                <a:ea typeface="+mn-ea"/>
              </a:rPr>
              <a:t>Phenotyping in RWD: The Problem</a:t>
            </a:r>
            <a:endParaRPr lang="en-GB" kern="1200" dirty="0">
              <a:ea typeface="+mn-ea"/>
            </a:endParaRPr>
          </a:p>
        </p:txBody>
      </p:sp>
      <p:sp>
        <p:nvSpPr>
          <p:cNvPr id="3" name="Content Placeholder 2">
            <a:extLst>
              <a:ext uri="{FF2B5EF4-FFF2-40B4-BE49-F238E27FC236}">
                <a16:creationId xmlns:a16="http://schemas.microsoft.com/office/drawing/2014/main" id="{6947E8A6-16E0-4451-A025-0E8CEE037E6F}"/>
              </a:ext>
            </a:extLst>
          </p:cNvPr>
          <p:cNvSpPr>
            <a:spLocks noGrp="1"/>
          </p:cNvSpPr>
          <p:nvPr>
            <p:ph idx="1"/>
          </p:nvPr>
        </p:nvSpPr>
        <p:spPr>
          <a:xfrm>
            <a:off x="696951" y="1253331"/>
            <a:ext cx="10515600" cy="4351338"/>
          </a:xfrm>
        </p:spPr>
        <p:txBody>
          <a:bodyPr>
            <a:normAutofit fontScale="77500" lnSpcReduction="20000"/>
          </a:bodyPr>
          <a:lstStyle/>
          <a:p>
            <a:pPr marL="0" indent="0">
              <a:lnSpc>
                <a:spcPct val="150000"/>
              </a:lnSpc>
              <a:buNone/>
            </a:pPr>
            <a:r>
              <a:rPr lang="de-DE" dirty="0">
                <a:latin typeface="Arial" panose="020B0604020202020204" pitchFamily="34" charset="0"/>
                <a:cs typeface="Arial" panose="020B0604020202020204" pitchFamily="34" charset="0"/>
              </a:rPr>
              <a:t>Finding patients that:</a:t>
            </a:r>
          </a:p>
          <a:p>
            <a:pPr marL="1371600" lvl="3" indent="0">
              <a:lnSpc>
                <a:spcPct val="150000"/>
              </a:lnSpc>
              <a:buNone/>
            </a:pPr>
            <a:r>
              <a:rPr lang="de-DE" sz="4200" dirty="0" err="1">
                <a:solidFill>
                  <a:schemeClr val="tx1"/>
                </a:solidFill>
                <a:latin typeface="Arial" panose="020B0604020202020204" pitchFamily="34" charset="0"/>
                <a:cs typeface="Arial" panose="020B0604020202020204" pitchFamily="34" charset="0"/>
              </a:rPr>
              <a:t>Have</a:t>
            </a:r>
            <a:r>
              <a:rPr lang="de-DE" sz="4200" dirty="0">
                <a:solidFill>
                  <a:schemeClr val="tx1"/>
                </a:solidFill>
                <a:latin typeface="Arial" panose="020B0604020202020204" pitchFamily="34" charset="0"/>
                <a:cs typeface="Arial" panose="020B0604020202020204" pitchFamily="34" charset="0"/>
              </a:rPr>
              <a:t> or had certain </a:t>
            </a:r>
            <a:r>
              <a:rPr lang="de-DE" sz="4200" dirty="0">
                <a:solidFill>
                  <a:srgbClr val="793681"/>
                </a:solidFill>
                <a:latin typeface="Arial" panose="020B0604020202020204" pitchFamily="34" charset="0"/>
                <a:cs typeface="Arial" panose="020B0604020202020204" pitchFamily="34" charset="0"/>
              </a:rPr>
              <a:t>disease </a:t>
            </a:r>
          </a:p>
          <a:p>
            <a:pPr marL="1371600" lvl="3" indent="0">
              <a:lnSpc>
                <a:spcPct val="150000"/>
              </a:lnSpc>
              <a:buNone/>
            </a:pPr>
            <a:endParaRPr lang="de-DE" sz="4200" dirty="0">
              <a:solidFill>
                <a:schemeClr val="tx1"/>
              </a:solidFill>
              <a:latin typeface="Arial" panose="020B0604020202020204" pitchFamily="34" charset="0"/>
              <a:cs typeface="Arial" panose="020B0604020202020204" pitchFamily="34" charset="0"/>
            </a:endParaRPr>
          </a:p>
          <a:p>
            <a:pPr marL="1371600" lvl="3" indent="0">
              <a:lnSpc>
                <a:spcPct val="150000"/>
              </a:lnSpc>
              <a:buNone/>
            </a:pPr>
            <a:r>
              <a:rPr lang="de-DE" sz="4200" dirty="0">
                <a:solidFill>
                  <a:schemeClr val="tx1"/>
                </a:solidFill>
                <a:latin typeface="Arial" panose="020B0604020202020204" pitchFamily="34" charset="0"/>
                <a:cs typeface="Arial" panose="020B0604020202020204" pitchFamily="34" charset="0"/>
              </a:rPr>
              <a:t>Use/d certain </a:t>
            </a:r>
            <a:r>
              <a:rPr lang="de-DE" sz="4200" dirty="0">
                <a:solidFill>
                  <a:schemeClr val="accent2"/>
                </a:solidFill>
                <a:latin typeface="Arial" panose="020B0604020202020204" pitchFamily="34" charset="0"/>
                <a:cs typeface="Arial" panose="020B0604020202020204" pitchFamily="34" charset="0"/>
              </a:rPr>
              <a:t>treatment</a:t>
            </a:r>
            <a:r>
              <a:rPr lang="de-DE" sz="4200" dirty="0">
                <a:solidFill>
                  <a:schemeClr val="tx1"/>
                </a:solidFill>
                <a:latin typeface="Arial" panose="020B0604020202020204" pitchFamily="34" charset="0"/>
                <a:cs typeface="Arial" panose="020B0604020202020204" pitchFamily="34" charset="0"/>
              </a:rPr>
              <a:t> (drug or surgeries) </a:t>
            </a:r>
          </a:p>
          <a:p>
            <a:pPr marL="1371600" lvl="3" indent="0">
              <a:lnSpc>
                <a:spcPct val="150000"/>
              </a:lnSpc>
              <a:buNone/>
            </a:pPr>
            <a:endParaRPr lang="de-DE" sz="4200" dirty="0">
              <a:solidFill>
                <a:schemeClr val="tx1"/>
              </a:solidFill>
              <a:latin typeface="Arial" panose="020B0604020202020204" pitchFamily="34" charset="0"/>
              <a:cs typeface="Arial" panose="020B0604020202020204" pitchFamily="34" charset="0"/>
            </a:endParaRPr>
          </a:p>
          <a:p>
            <a:pPr marL="1371600" lvl="3" indent="0">
              <a:lnSpc>
                <a:spcPct val="150000"/>
              </a:lnSpc>
              <a:buNone/>
            </a:pPr>
            <a:r>
              <a:rPr lang="de-DE" sz="4200" dirty="0">
                <a:solidFill>
                  <a:schemeClr val="tx1"/>
                </a:solidFill>
                <a:latin typeface="Arial" panose="020B0604020202020204" pitchFamily="34" charset="0"/>
                <a:cs typeface="Arial" panose="020B0604020202020204" pitchFamily="34" charset="0"/>
              </a:rPr>
              <a:t>With </a:t>
            </a:r>
            <a:r>
              <a:rPr lang="de-DE" sz="4200" dirty="0" err="1">
                <a:solidFill>
                  <a:schemeClr val="tx1"/>
                </a:solidFill>
                <a:latin typeface="Arial" panose="020B0604020202020204" pitchFamily="34" charset="0"/>
                <a:cs typeface="Arial" panose="020B0604020202020204" pitchFamily="34" charset="0"/>
              </a:rPr>
              <a:t>certain</a:t>
            </a:r>
            <a:r>
              <a:rPr lang="de-DE" sz="4200" dirty="0">
                <a:solidFill>
                  <a:schemeClr val="tx1"/>
                </a:solidFill>
                <a:latin typeface="Arial" panose="020B0604020202020204" pitchFamily="34" charset="0"/>
                <a:cs typeface="Arial" panose="020B0604020202020204" pitchFamily="34" charset="0"/>
              </a:rPr>
              <a:t> </a:t>
            </a:r>
            <a:r>
              <a:rPr lang="de-DE" sz="4200" dirty="0" err="1">
                <a:solidFill>
                  <a:srgbClr val="1DA9E2"/>
                </a:solidFill>
                <a:latin typeface="Arial" panose="020B0604020202020204" pitchFamily="34" charset="0"/>
                <a:cs typeface="Arial" panose="020B0604020202020204" pitchFamily="34" charset="0"/>
              </a:rPr>
              <a:t>characteristic</a:t>
            </a:r>
            <a:r>
              <a:rPr lang="de-DE" sz="4200" dirty="0">
                <a:solidFill>
                  <a:srgbClr val="1DA9E2"/>
                </a:solidFill>
                <a:latin typeface="Arial" panose="020B0604020202020204" pitchFamily="34" charset="0"/>
                <a:cs typeface="Arial" panose="020B0604020202020204" pitchFamily="34" charset="0"/>
              </a:rPr>
              <a:t>/s</a:t>
            </a:r>
          </a:p>
          <a:p>
            <a:pPr marL="0" indent="0">
              <a:buNone/>
            </a:pPr>
            <a:endParaRPr lang="de-DE" dirty="0">
              <a:solidFill>
                <a:schemeClr val="accent2"/>
              </a:solidFill>
              <a:latin typeface="Arial" panose="020B0604020202020204" pitchFamily="34" charset="0"/>
              <a:cs typeface="Arial" panose="020B0604020202020204" pitchFamily="34" charset="0"/>
            </a:endParaRPr>
          </a:p>
        </p:txBody>
      </p:sp>
      <p:pic>
        <p:nvPicPr>
          <p:cNvPr id="2" name="Gráfico 1">
            <a:extLst>
              <a:ext uri="{FF2B5EF4-FFF2-40B4-BE49-F238E27FC236}">
                <a16:creationId xmlns:a16="http://schemas.microsoft.com/office/drawing/2014/main" id="{3B132BA2-ACD1-1153-AB2A-9C49CC91394A}"/>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228621" y="3074587"/>
            <a:ext cx="1493607" cy="1493607"/>
          </a:xfrm>
          <a:prstGeom prst="rect">
            <a:avLst/>
          </a:prstGeom>
        </p:spPr>
      </p:pic>
      <p:pic>
        <p:nvPicPr>
          <p:cNvPr id="8" name="Gráfico 7">
            <a:extLst>
              <a:ext uri="{FF2B5EF4-FFF2-40B4-BE49-F238E27FC236}">
                <a16:creationId xmlns:a16="http://schemas.microsoft.com/office/drawing/2014/main" id="{1D8E0FF8-5416-768D-720F-77CFB1E82DEF}"/>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178755" y="4568194"/>
            <a:ext cx="1593340" cy="1593340"/>
          </a:xfrm>
          <a:prstGeom prst="rect">
            <a:avLst/>
          </a:prstGeom>
        </p:spPr>
      </p:pic>
      <p:pic>
        <p:nvPicPr>
          <p:cNvPr id="9" name="Gráfico 8">
            <a:extLst>
              <a:ext uri="{FF2B5EF4-FFF2-40B4-BE49-F238E27FC236}">
                <a16:creationId xmlns:a16="http://schemas.microsoft.com/office/drawing/2014/main" id="{CBEA0F20-6F1E-3226-1E29-19AE590FEE2C}"/>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353954" y="1794621"/>
            <a:ext cx="1242940" cy="1242940"/>
          </a:xfrm>
          <a:prstGeom prst="rect">
            <a:avLst/>
          </a:prstGeom>
        </p:spPr>
      </p:pic>
      <p:sp>
        <p:nvSpPr>
          <p:cNvPr id="10" name="Date Placeholder 3">
            <a:extLst>
              <a:ext uri="{FF2B5EF4-FFF2-40B4-BE49-F238E27FC236}">
                <a16:creationId xmlns:a16="http://schemas.microsoft.com/office/drawing/2014/main" id="{1CC3DA41-D0BD-154E-B638-481E5F846864}"/>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rPr>
              <a:t>23 June 2026</a:t>
            </a:r>
          </a:p>
        </p:txBody>
      </p:sp>
      <p:sp>
        <p:nvSpPr>
          <p:cNvPr id="11" name="Footer Placeholder 4">
            <a:extLst>
              <a:ext uri="{FF2B5EF4-FFF2-40B4-BE49-F238E27FC236}">
                <a16:creationId xmlns:a16="http://schemas.microsoft.com/office/drawing/2014/main" id="{7D7297DE-5B6C-6DCD-A887-2D3C56E2144A}"/>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12" name="Slide Number Placeholder 5">
            <a:extLst>
              <a:ext uri="{FF2B5EF4-FFF2-40B4-BE49-F238E27FC236}">
                <a16:creationId xmlns:a16="http://schemas.microsoft.com/office/drawing/2014/main" id="{FF42CBA7-19FC-57F5-BBED-065179F3C79A}"/>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39300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91D6497-F8F2-41A3-8933-3606E738060E}"/>
              </a:ext>
            </a:extLst>
          </p:cNvPr>
          <p:cNvSpPr>
            <a:spLocks noGrp="1" noChangeArrowheads="1"/>
          </p:cNvSpPr>
          <p:nvPr>
            <p:ph type="title"/>
          </p:nvPr>
        </p:nvSpPr>
        <p:spPr/>
        <p:txBody>
          <a:bodyPr/>
          <a:lstStyle/>
          <a:p>
            <a:pPr>
              <a:defRPr/>
            </a:pPr>
            <a:r>
              <a:rPr lang="en-GB" dirty="0">
                <a:ea typeface="+mn-ea"/>
              </a:rPr>
              <a:t>1</a:t>
            </a:r>
            <a:r>
              <a:rPr lang="en-GB" baseline="30000" dirty="0">
                <a:ea typeface="+mn-ea"/>
              </a:rPr>
              <a:t>st</a:t>
            </a:r>
            <a:r>
              <a:rPr lang="en-GB" dirty="0">
                <a:ea typeface="+mn-ea"/>
              </a:rPr>
              <a:t> - Define</a:t>
            </a:r>
            <a:endParaRPr lang="en-GB" kern="1200" dirty="0">
              <a:ea typeface="+mn-ea"/>
            </a:endParaRPr>
          </a:p>
        </p:txBody>
      </p:sp>
      <p:sp>
        <p:nvSpPr>
          <p:cNvPr id="3" name="Content Placeholder 2">
            <a:extLst>
              <a:ext uri="{FF2B5EF4-FFF2-40B4-BE49-F238E27FC236}">
                <a16:creationId xmlns:a16="http://schemas.microsoft.com/office/drawing/2014/main" id="{6947E8A6-16E0-4451-A025-0E8CEE037E6F}"/>
              </a:ext>
            </a:extLst>
          </p:cNvPr>
          <p:cNvSpPr>
            <a:spLocks noGrp="1"/>
          </p:cNvSpPr>
          <p:nvPr>
            <p:ph idx="1"/>
          </p:nvPr>
        </p:nvSpPr>
        <p:spPr/>
        <p:txBody>
          <a:bodyPr>
            <a:normAutofit/>
          </a:bodyPr>
          <a:lstStyle/>
          <a:p>
            <a:r>
              <a:rPr lang="de-DE" sz="4200" dirty="0">
                <a:solidFill>
                  <a:srgbClr val="00B050"/>
                </a:solidFill>
                <a:latin typeface="Arial" panose="020B0604020202020204" pitchFamily="34" charset="0"/>
                <a:cs typeface="Arial" panose="020B0604020202020204" pitchFamily="34" charset="0"/>
              </a:rPr>
              <a:t>Have</a:t>
            </a:r>
            <a:r>
              <a:rPr lang="de-DE" sz="4200" dirty="0">
                <a:solidFill>
                  <a:schemeClr val="tx1"/>
                </a:solidFill>
                <a:latin typeface="Arial" panose="020B0604020202020204" pitchFamily="34" charset="0"/>
                <a:cs typeface="Arial" panose="020B0604020202020204" pitchFamily="34" charset="0"/>
              </a:rPr>
              <a:t> or </a:t>
            </a:r>
            <a:r>
              <a:rPr lang="de-DE" sz="4200" dirty="0">
                <a:solidFill>
                  <a:srgbClr val="FF0000"/>
                </a:solidFill>
                <a:latin typeface="Arial" panose="020B0604020202020204" pitchFamily="34" charset="0"/>
                <a:cs typeface="Arial" panose="020B0604020202020204" pitchFamily="34" charset="0"/>
              </a:rPr>
              <a:t>had</a:t>
            </a:r>
            <a:r>
              <a:rPr lang="de-DE" sz="4200" dirty="0">
                <a:solidFill>
                  <a:schemeClr val="tx1"/>
                </a:solidFill>
                <a:latin typeface="Arial" panose="020B0604020202020204" pitchFamily="34" charset="0"/>
                <a:cs typeface="Arial" panose="020B0604020202020204" pitchFamily="34" charset="0"/>
              </a:rPr>
              <a:t> </a:t>
            </a:r>
            <a:r>
              <a:rPr lang="de-DE" sz="4200" dirty="0" err="1">
                <a:solidFill>
                  <a:schemeClr val="tx1"/>
                </a:solidFill>
                <a:latin typeface="Arial" panose="020B0604020202020204" pitchFamily="34" charset="0"/>
                <a:cs typeface="Arial" panose="020B0604020202020204" pitchFamily="34" charset="0"/>
              </a:rPr>
              <a:t>certain</a:t>
            </a:r>
            <a:r>
              <a:rPr lang="de-DE" sz="4200" dirty="0">
                <a:solidFill>
                  <a:schemeClr val="tx1"/>
                </a:solidFill>
                <a:latin typeface="Arial" panose="020B0604020202020204" pitchFamily="34" charset="0"/>
                <a:cs typeface="Arial" panose="020B0604020202020204" pitchFamily="34" charset="0"/>
              </a:rPr>
              <a:t> </a:t>
            </a:r>
            <a:r>
              <a:rPr lang="de-DE" sz="4200" dirty="0" err="1">
                <a:solidFill>
                  <a:srgbClr val="7030A0"/>
                </a:solidFill>
                <a:latin typeface="Arial" panose="020B0604020202020204" pitchFamily="34" charset="0"/>
                <a:cs typeface="Arial" panose="020B0604020202020204" pitchFamily="34" charset="0"/>
              </a:rPr>
              <a:t>disease</a:t>
            </a:r>
            <a:endParaRPr lang="de-DE" sz="4200" dirty="0">
              <a:solidFill>
                <a:srgbClr val="7030A0"/>
              </a:solidFill>
              <a:latin typeface="Arial" panose="020B0604020202020204" pitchFamily="34" charset="0"/>
              <a:cs typeface="Arial" panose="020B0604020202020204" pitchFamily="34" charset="0"/>
            </a:endParaRPr>
          </a:p>
          <a:p>
            <a:endParaRPr lang="de-DE" sz="4200" dirty="0">
              <a:solidFill>
                <a:srgbClr val="7030A0"/>
              </a:solidFill>
              <a:latin typeface="Arial" panose="020B0604020202020204" pitchFamily="34" charset="0"/>
              <a:cs typeface="Arial" panose="020B0604020202020204" pitchFamily="34" charset="0"/>
            </a:endParaRPr>
          </a:p>
          <a:p>
            <a:r>
              <a:rPr lang="de-DE" sz="4200" u="sng" dirty="0" err="1">
                <a:latin typeface="Arial" panose="020B0604020202020204" pitchFamily="34" charset="0"/>
                <a:cs typeface="Arial" panose="020B0604020202020204" pitchFamily="34" charset="0"/>
              </a:rPr>
              <a:t>Notice</a:t>
            </a:r>
            <a:r>
              <a:rPr lang="de-DE" sz="4200" dirty="0">
                <a:latin typeface="Arial" panose="020B0604020202020204" pitchFamily="34" charset="0"/>
                <a:cs typeface="Arial" panose="020B0604020202020204" pitchFamily="34" charset="0"/>
              </a:rPr>
              <a:t>: </a:t>
            </a:r>
            <a:r>
              <a:rPr lang="de-DE" sz="4200" dirty="0" err="1">
                <a:latin typeface="Arial" panose="020B0604020202020204" pitchFamily="34" charset="0"/>
                <a:cs typeface="Arial" panose="020B0604020202020204" pitchFamily="34" charset="0"/>
              </a:rPr>
              <a:t>phenotypes</a:t>
            </a:r>
            <a:r>
              <a:rPr lang="de-DE" sz="4200" dirty="0">
                <a:latin typeface="Arial" panose="020B0604020202020204" pitchFamily="34" charset="0"/>
                <a:cs typeface="Arial" panose="020B0604020202020204" pitchFamily="34" charset="0"/>
              </a:rPr>
              <a:t> </a:t>
            </a:r>
            <a:r>
              <a:rPr lang="de-DE" sz="4200" dirty="0" err="1">
                <a:latin typeface="Arial" panose="020B0604020202020204" pitchFamily="34" charset="0"/>
                <a:cs typeface="Arial" panose="020B0604020202020204" pitchFamily="34" charset="0"/>
              </a:rPr>
              <a:t>are</a:t>
            </a:r>
            <a:r>
              <a:rPr lang="de-DE" sz="4200" dirty="0">
                <a:latin typeface="Arial" panose="020B0604020202020204" pitchFamily="34" charset="0"/>
                <a:cs typeface="Arial" panose="020B0604020202020204" pitchFamily="34" charset="0"/>
              </a:rPr>
              <a:t> </a:t>
            </a:r>
            <a:r>
              <a:rPr lang="de-DE" sz="4200" u="sng" dirty="0" err="1">
                <a:latin typeface="Arial" panose="020B0604020202020204" pitchFamily="34" charset="0"/>
                <a:cs typeface="Arial" panose="020B0604020202020204" pitchFamily="34" charset="0"/>
              </a:rPr>
              <a:t>cohorts</a:t>
            </a:r>
            <a:r>
              <a:rPr lang="de-DE" sz="4200" dirty="0">
                <a:latin typeface="Arial" panose="020B0604020202020204" pitchFamily="34" charset="0"/>
                <a:cs typeface="Arial" panose="020B0604020202020204" pitchFamily="34" charset="0"/>
              </a:rPr>
              <a:t> (time-</a:t>
            </a:r>
            <a:r>
              <a:rPr lang="de-DE" sz="4200" dirty="0" err="1">
                <a:latin typeface="Arial" panose="020B0604020202020204" pitchFamily="34" charset="0"/>
                <a:cs typeface="Arial" panose="020B0604020202020204" pitchFamily="34" charset="0"/>
              </a:rPr>
              <a:t>bound</a:t>
            </a:r>
            <a:r>
              <a:rPr lang="de-DE" sz="4200" dirty="0">
                <a:latin typeface="Arial" panose="020B0604020202020204" pitchFamily="34" charset="0"/>
                <a:cs typeface="Arial" panose="020B0604020202020204" pitchFamily="34" charset="0"/>
              </a:rPr>
              <a:t> </a:t>
            </a:r>
            <a:r>
              <a:rPr lang="de-DE" sz="4200" dirty="0" err="1">
                <a:latin typeface="Arial" panose="020B0604020202020204" pitchFamily="34" charset="0"/>
                <a:cs typeface="Arial" panose="020B0604020202020204" pitchFamily="34" charset="0"/>
              </a:rPr>
              <a:t>features</a:t>
            </a:r>
            <a:r>
              <a:rPr lang="de-DE" sz="4200" dirty="0">
                <a:latin typeface="Arial" panose="020B0604020202020204" pitchFamily="34" charset="0"/>
                <a:cs typeface="Arial" panose="020B0604020202020204" pitchFamily="34" charset="0"/>
              </a:rPr>
              <a:t>)</a:t>
            </a:r>
          </a:p>
          <a:p>
            <a:endParaRPr lang="de-DE" sz="4200" dirty="0">
              <a:latin typeface="Arial" panose="020B0604020202020204" pitchFamily="34" charset="0"/>
              <a:cs typeface="Arial" panose="020B0604020202020204" pitchFamily="34" charset="0"/>
            </a:endParaRPr>
          </a:p>
          <a:p>
            <a:r>
              <a:rPr lang="de-DE" sz="4200" dirty="0">
                <a:latin typeface="Arial" panose="020B0604020202020204" pitchFamily="34" charset="0"/>
                <a:cs typeface="Arial" panose="020B0604020202020204" pitchFamily="34" charset="0"/>
              </a:rPr>
              <a:t>For example: </a:t>
            </a:r>
            <a:r>
              <a:rPr lang="de-DE" sz="4200" dirty="0">
                <a:solidFill>
                  <a:schemeClr val="accent2"/>
                </a:solidFill>
                <a:latin typeface="Arial" panose="020B0604020202020204" pitchFamily="34" charset="0"/>
                <a:cs typeface="Arial" panose="020B0604020202020204" pitchFamily="34" charset="0"/>
              </a:rPr>
              <a:t>Diabetes</a:t>
            </a:r>
            <a:r>
              <a:rPr lang="de-DE" sz="4200" dirty="0">
                <a:solidFill>
                  <a:schemeClr val="tx1"/>
                </a:solidFill>
                <a:latin typeface="Arial" panose="020B0604020202020204" pitchFamily="34" charset="0"/>
                <a:cs typeface="Arial" panose="020B0604020202020204" pitchFamily="34" charset="0"/>
              </a:rPr>
              <a:t> </a:t>
            </a:r>
          </a:p>
          <a:p>
            <a:pPr marL="0" indent="0">
              <a:buNone/>
            </a:pPr>
            <a:endParaRPr lang="de-DE" sz="4200" dirty="0">
              <a:solidFill>
                <a:schemeClr val="tx1"/>
              </a:solidFill>
              <a:latin typeface="Arial" panose="020B0604020202020204" pitchFamily="34" charset="0"/>
              <a:cs typeface="Arial" panose="020B0604020202020204" pitchFamily="34" charset="0"/>
            </a:endParaRPr>
          </a:p>
          <a:p>
            <a:pPr marL="1371600" lvl="3" indent="0">
              <a:buNone/>
            </a:pPr>
            <a:endParaRPr lang="de-DE" sz="4200" dirty="0">
              <a:solidFill>
                <a:schemeClr val="tx1"/>
              </a:solidFill>
              <a:latin typeface="Arial" panose="020B0604020202020204" pitchFamily="34" charset="0"/>
              <a:cs typeface="Arial" panose="020B0604020202020204" pitchFamily="34" charset="0"/>
            </a:endParaRPr>
          </a:p>
          <a:p>
            <a:pPr marL="0" indent="0">
              <a:buNone/>
            </a:pPr>
            <a:endParaRPr lang="de-DE" dirty="0">
              <a:solidFill>
                <a:schemeClr val="accent2"/>
              </a:solidFill>
              <a:latin typeface="Arial" panose="020B0604020202020204" pitchFamily="34" charset="0"/>
              <a:cs typeface="Arial" panose="020B0604020202020204" pitchFamily="34" charset="0"/>
            </a:endParaRPr>
          </a:p>
        </p:txBody>
      </p:sp>
      <p:pic>
        <p:nvPicPr>
          <p:cNvPr id="5" name="Gráfico 4">
            <a:extLst>
              <a:ext uri="{FF2B5EF4-FFF2-40B4-BE49-F238E27FC236}">
                <a16:creationId xmlns:a16="http://schemas.microsoft.com/office/drawing/2014/main" id="{5AB5178B-6E58-6F94-FC5C-B7CD4E233B09}"/>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7007843" y="4636445"/>
            <a:ext cx="1291065" cy="1291065"/>
          </a:xfrm>
          <a:prstGeom prst="rect">
            <a:avLst/>
          </a:prstGeom>
        </p:spPr>
      </p:pic>
      <p:sp>
        <p:nvSpPr>
          <p:cNvPr id="8" name="Date Placeholder 3">
            <a:extLst>
              <a:ext uri="{FF2B5EF4-FFF2-40B4-BE49-F238E27FC236}">
                <a16:creationId xmlns:a16="http://schemas.microsoft.com/office/drawing/2014/main" id="{1DD6D0DF-E747-980D-50FA-D6F18598DA86}"/>
              </a:ext>
            </a:extLst>
          </p:cNvPr>
          <p:cNvSpPr>
            <a:spLocks noGrp="1"/>
          </p:cNvSpPr>
          <p:nvPr>
            <p:ph type="dt" sz="half" idx="10"/>
          </p:nvPr>
        </p:nvSpPr>
        <p:spPr>
          <a:xfrm>
            <a:off x="838200" y="6356350"/>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rPr>
              <a:t>23 June 2026</a:t>
            </a:r>
          </a:p>
        </p:txBody>
      </p:sp>
      <p:sp>
        <p:nvSpPr>
          <p:cNvPr id="9" name="Footer Placeholder 4">
            <a:extLst>
              <a:ext uri="{FF2B5EF4-FFF2-40B4-BE49-F238E27FC236}">
                <a16:creationId xmlns:a16="http://schemas.microsoft.com/office/drawing/2014/main" id="{00332B5B-40FC-06BB-4010-7A0FC1572CB9}"/>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10" name="Slide Number Placeholder 5">
            <a:extLst>
              <a:ext uri="{FF2B5EF4-FFF2-40B4-BE49-F238E27FC236}">
                <a16:creationId xmlns:a16="http://schemas.microsoft.com/office/drawing/2014/main" id="{AF7BDB39-24BB-42FF-14EB-5C2D344C8BE6}"/>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77039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91D6497-F8F2-41A3-8933-3606E738060E}"/>
              </a:ext>
            </a:extLst>
          </p:cNvPr>
          <p:cNvSpPr>
            <a:spLocks noGrp="1" noChangeArrowheads="1"/>
          </p:cNvSpPr>
          <p:nvPr>
            <p:ph type="title"/>
          </p:nvPr>
        </p:nvSpPr>
        <p:spPr>
          <a:xfrm>
            <a:off x="453763" y="-49145"/>
            <a:ext cx="10515600" cy="1325563"/>
          </a:xfrm>
        </p:spPr>
        <p:txBody>
          <a:bodyPr/>
          <a:lstStyle/>
          <a:p>
            <a:pPr>
              <a:defRPr/>
            </a:pPr>
            <a:r>
              <a:rPr lang="en-GB" dirty="0">
                <a:ea typeface="+mn-ea"/>
              </a:rPr>
              <a:t>Diabetes in the clinic</a:t>
            </a:r>
            <a:endParaRPr lang="en-GB" kern="1200" dirty="0">
              <a:ea typeface="+mn-ea"/>
            </a:endParaRPr>
          </a:p>
        </p:txBody>
      </p:sp>
      <p:pic>
        <p:nvPicPr>
          <p:cNvPr id="5" name="Gráfico 4">
            <a:extLst>
              <a:ext uri="{FF2B5EF4-FFF2-40B4-BE49-F238E27FC236}">
                <a16:creationId xmlns:a16="http://schemas.microsoft.com/office/drawing/2014/main" id="{5AB5178B-6E58-6F94-FC5C-B7CD4E233B09}"/>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5425255" y="80626"/>
            <a:ext cx="921559" cy="921559"/>
          </a:xfrm>
          <a:prstGeom prst="rect">
            <a:avLst/>
          </a:prstGeom>
        </p:spPr>
      </p:pic>
      <p:sp>
        <p:nvSpPr>
          <p:cNvPr id="8" name="CuadroTexto 7">
            <a:extLst>
              <a:ext uri="{FF2B5EF4-FFF2-40B4-BE49-F238E27FC236}">
                <a16:creationId xmlns:a16="http://schemas.microsoft.com/office/drawing/2014/main" id="{A9EC2C21-78CE-2BD6-DD2E-84B0A0A73152}"/>
              </a:ext>
            </a:extLst>
          </p:cNvPr>
          <p:cNvSpPr txBox="1"/>
          <p:nvPr/>
        </p:nvSpPr>
        <p:spPr>
          <a:xfrm>
            <a:off x="198640" y="1986336"/>
            <a:ext cx="3918857" cy="3373359"/>
          </a:xfrm>
          <a:prstGeom prst="rect">
            <a:avLst/>
          </a:prstGeom>
          <a:noFill/>
        </p:spPr>
        <p:txBody>
          <a:bodyPr wrap="square">
            <a:spAutoFit/>
          </a:bodyPr>
          <a:lstStyle/>
          <a:p>
            <a:pPr>
              <a:lnSpc>
                <a:spcPct val="150000"/>
              </a:lnSpc>
            </a:pPr>
            <a:r>
              <a:rPr lang="en-GB" dirty="0"/>
              <a:t>feeling very thirsty</a:t>
            </a:r>
          </a:p>
          <a:p>
            <a:pPr>
              <a:lnSpc>
                <a:spcPct val="150000"/>
              </a:lnSpc>
            </a:pPr>
            <a:r>
              <a:rPr lang="en-GB" dirty="0"/>
              <a:t>peeing more frequently than usual</a:t>
            </a:r>
          </a:p>
          <a:p>
            <a:pPr>
              <a:lnSpc>
                <a:spcPct val="150000"/>
              </a:lnSpc>
            </a:pPr>
            <a:r>
              <a:rPr lang="en-GB" dirty="0"/>
              <a:t>feeling very tired</a:t>
            </a:r>
          </a:p>
          <a:p>
            <a:pPr>
              <a:lnSpc>
                <a:spcPct val="150000"/>
              </a:lnSpc>
            </a:pPr>
            <a:r>
              <a:rPr lang="en-GB" dirty="0"/>
              <a:t>weight loss and loss of muscle bulk</a:t>
            </a:r>
          </a:p>
          <a:p>
            <a:pPr>
              <a:lnSpc>
                <a:spcPct val="150000"/>
              </a:lnSpc>
            </a:pPr>
            <a:r>
              <a:rPr lang="en-GB" dirty="0"/>
              <a:t>itching, or frequent episodes of thrush</a:t>
            </a:r>
          </a:p>
          <a:p>
            <a:pPr>
              <a:lnSpc>
                <a:spcPct val="150000"/>
              </a:lnSpc>
            </a:pPr>
            <a:r>
              <a:rPr lang="en-GB" dirty="0"/>
              <a:t>blurred vision</a:t>
            </a:r>
          </a:p>
          <a:p>
            <a:pPr>
              <a:lnSpc>
                <a:spcPct val="150000"/>
              </a:lnSpc>
            </a:pPr>
            <a:endParaRPr lang="en-GB" dirty="0"/>
          </a:p>
          <a:p>
            <a:pPr>
              <a:lnSpc>
                <a:spcPct val="150000"/>
              </a:lnSpc>
            </a:pPr>
            <a:r>
              <a:rPr lang="en-GB" dirty="0"/>
              <a:t>-</a:t>
            </a:r>
            <a:r>
              <a:rPr lang="en-GB" u="sng" dirty="0"/>
              <a:t>Screening e.g. NHS Health Check</a:t>
            </a:r>
          </a:p>
        </p:txBody>
      </p:sp>
      <p:sp>
        <p:nvSpPr>
          <p:cNvPr id="10" name="CuadroTexto 9">
            <a:extLst>
              <a:ext uri="{FF2B5EF4-FFF2-40B4-BE49-F238E27FC236}">
                <a16:creationId xmlns:a16="http://schemas.microsoft.com/office/drawing/2014/main" id="{38B540EE-943F-34D5-C93A-84F6843642D8}"/>
              </a:ext>
            </a:extLst>
          </p:cNvPr>
          <p:cNvSpPr txBox="1"/>
          <p:nvPr/>
        </p:nvSpPr>
        <p:spPr>
          <a:xfrm>
            <a:off x="466773" y="1617005"/>
            <a:ext cx="1498790" cy="369332"/>
          </a:xfrm>
          <a:prstGeom prst="rect">
            <a:avLst/>
          </a:prstGeom>
          <a:noFill/>
        </p:spPr>
        <p:txBody>
          <a:bodyPr wrap="square">
            <a:spAutoFit/>
          </a:bodyPr>
          <a:lstStyle/>
          <a:p>
            <a:r>
              <a:rPr lang="de-DE" sz="1800" b="1" dirty="0">
                <a:solidFill>
                  <a:schemeClr val="tx1"/>
                </a:solidFill>
                <a:latin typeface="Arial" panose="020B0604020202020204" pitchFamily="34" charset="0"/>
                <a:cs typeface="Arial" panose="020B0604020202020204" pitchFamily="34" charset="0"/>
              </a:rPr>
              <a:t>Symptoms</a:t>
            </a:r>
            <a:endParaRPr lang="en-GB" b="1" dirty="0"/>
          </a:p>
        </p:txBody>
      </p:sp>
      <p:sp>
        <p:nvSpPr>
          <p:cNvPr id="11" name="CuadroTexto 10">
            <a:extLst>
              <a:ext uri="{FF2B5EF4-FFF2-40B4-BE49-F238E27FC236}">
                <a16:creationId xmlns:a16="http://schemas.microsoft.com/office/drawing/2014/main" id="{C0619E76-DC5B-EDFC-9DC0-16DF6244DF1B}"/>
              </a:ext>
            </a:extLst>
          </p:cNvPr>
          <p:cNvSpPr txBox="1"/>
          <p:nvPr/>
        </p:nvSpPr>
        <p:spPr>
          <a:xfrm>
            <a:off x="4139147" y="1801671"/>
            <a:ext cx="1498790" cy="369332"/>
          </a:xfrm>
          <a:prstGeom prst="rect">
            <a:avLst/>
          </a:prstGeom>
          <a:noFill/>
        </p:spPr>
        <p:txBody>
          <a:bodyPr wrap="square">
            <a:spAutoFit/>
          </a:bodyPr>
          <a:lstStyle/>
          <a:p>
            <a:r>
              <a:rPr lang="de-DE" sz="1800" b="1" dirty="0">
                <a:solidFill>
                  <a:schemeClr val="tx1"/>
                </a:solidFill>
                <a:latin typeface="Arial" panose="020B0604020202020204" pitchFamily="34" charset="0"/>
                <a:cs typeface="Arial" panose="020B0604020202020204" pitchFamily="34" charset="0"/>
              </a:rPr>
              <a:t>Tests</a:t>
            </a:r>
            <a:endParaRPr lang="en-GB" b="1" dirty="0"/>
          </a:p>
        </p:txBody>
      </p:sp>
      <p:sp>
        <p:nvSpPr>
          <p:cNvPr id="17" name="CuadroTexto 16">
            <a:extLst>
              <a:ext uri="{FF2B5EF4-FFF2-40B4-BE49-F238E27FC236}">
                <a16:creationId xmlns:a16="http://schemas.microsoft.com/office/drawing/2014/main" id="{1CB50258-1A4D-A86B-8A7B-00129E8A3E05}"/>
              </a:ext>
            </a:extLst>
          </p:cNvPr>
          <p:cNvSpPr txBox="1"/>
          <p:nvPr/>
        </p:nvSpPr>
        <p:spPr>
          <a:xfrm>
            <a:off x="4867853" y="1673076"/>
            <a:ext cx="3817647" cy="3139321"/>
          </a:xfrm>
          <a:prstGeom prst="rect">
            <a:avLst/>
          </a:prstGeom>
          <a:noFill/>
        </p:spPr>
        <p:txBody>
          <a:bodyPr wrap="square">
            <a:spAutoFit/>
          </a:bodyPr>
          <a:lstStyle/>
          <a:p>
            <a:r>
              <a:rPr lang="en-GB" dirty="0"/>
              <a:t>a random venous plasma glucose concentration ≥ 11.1 mmol/l or</a:t>
            </a:r>
          </a:p>
          <a:p>
            <a:endParaRPr lang="en-GB" dirty="0"/>
          </a:p>
          <a:p>
            <a:r>
              <a:rPr lang="en-GB" dirty="0"/>
              <a:t>a fasting plasma glucose concentration ≥ 7.0 mmol/l (whole blood ≥ 6.1 mmol/l) or</a:t>
            </a:r>
          </a:p>
          <a:p>
            <a:endParaRPr lang="en-GB" dirty="0"/>
          </a:p>
          <a:p>
            <a:r>
              <a:rPr lang="en-GB" dirty="0"/>
              <a:t>two hour plasma glucose concentration ≥ 11.1 mmol/l two hours after 75g anhydrous glucose in an oral glucose tolerance test (OGTT).</a:t>
            </a:r>
          </a:p>
        </p:txBody>
      </p:sp>
      <p:sp>
        <p:nvSpPr>
          <p:cNvPr id="19" name="CuadroTexto 18">
            <a:extLst>
              <a:ext uri="{FF2B5EF4-FFF2-40B4-BE49-F238E27FC236}">
                <a16:creationId xmlns:a16="http://schemas.microsoft.com/office/drawing/2014/main" id="{15BF95C0-32FD-B1F0-A86F-CBD6BE5D2FB4}"/>
              </a:ext>
            </a:extLst>
          </p:cNvPr>
          <p:cNvSpPr txBox="1"/>
          <p:nvPr/>
        </p:nvSpPr>
        <p:spPr>
          <a:xfrm>
            <a:off x="4867853" y="4984209"/>
            <a:ext cx="4654282" cy="1200329"/>
          </a:xfrm>
          <a:prstGeom prst="rect">
            <a:avLst/>
          </a:prstGeom>
          <a:noFill/>
        </p:spPr>
        <p:txBody>
          <a:bodyPr wrap="square">
            <a:spAutoFit/>
          </a:bodyPr>
          <a:lstStyle/>
          <a:p>
            <a:r>
              <a:rPr lang="en-GB" dirty="0"/>
              <a:t>With no symptoms diagnosis should not be based on a single glucose determination but requires confirmatory plasma venous determination</a:t>
            </a:r>
          </a:p>
        </p:txBody>
      </p:sp>
      <p:sp>
        <p:nvSpPr>
          <p:cNvPr id="21" name="CuadroTexto 20">
            <a:extLst>
              <a:ext uri="{FF2B5EF4-FFF2-40B4-BE49-F238E27FC236}">
                <a16:creationId xmlns:a16="http://schemas.microsoft.com/office/drawing/2014/main" id="{05EFFF89-0449-25C2-2DC8-DBB58BD6A11D}"/>
              </a:ext>
            </a:extLst>
          </p:cNvPr>
          <p:cNvSpPr txBox="1"/>
          <p:nvPr/>
        </p:nvSpPr>
        <p:spPr>
          <a:xfrm>
            <a:off x="8974742" y="1833620"/>
            <a:ext cx="3031628" cy="1200329"/>
          </a:xfrm>
          <a:prstGeom prst="rect">
            <a:avLst/>
          </a:prstGeom>
          <a:noFill/>
        </p:spPr>
        <p:txBody>
          <a:bodyPr wrap="square">
            <a:spAutoFit/>
          </a:bodyPr>
          <a:lstStyle/>
          <a:p>
            <a:r>
              <a:rPr lang="en-GB" dirty="0"/>
              <a:t>An HbA1c of 48mmol/mol (6.5%) is recommended as the cut off point for diagnosing diabetes</a:t>
            </a:r>
          </a:p>
        </p:txBody>
      </p:sp>
      <p:sp>
        <p:nvSpPr>
          <p:cNvPr id="24" name="CuadroTexto 23">
            <a:extLst>
              <a:ext uri="{FF2B5EF4-FFF2-40B4-BE49-F238E27FC236}">
                <a16:creationId xmlns:a16="http://schemas.microsoft.com/office/drawing/2014/main" id="{EFAFA28B-80AE-289E-7C5A-E3A346C17493}"/>
              </a:ext>
            </a:extLst>
          </p:cNvPr>
          <p:cNvSpPr txBox="1"/>
          <p:nvPr/>
        </p:nvSpPr>
        <p:spPr>
          <a:xfrm>
            <a:off x="9947417" y="4362993"/>
            <a:ext cx="2159789" cy="461665"/>
          </a:xfrm>
          <a:prstGeom prst="rect">
            <a:avLst/>
          </a:prstGeom>
          <a:noFill/>
        </p:spPr>
        <p:txBody>
          <a:bodyPr wrap="square">
            <a:spAutoFit/>
          </a:bodyPr>
          <a:lstStyle/>
          <a:p>
            <a:r>
              <a:rPr lang="de-DE" sz="2400" b="1" dirty="0">
                <a:solidFill>
                  <a:schemeClr val="tx1"/>
                </a:solidFill>
                <a:latin typeface="Arial" panose="020B0604020202020204" pitchFamily="34" charset="0"/>
                <a:cs typeface="Arial" panose="020B0604020202020204" pitchFamily="34" charset="0"/>
              </a:rPr>
              <a:t>Diagnosis</a:t>
            </a:r>
            <a:endParaRPr lang="en-GB" sz="2400" b="1" dirty="0"/>
          </a:p>
        </p:txBody>
      </p:sp>
      <p:sp>
        <p:nvSpPr>
          <p:cNvPr id="12" name="Footer Placeholder 4">
            <a:extLst>
              <a:ext uri="{FF2B5EF4-FFF2-40B4-BE49-F238E27FC236}">
                <a16:creationId xmlns:a16="http://schemas.microsoft.com/office/drawing/2014/main" id="{8616456E-F307-517D-C7D8-FA64C188CF00}"/>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13" name="Slide Number Placeholder 5">
            <a:extLst>
              <a:ext uri="{FF2B5EF4-FFF2-40B4-BE49-F238E27FC236}">
                <a16:creationId xmlns:a16="http://schemas.microsoft.com/office/drawing/2014/main" id="{E5FE3AF5-5D6F-E69C-6AA8-56CCAF52AEA3}"/>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34183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91D6497-F8F2-41A3-8933-3606E738060E}"/>
              </a:ext>
            </a:extLst>
          </p:cNvPr>
          <p:cNvSpPr>
            <a:spLocks noGrp="1" noChangeArrowheads="1"/>
          </p:cNvSpPr>
          <p:nvPr>
            <p:ph type="title"/>
          </p:nvPr>
        </p:nvSpPr>
        <p:spPr>
          <a:xfrm>
            <a:off x="340112" y="-107422"/>
            <a:ext cx="10515600" cy="1325563"/>
          </a:xfrm>
        </p:spPr>
        <p:txBody>
          <a:bodyPr/>
          <a:lstStyle/>
          <a:p>
            <a:pPr>
              <a:defRPr/>
            </a:pPr>
            <a:r>
              <a:rPr lang="en-GB" dirty="0">
                <a:ea typeface="+mn-ea"/>
              </a:rPr>
              <a:t>Diabetes in Real life</a:t>
            </a:r>
            <a:endParaRPr lang="en-GB" kern="1200" dirty="0">
              <a:ea typeface="+mn-ea"/>
            </a:endParaRPr>
          </a:p>
        </p:txBody>
      </p:sp>
      <p:pic>
        <p:nvPicPr>
          <p:cNvPr id="5" name="Gráfico 4">
            <a:extLst>
              <a:ext uri="{FF2B5EF4-FFF2-40B4-BE49-F238E27FC236}">
                <a16:creationId xmlns:a16="http://schemas.microsoft.com/office/drawing/2014/main" id="{5AB5178B-6E58-6F94-FC5C-B7CD4E233B09}"/>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5023809" y="36412"/>
            <a:ext cx="921559" cy="921559"/>
          </a:xfrm>
          <a:prstGeom prst="rect">
            <a:avLst/>
          </a:prstGeom>
        </p:spPr>
      </p:pic>
      <p:sp>
        <p:nvSpPr>
          <p:cNvPr id="8" name="CuadroTexto 7">
            <a:extLst>
              <a:ext uri="{FF2B5EF4-FFF2-40B4-BE49-F238E27FC236}">
                <a16:creationId xmlns:a16="http://schemas.microsoft.com/office/drawing/2014/main" id="{A9EC2C21-78CE-2BD6-DD2E-84B0A0A73152}"/>
              </a:ext>
            </a:extLst>
          </p:cNvPr>
          <p:cNvSpPr txBox="1"/>
          <p:nvPr/>
        </p:nvSpPr>
        <p:spPr>
          <a:xfrm>
            <a:off x="220289" y="2126497"/>
            <a:ext cx="3918857" cy="171136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GB" dirty="0"/>
              <a:t>Diet and exercise</a:t>
            </a:r>
          </a:p>
          <a:p>
            <a:pPr marL="285750" indent="-285750">
              <a:lnSpc>
                <a:spcPct val="150000"/>
              </a:lnSpc>
              <a:buFont typeface="Arial" panose="020B0604020202020204" pitchFamily="34" charset="0"/>
              <a:buChar char="•"/>
            </a:pPr>
            <a:r>
              <a:rPr lang="en-GB" dirty="0"/>
              <a:t>Insulin</a:t>
            </a:r>
          </a:p>
          <a:p>
            <a:pPr marL="285750" indent="-285750">
              <a:lnSpc>
                <a:spcPct val="150000"/>
              </a:lnSpc>
              <a:buFont typeface="Arial" panose="020B0604020202020204" pitchFamily="34" charset="0"/>
              <a:buChar char="•"/>
            </a:pPr>
            <a:r>
              <a:rPr lang="en-GB" dirty="0"/>
              <a:t>Tablets: Metformin and others</a:t>
            </a:r>
          </a:p>
          <a:p>
            <a:pPr marL="285750" indent="-285750">
              <a:lnSpc>
                <a:spcPct val="150000"/>
              </a:lnSpc>
              <a:buFont typeface="Arial" panose="020B0604020202020204" pitchFamily="34" charset="0"/>
              <a:buChar char="•"/>
            </a:pPr>
            <a:r>
              <a:rPr lang="en-GB" dirty="0"/>
              <a:t>Weight loss surgery</a:t>
            </a:r>
          </a:p>
        </p:txBody>
      </p:sp>
      <p:sp>
        <p:nvSpPr>
          <p:cNvPr id="10" name="CuadroTexto 9">
            <a:extLst>
              <a:ext uri="{FF2B5EF4-FFF2-40B4-BE49-F238E27FC236}">
                <a16:creationId xmlns:a16="http://schemas.microsoft.com/office/drawing/2014/main" id="{38B540EE-943F-34D5-C93A-84F6843642D8}"/>
              </a:ext>
            </a:extLst>
          </p:cNvPr>
          <p:cNvSpPr txBox="1"/>
          <p:nvPr/>
        </p:nvSpPr>
        <p:spPr>
          <a:xfrm>
            <a:off x="453763" y="1679049"/>
            <a:ext cx="1498790" cy="369332"/>
          </a:xfrm>
          <a:prstGeom prst="rect">
            <a:avLst/>
          </a:prstGeom>
          <a:noFill/>
        </p:spPr>
        <p:txBody>
          <a:bodyPr wrap="square">
            <a:spAutoFit/>
          </a:bodyPr>
          <a:lstStyle/>
          <a:p>
            <a:r>
              <a:rPr lang="de-DE" sz="1800" b="1" dirty="0">
                <a:solidFill>
                  <a:schemeClr val="tx1"/>
                </a:solidFill>
                <a:latin typeface="Arial" panose="020B0604020202020204" pitchFamily="34" charset="0"/>
                <a:cs typeface="Arial" panose="020B0604020202020204" pitchFamily="34" charset="0"/>
              </a:rPr>
              <a:t>Treatment</a:t>
            </a:r>
            <a:endParaRPr lang="en-GB" b="1" dirty="0"/>
          </a:p>
        </p:txBody>
      </p:sp>
      <p:sp>
        <p:nvSpPr>
          <p:cNvPr id="11" name="CuadroTexto 10">
            <a:extLst>
              <a:ext uri="{FF2B5EF4-FFF2-40B4-BE49-F238E27FC236}">
                <a16:creationId xmlns:a16="http://schemas.microsoft.com/office/drawing/2014/main" id="{C0619E76-DC5B-EDFC-9DC0-16DF6244DF1B}"/>
              </a:ext>
            </a:extLst>
          </p:cNvPr>
          <p:cNvSpPr txBox="1"/>
          <p:nvPr/>
        </p:nvSpPr>
        <p:spPr>
          <a:xfrm>
            <a:off x="4139146" y="1801671"/>
            <a:ext cx="3113453" cy="369332"/>
          </a:xfrm>
          <a:prstGeom prst="rect">
            <a:avLst/>
          </a:prstGeom>
          <a:noFill/>
        </p:spPr>
        <p:txBody>
          <a:bodyPr wrap="square">
            <a:spAutoFit/>
          </a:bodyPr>
          <a:lstStyle/>
          <a:p>
            <a:r>
              <a:rPr lang="de-DE" sz="1800" b="1" dirty="0" err="1">
                <a:solidFill>
                  <a:schemeClr val="tx1"/>
                </a:solidFill>
                <a:latin typeface="Arial" panose="020B0604020202020204" pitchFamily="34" charset="0"/>
                <a:cs typeface="Arial" panose="020B0604020202020204" pitchFamily="34" charset="0"/>
              </a:rPr>
              <a:t>Complications</a:t>
            </a:r>
            <a:r>
              <a:rPr lang="de-DE" sz="1800" b="1" dirty="0">
                <a:solidFill>
                  <a:schemeClr val="tx1"/>
                </a:solidFill>
                <a:latin typeface="Arial" panose="020B0604020202020204" pitchFamily="34" charset="0"/>
                <a:cs typeface="Arial" panose="020B0604020202020204" pitchFamily="34" charset="0"/>
              </a:rPr>
              <a:t>: Long </a:t>
            </a:r>
            <a:r>
              <a:rPr lang="de-DE" sz="1800" b="1" dirty="0" err="1">
                <a:solidFill>
                  <a:schemeClr val="tx1"/>
                </a:solidFill>
                <a:latin typeface="Arial" panose="020B0604020202020204" pitchFamily="34" charset="0"/>
                <a:cs typeface="Arial" panose="020B0604020202020204" pitchFamily="34" charset="0"/>
              </a:rPr>
              <a:t>term</a:t>
            </a:r>
            <a:endParaRPr lang="en-GB" b="1" dirty="0"/>
          </a:p>
        </p:txBody>
      </p:sp>
      <p:sp>
        <p:nvSpPr>
          <p:cNvPr id="6" name="CuadroTexto 5">
            <a:extLst>
              <a:ext uri="{FF2B5EF4-FFF2-40B4-BE49-F238E27FC236}">
                <a16:creationId xmlns:a16="http://schemas.microsoft.com/office/drawing/2014/main" id="{CD2EE7C3-7F74-BE57-6748-ECB4E237E04E}"/>
              </a:ext>
            </a:extLst>
          </p:cNvPr>
          <p:cNvSpPr txBox="1"/>
          <p:nvPr/>
        </p:nvSpPr>
        <p:spPr>
          <a:xfrm>
            <a:off x="3916018" y="2249119"/>
            <a:ext cx="4237956" cy="337335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GB" dirty="0"/>
              <a:t>Eye problems – retinopathy </a:t>
            </a:r>
          </a:p>
          <a:p>
            <a:pPr marL="285750" indent="-285750">
              <a:lnSpc>
                <a:spcPct val="150000"/>
              </a:lnSpc>
              <a:buFont typeface="Arial" panose="020B0604020202020204" pitchFamily="34" charset="0"/>
              <a:buChar char="•"/>
            </a:pPr>
            <a:r>
              <a:rPr lang="en-GB" dirty="0"/>
              <a:t>Foot problems – Diabetic foot disease</a:t>
            </a:r>
          </a:p>
          <a:p>
            <a:pPr marL="285750" indent="-285750">
              <a:lnSpc>
                <a:spcPct val="150000"/>
              </a:lnSpc>
              <a:buFont typeface="Arial" panose="020B0604020202020204" pitchFamily="34" charset="0"/>
              <a:buChar char="•"/>
            </a:pPr>
            <a:r>
              <a:rPr lang="en-GB" dirty="0"/>
              <a:t>Heart attack and stroke</a:t>
            </a:r>
          </a:p>
          <a:p>
            <a:pPr marL="285750" indent="-285750">
              <a:lnSpc>
                <a:spcPct val="150000"/>
              </a:lnSpc>
              <a:buFont typeface="Arial" panose="020B0604020202020204" pitchFamily="34" charset="0"/>
              <a:buChar char="•"/>
            </a:pPr>
            <a:r>
              <a:rPr lang="en-GB" dirty="0"/>
              <a:t>Kidney problems - nephropathy</a:t>
            </a:r>
          </a:p>
          <a:p>
            <a:pPr marL="285750" indent="-285750">
              <a:lnSpc>
                <a:spcPct val="150000"/>
              </a:lnSpc>
              <a:buFont typeface="Arial" panose="020B0604020202020204" pitchFamily="34" charset="0"/>
              <a:buChar char="•"/>
            </a:pPr>
            <a:r>
              <a:rPr lang="en-GB" dirty="0"/>
              <a:t>Nerve damage - neuropathy</a:t>
            </a:r>
          </a:p>
          <a:p>
            <a:pPr marL="285750" indent="-285750">
              <a:lnSpc>
                <a:spcPct val="150000"/>
              </a:lnSpc>
              <a:buFont typeface="Arial" panose="020B0604020202020204" pitchFamily="34" charset="0"/>
              <a:buChar char="•"/>
            </a:pPr>
            <a:r>
              <a:rPr lang="en-GB" dirty="0"/>
              <a:t>Gum disease and other mouth problems</a:t>
            </a:r>
          </a:p>
          <a:p>
            <a:pPr marL="285750" indent="-285750">
              <a:lnSpc>
                <a:spcPct val="150000"/>
              </a:lnSpc>
              <a:buFont typeface="Arial" panose="020B0604020202020204" pitchFamily="34" charset="0"/>
              <a:buChar char="•"/>
            </a:pPr>
            <a:r>
              <a:rPr lang="en-GB" dirty="0"/>
              <a:t>Related conditions, like cancer </a:t>
            </a:r>
          </a:p>
          <a:p>
            <a:pPr marL="285750" indent="-285750">
              <a:lnSpc>
                <a:spcPct val="150000"/>
              </a:lnSpc>
              <a:buFont typeface="Arial" panose="020B0604020202020204" pitchFamily="34" charset="0"/>
              <a:buChar char="•"/>
            </a:pPr>
            <a:r>
              <a:rPr lang="en-GB" dirty="0"/>
              <a:t>Sexual and genitourinary problems</a:t>
            </a:r>
          </a:p>
        </p:txBody>
      </p:sp>
      <p:sp>
        <p:nvSpPr>
          <p:cNvPr id="12" name="CuadroTexto 11">
            <a:extLst>
              <a:ext uri="{FF2B5EF4-FFF2-40B4-BE49-F238E27FC236}">
                <a16:creationId xmlns:a16="http://schemas.microsoft.com/office/drawing/2014/main" id="{703554B7-D87F-0247-7949-2F32F5569E7A}"/>
              </a:ext>
            </a:extLst>
          </p:cNvPr>
          <p:cNvSpPr txBox="1"/>
          <p:nvPr/>
        </p:nvSpPr>
        <p:spPr>
          <a:xfrm>
            <a:off x="8752115" y="1863715"/>
            <a:ext cx="2874973" cy="369332"/>
          </a:xfrm>
          <a:prstGeom prst="rect">
            <a:avLst/>
          </a:prstGeom>
          <a:noFill/>
        </p:spPr>
        <p:txBody>
          <a:bodyPr wrap="square">
            <a:spAutoFit/>
          </a:bodyPr>
          <a:lstStyle>
            <a:defPPr>
              <a:defRPr lang="en-US"/>
            </a:defPPr>
            <a:lvl1pPr>
              <a:defRPr b="1">
                <a:latin typeface="Arial" panose="020B0604020202020204" pitchFamily="34" charset="0"/>
                <a:cs typeface="Arial" panose="020B0604020202020204" pitchFamily="34" charset="0"/>
              </a:defRPr>
            </a:lvl1pPr>
          </a:lstStyle>
          <a:p>
            <a:r>
              <a:rPr lang="en-GB" dirty="0"/>
              <a:t>Short-term problems</a:t>
            </a:r>
          </a:p>
        </p:txBody>
      </p:sp>
      <p:sp>
        <p:nvSpPr>
          <p:cNvPr id="14" name="CuadroTexto 13">
            <a:extLst>
              <a:ext uri="{FF2B5EF4-FFF2-40B4-BE49-F238E27FC236}">
                <a16:creationId xmlns:a16="http://schemas.microsoft.com/office/drawing/2014/main" id="{A9C5508A-D333-868A-320B-3114A79BC75C}"/>
              </a:ext>
            </a:extLst>
          </p:cNvPr>
          <p:cNvSpPr txBox="1"/>
          <p:nvPr/>
        </p:nvSpPr>
        <p:spPr>
          <a:xfrm>
            <a:off x="8478079" y="2364383"/>
            <a:ext cx="3713922" cy="254236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GB" dirty="0"/>
              <a:t>Hypos –blood sugars are too low</a:t>
            </a:r>
          </a:p>
          <a:p>
            <a:pPr marL="285750" indent="-285750">
              <a:lnSpc>
                <a:spcPct val="150000"/>
              </a:lnSpc>
              <a:buFont typeface="Arial" panose="020B0604020202020204" pitchFamily="34" charset="0"/>
              <a:buChar char="•"/>
            </a:pPr>
            <a:r>
              <a:rPr lang="en-GB" dirty="0"/>
              <a:t>Hypers– blood sugars are too high</a:t>
            </a:r>
          </a:p>
          <a:p>
            <a:pPr marL="285750" indent="-285750">
              <a:lnSpc>
                <a:spcPct val="150000"/>
              </a:lnSpc>
              <a:buFont typeface="Arial" panose="020B0604020202020204" pitchFamily="34" charset="0"/>
              <a:buChar char="•"/>
            </a:pPr>
            <a:r>
              <a:rPr lang="en-GB" dirty="0"/>
              <a:t>Hyperosmolar Hyperglycaemia – emergency by severe dehydration and very high blood sugars.</a:t>
            </a:r>
          </a:p>
          <a:p>
            <a:pPr marL="285750" indent="-285750">
              <a:lnSpc>
                <a:spcPct val="150000"/>
              </a:lnSpc>
              <a:buFont typeface="Arial" panose="020B0604020202020204" pitchFamily="34" charset="0"/>
              <a:buChar char="•"/>
            </a:pPr>
            <a:r>
              <a:rPr lang="en-GB" dirty="0"/>
              <a:t>Diabetic ketoacidosis</a:t>
            </a:r>
          </a:p>
        </p:txBody>
      </p:sp>
      <p:sp>
        <p:nvSpPr>
          <p:cNvPr id="18" name="Footer Placeholder 4">
            <a:extLst>
              <a:ext uri="{FF2B5EF4-FFF2-40B4-BE49-F238E27FC236}">
                <a16:creationId xmlns:a16="http://schemas.microsoft.com/office/drawing/2014/main" id="{0F07DA34-8400-1D65-1148-785815DF7B0D}"/>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19" name="Slide Number Placeholder 5">
            <a:extLst>
              <a:ext uri="{FF2B5EF4-FFF2-40B4-BE49-F238E27FC236}">
                <a16:creationId xmlns:a16="http://schemas.microsoft.com/office/drawing/2014/main" id="{C923F6D5-F648-0DC8-4F6F-96D0B019DA48}"/>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11999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91D6497-F8F2-41A3-8933-3606E738060E}"/>
              </a:ext>
            </a:extLst>
          </p:cNvPr>
          <p:cNvSpPr>
            <a:spLocks noGrp="1" noChangeArrowheads="1"/>
          </p:cNvSpPr>
          <p:nvPr>
            <p:ph type="title"/>
          </p:nvPr>
        </p:nvSpPr>
        <p:spPr/>
        <p:txBody>
          <a:bodyPr/>
          <a:lstStyle/>
          <a:p>
            <a:pPr>
              <a:defRPr/>
            </a:pPr>
            <a:r>
              <a:rPr lang="en-GB" dirty="0">
                <a:ea typeface="+mn-ea"/>
              </a:rPr>
              <a:t>Diabetes in RWD</a:t>
            </a:r>
            <a:endParaRPr lang="en-GB" kern="1200" dirty="0">
              <a:ea typeface="+mn-ea"/>
            </a:endParaRPr>
          </a:p>
        </p:txBody>
      </p:sp>
      <p:pic>
        <p:nvPicPr>
          <p:cNvPr id="5" name="Gráfico 4">
            <a:extLst>
              <a:ext uri="{FF2B5EF4-FFF2-40B4-BE49-F238E27FC236}">
                <a16:creationId xmlns:a16="http://schemas.microsoft.com/office/drawing/2014/main" id="{5AB5178B-6E58-6F94-FC5C-B7CD4E233B09}"/>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5063511" y="257269"/>
            <a:ext cx="786735" cy="786735"/>
          </a:xfrm>
          <a:prstGeom prst="rect">
            <a:avLst/>
          </a:prstGeom>
        </p:spPr>
      </p:pic>
      <p:sp>
        <p:nvSpPr>
          <p:cNvPr id="7" name="CuadroTexto 6">
            <a:extLst>
              <a:ext uri="{FF2B5EF4-FFF2-40B4-BE49-F238E27FC236}">
                <a16:creationId xmlns:a16="http://schemas.microsoft.com/office/drawing/2014/main" id="{E5591335-BA3C-EC85-CF43-E484D82C61B6}"/>
              </a:ext>
            </a:extLst>
          </p:cNvPr>
          <p:cNvSpPr txBox="1"/>
          <p:nvPr/>
        </p:nvSpPr>
        <p:spPr>
          <a:xfrm>
            <a:off x="926768" y="1257498"/>
            <a:ext cx="1498790" cy="369332"/>
          </a:xfrm>
          <a:prstGeom prst="rect">
            <a:avLst/>
          </a:prstGeom>
          <a:noFill/>
        </p:spPr>
        <p:txBody>
          <a:bodyPr wrap="square">
            <a:spAutoFit/>
          </a:bodyPr>
          <a:lstStyle/>
          <a:p>
            <a:r>
              <a:rPr lang="de-DE" sz="1800" b="1" dirty="0">
                <a:solidFill>
                  <a:schemeClr val="tx1"/>
                </a:solidFill>
                <a:latin typeface="Arial" panose="020B0604020202020204" pitchFamily="34" charset="0"/>
                <a:cs typeface="Arial" panose="020B0604020202020204" pitchFamily="34" charset="0"/>
              </a:rPr>
              <a:t>Symptoms</a:t>
            </a:r>
            <a:endParaRPr lang="en-GB" b="1" dirty="0"/>
          </a:p>
        </p:txBody>
      </p:sp>
      <p:sp>
        <p:nvSpPr>
          <p:cNvPr id="8" name="CuadroTexto 7">
            <a:extLst>
              <a:ext uri="{FF2B5EF4-FFF2-40B4-BE49-F238E27FC236}">
                <a16:creationId xmlns:a16="http://schemas.microsoft.com/office/drawing/2014/main" id="{35F30466-85B2-512B-643B-0848883ED7BA}"/>
              </a:ext>
            </a:extLst>
          </p:cNvPr>
          <p:cNvSpPr txBox="1"/>
          <p:nvPr/>
        </p:nvSpPr>
        <p:spPr>
          <a:xfrm>
            <a:off x="5684409" y="1257498"/>
            <a:ext cx="1498790" cy="369332"/>
          </a:xfrm>
          <a:prstGeom prst="rect">
            <a:avLst/>
          </a:prstGeom>
          <a:noFill/>
        </p:spPr>
        <p:txBody>
          <a:bodyPr wrap="square">
            <a:spAutoFit/>
          </a:bodyPr>
          <a:lstStyle/>
          <a:p>
            <a:r>
              <a:rPr lang="de-DE" sz="1800" b="1" dirty="0">
                <a:solidFill>
                  <a:schemeClr val="tx1"/>
                </a:solidFill>
                <a:latin typeface="Arial" panose="020B0604020202020204" pitchFamily="34" charset="0"/>
                <a:cs typeface="Arial" panose="020B0604020202020204" pitchFamily="34" charset="0"/>
              </a:rPr>
              <a:t>Tests</a:t>
            </a:r>
            <a:endParaRPr lang="en-GB" b="1" dirty="0"/>
          </a:p>
        </p:txBody>
      </p:sp>
      <p:sp>
        <p:nvSpPr>
          <p:cNvPr id="9" name="CuadroTexto 8">
            <a:extLst>
              <a:ext uri="{FF2B5EF4-FFF2-40B4-BE49-F238E27FC236}">
                <a16:creationId xmlns:a16="http://schemas.microsoft.com/office/drawing/2014/main" id="{582CBE6F-7AE2-5820-200D-C307C45CBB9C}"/>
              </a:ext>
            </a:extLst>
          </p:cNvPr>
          <p:cNvSpPr txBox="1"/>
          <p:nvPr/>
        </p:nvSpPr>
        <p:spPr>
          <a:xfrm>
            <a:off x="1126147" y="4132709"/>
            <a:ext cx="1498790" cy="369332"/>
          </a:xfrm>
          <a:prstGeom prst="rect">
            <a:avLst/>
          </a:prstGeom>
          <a:noFill/>
        </p:spPr>
        <p:txBody>
          <a:bodyPr wrap="square">
            <a:spAutoFit/>
          </a:bodyPr>
          <a:lstStyle/>
          <a:p>
            <a:r>
              <a:rPr lang="de-DE" sz="1800" b="1" dirty="0">
                <a:solidFill>
                  <a:schemeClr val="tx1"/>
                </a:solidFill>
                <a:latin typeface="Arial" panose="020B0604020202020204" pitchFamily="34" charset="0"/>
                <a:cs typeface="Arial" panose="020B0604020202020204" pitchFamily="34" charset="0"/>
              </a:rPr>
              <a:t>Treatment</a:t>
            </a:r>
            <a:endParaRPr lang="en-GB" b="1" dirty="0"/>
          </a:p>
        </p:txBody>
      </p:sp>
      <p:sp>
        <p:nvSpPr>
          <p:cNvPr id="10" name="CuadroTexto 9">
            <a:extLst>
              <a:ext uri="{FF2B5EF4-FFF2-40B4-BE49-F238E27FC236}">
                <a16:creationId xmlns:a16="http://schemas.microsoft.com/office/drawing/2014/main" id="{927E8237-CB95-3B28-4101-BAB49CEB9DFB}"/>
              </a:ext>
            </a:extLst>
          </p:cNvPr>
          <p:cNvSpPr txBox="1"/>
          <p:nvPr/>
        </p:nvSpPr>
        <p:spPr>
          <a:xfrm>
            <a:off x="9534525" y="1257498"/>
            <a:ext cx="1498790" cy="369332"/>
          </a:xfrm>
          <a:prstGeom prst="rect">
            <a:avLst/>
          </a:prstGeom>
          <a:noFill/>
        </p:spPr>
        <p:txBody>
          <a:bodyPr wrap="square">
            <a:spAutoFit/>
          </a:bodyPr>
          <a:lstStyle/>
          <a:p>
            <a:r>
              <a:rPr lang="de-DE" sz="1800" b="1" dirty="0">
                <a:solidFill>
                  <a:schemeClr val="tx1"/>
                </a:solidFill>
                <a:latin typeface="Arial" panose="020B0604020202020204" pitchFamily="34" charset="0"/>
                <a:cs typeface="Arial" panose="020B0604020202020204" pitchFamily="34" charset="0"/>
              </a:rPr>
              <a:t>Diagnosis</a:t>
            </a:r>
            <a:endParaRPr lang="en-GB" b="1" dirty="0"/>
          </a:p>
        </p:txBody>
      </p:sp>
      <p:sp>
        <p:nvSpPr>
          <p:cNvPr id="12" name="CuadroTexto 11">
            <a:extLst>
              <a:ext uri="{FF2B5EF4-FFF2-40B4-BE49-F238E27FC236}">
                <a16:creationId xmlns:a16="http://schemas.microsoft.com/office/drawing/2014/main" id="{41759485-093D-CD9C-E159-9D115E3D6DD2}"/>
              </a:ext>
            </a:extLst>
          </p:cNvPr>
          <p:cNvSpPr txBox="1"/>
          <p:nvPr/>
        </p:nvSpPr>
        <p:spPr>
          <a:xfrm>
            <a:off x="5270514" y="4114291"/>
            <a:ext cx="6146418" cy="646331"/>
          </a:xfrm>
          <a:prstGeom prst="rect">
            <a:avLst/>
          </a:prstGeom>
          <a:noFill/>
        </p:spPr>
        <p:txBody>
          <a:bodyPr wrap="square">
            <a:spAutoFit/>
          </a:bodyPr>
          <a:lstStyle/>
          <a:p>
            <a:r>
              <a:rPr lang="en-GB" b="1" dirty="0">
                <a:latin typeface="Arial" panose="020B0604020202020204" pitchFamily="34" charset="0"/>
                <a:cs typeface="Arial" panose="020B0604020202020204" pitchFamily="34" charset="0"/>
              </a:rPr>
              <a:t>Long-term </a:t>
            </a:r>
          </a:p>
          <a:p>
            <a:r>
              <a:rPr lang="en-GB" b="1" dirty="0">
                <a:latin typeface="Arial" panose="020B0604020202020204" pitchFamily="34" charset="0"/>
                <a:cs typeface="Arial" panose="020B0604020202020204" pitchFamily="34" charset="0"/>
              </a:rPr>
              <a:t>complications</a:t>
            </a:r>
          </a:p>
        </p:txBody>
      </p:sp>
      <p:sp>
        <p:nvSpPr>
          <p:cNvPr id="13" name="CuadroTexto 12">
            <a:extLst>
              <a:ext uri="{FF2B5EF4-FFF2-40B4-BE49-F238E27FC236}">
                <a16:creationId xmlns:a16="http://schemas.microsoft.com/office/drawing/2014/main" id="{EB7CCF89-988B-E547-373B-02A200EB3870}"/>
              </a:ext>
            </a:extLst>
          </p:cNvPr>
          <p:cNvSpPr txBox="1"/>
          <p:nvPr/>
        </p:nvSpPr>
        <p:spPr>
          <a:xfrm>
            <a:off x="9273247" y="4120691"/>
            <a:ext cx="6146418" cy="646331"/>
          </a:xfrm>
          <a:prstGeom prst="rect">
            <a:avLst/>
          </a:prstGeom>
          <a:noFill/>
        </p:spPr>
        <p:txBody>
          <a:bodyPr wrap="square">
            <a:spAutoFit/>
          </a:bodyPr>
          <a:lstStyle/>
          <a:p>
            <a:r>
              <a:rPr lang="en-GB" b="1" dirty="0">
                <a:latin typeface="Arial" panose="020B0604020202020204" pitchFamily="34" charset="0"/>
                <a:cs typeface="Arial" panose="020B0604020202020204" pitchFamily="34" charset="0"/>
              </a:rPr>
              <a:t>Short-term </a:t>
            </a:r>
          </a:p>
          <a:p>
            <a:r>
              <a:rPr lang="en-GB" b="1" dirty="0">
                <a:latin typeface="Arial" panose="020B0604020202020204" pitchFamily="34" charset="0"/>
                <a:cs typeface="Arial" panose="020B0604020202020204" pitchFamily="34" charset="0"/>
              </a:rPr>
              <a:t>complications</a:t>
            </a:r>
          </a:p>
        </p:txBody>
      </p:sp>
      <p:pic>
        <p:nvPicPr>
          <p:cNvPr id="22" name="Gráfico 21">
            <a:extLst>
              <a:ext uri="{FF2B5EF4-FFF2-40B4-BE49-F238E27FC236}">
                <a16:creationId xmlns:a16="http://schemas.microsoft.com/office/drawing/2014/main" id="{DD2DFC13-F04A-4F10-DB16-595D1AF6954C}"/>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994976" y="2002377"/>
            <a:ext cx="1362374" cy="1362374"/>
          </a:xfrm>
          <a:prstGeom prst="rect">
            <a:avLst/>
          </a:prstGeom>
        </p:spPr>
      </p:pic>
      <p:pic>
        <p:nvPicPr>
          <p:cNvPr id="24" name="Gráfico 23">
            <a:extLst>
              <a:ext uri="{FF2B5EF4-FFF2-40B4-BE49-F238E27FC236}">
                <a16:creationId xmlns:a16="http://schemas.microsoft.com/office/drawing/2014/main" id="{70043013-E7A9-2C34-D52F-887E5F54B0D7}"/>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9472959" y="1995977"/>
            <a:ext cx="1375174" cy="1375174"/>
          </a:xfrm>
          <a:prstGeom prst="rect">
            <a:avLst/>
          </a:prstGeom>
        </p:spPr>
      </p:pic>
      <p:grpSp>
        <p:nvGrpSpPr>
          <p:cNvPr id="27" name="Grupo 26">
            <a:extLst>
              <a:ext uri="{FF2B5EF4-FFF2-40B4-BE49-F238E27FC236}">
                <a16:creationId xmlns:a16="http://schemas.microsoft.com/office/drawing/2014/main" id="{0B0321AC-2E13-42AE-A978-E3F45A7895ED}"/>
              </a:ext>
            </a:extLst>
          </p:cNvPr>
          <p:cNvGrpSpPr/>
          <p:nvPr/>
        </p:nvGrpSpPr>
        <p:grpSpPr>
          <a:xfrm>
            <a:off x="729703" y="4670681"/>
            <a:ext cx="2007960" cy="1522932"/>
            <a:chOff x="7314706" y="4097612"/>
            <a:chExt cx="2686650" cy="2037683"/>
          </a:xfrm>
        </p:grpSpPr>
        <p:pic>
          <p:nvPicPr>
            <p:cNvPr id="25" name="Gráfico 24">
              <a:extLst>
                <a:ext uri="{FF2B5EF4-FFF2-40B4-BE49-F238E27FC236}">
                  <a16:creationId xmlns:a16="http://schemas.microsoft.com/office/drawing/2014/main" id="{F5499511-493C-0D73-B1FB-860AA6A3B097}"/>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8105273" y="4239212"/>
              <a:ext cx="1896083" cy="1896083"/>
            </a:xfrm>
            <a:prstGeom prst="rect">
              <a:avLst/>
            </a:prstGeom>
          </p:spPr>
        </p:pic>
        <p:pic>
          <p:nvPicPr>
            <p:cNvPr id="26" name="Gráfico 25">
              <a:extLst>
                <a:ext uri="{FF2B5EF4-FFF2-40B4-BE49-F238E27FC236}">
                  <a16:creationId xmlns:a16="http://schemas.microsoft.com/office/drawing/2014/main" id="{BF6EE34B-F0FA-F3B4-458F-70E359E49793}"/>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rot="20890252">
              <a:off x="7314706" y="4097612"/>
              <a:ext cx="1539891" cy="1539891"/>
            </a:xfrm>
            <a:prstGeom prst="rect">
              <a:avLst/>
            </a:prstGeom>
          </p:spPr>
        </p:pic>
      </p:grpSp>
      <p:pic>
        <p:nvPicPr>
          <p:cNvPr id="28" name="Gráfico 27">
            <a:extLst>
              <a:ext uri="{FF2B5EF4-FFF2-40B4-BE49-F238E27FC236}">
                <a16:creationId xmlns:a16="http://schemas.microsoft.com/office/drawing/2014/main" id="{0B403B69-42C1-9150-7CA3-1B662F87A670}"/>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a:off x="5456879" y="4833034"/>
            <a:ext cx="1198227" cy="1198227"/>
          </a:xfrm>
          <a:prstGeom prst="rect">
            <a:avLst/>
          </a:prstGeom>
        </p:spPr>
      </p:pic>
      <p:pic>
        <p:nvPicPr>
          <p:cNvPr id="29" name="Gráfico 28">
            <a:extLst>
              <a:ext uri="{FF2B5EF4-FFF2-40B4-BE49-F238E27FC236}">
                <a16:creationId xmlns:a16="http://schemas.microsoft.com/office/drawing/2014/main" id="{3F4D1B13-0209-0A1C-53A8-FF7791D7F539}"/>
              </a:ext>
            </a:extLst>
          </p:cNvPr>
          <p:cNvPicPr>
            <a:picLocks/>
          </p:cNvPicPr>
          <p:nvPr/>
        </p:nvPicPr>
        <p:blipFill>
          <a:blip>
            <a:extLst>
              <a:ext uri="{96DAC541-7B7A-43D3-8B79-37D633B846F1}">
                <asvg:svgBlip xmlns:asvg="http://schemas.microsoft.com/office/drawing/2016/SVG/main" r:embed="rId8"/>
              </a:ext>
            </a:extLst>
          </a:blip>
          <a:stretch>
            <a:fillRect/>
          </a:stretch>
        </p:blipFill>
        <p:spPr>
          <a:xfrm>
            <a:off x="9374322" y="4645923"/>
            <a:ext cx="1572448" cy="1572448"/>
          </a:xfrm>
          <a:prstGeom prst="rect">
            <a:avLst/>
          </a:prstGeom>
        </p:spPr>
      </p:pic>
      <p:grpSp>
        <p:nvGrpSpPr>
          <p:cNvPr id="31" name="Grupo 30">
            <a:extLst>
              <a:ext uri="{FF2B5EF4-FFF2-40B4-BE49-F238E27FC236}">
                <a16:creationId xmlns:a16="http://schemas.microsoft.com/office/drawing/2014/main" id="{83D37DF2-2EE5-0045-D7EF-5E82572DDDBE}"/>
              </a:ext>
            </a:extLst>
          </p:cNvPr>
          <p:cNvGrpSpPr/>
          <p:nvPr/>
        </p:nvGrpSpPr>
        <p:grpSpPr>
          <a:xfrm>
            <a:off x="4559427" y="2002377"/>
            <a:ext cx="2711454" cy="1362374"/>
            <a:chOff x="4129796" y="1931172"/>
            <a:chExt cx="2711454" cy="1362374"/>
          </a:xfrm>
        </p:grpSpPr>
        <p:pic>
          <p:nvPicPr>
            <p:cNvPr id="23" name="Gráfico 22">
              <a:extLst>
                <a:ext uri="{FF2B5EF4-FFF2-40B4-BE49-F238E27FC236}">
                  <a16:creationId xmlns:a16="http://schemas.microsoft.com/office/drawing/2014/main" id="{8EBCBA58-FA5C-52AA-E1AC-928BD82CF551}"/>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4129796" y="1931172"/>
              <a:ext cx="1335406" cy="1335406"/>
            </a:xfrm>
            <a:prstGeom prst="rect">
              <a:avLst/>
            </a:prstGeom>
          </p:spPr>
        </p:pic>
        <p:pic>
          <p:nvPicPr>
            <p:cNvPr id="30" name="Gráfico 29">
              <a:extLst>
                <a:ext uri="{FF2B5EF4-FFF2-40B4-BE49-F238E27FC236}">
                  <a16:creationId xmlns:a16="http://schemas.microsoft.com/office/drawing/2014/main" id="{67726AA9-3DB1-7C37-5B25-861C66198C6B}"/>
                </a:ext>
              </a:extLst>
            </p:cNvPr>
            <p:cNvPicPr>
              <a:picLocks/>
            </p:cNvPicPr>
            <p:nvPr/>
          </p:nvPicPr>
          <p:blipFill>
            <a:blip>
              <a:extLst>
                <a:ext uri="{96DAC541-7B7A-43D3-8B79-37D633B846F1}">
                  <asvg:svgBlip xmlns:asvg="http://schemas.microsoft.com/office/drawing/2016/SVG/main" r:embed="rId10"/>
                </a:ext>
              </a:extLst>
            </a:blip>
            <a:stretch>
              <a:fillRect/>
            </a:stretch>
          </p:blipFill>
          <p:spPr>
            <a:xfrm>
              <a:off x="5478876" y="1931172"/>
              <a:ext cx="1362374" cy="1362374"/>
            </a:xfrm>
            <a:prstGeom prst="rect">
              <a:avLst/>
            </a:prstGeom>
          </p:spPr>
        </p:pic>
      </p:grpSp>
      <p:sp>
        <p:nvSpPr>
          <p:cNvPr id="16" name="Footer Placeholder 4">
            <a:extLst>
              <a:ext uri="{FF2B5EF4-FFF2-40B4-BE49-F238E27FC236}">
                <a16:creationId xmlns:a16="http://schemas.microsoft.com/office/drawing/2014/main" id="{2F6EA9F0-36A1-505A-C619-79892C178C26}"/>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17" name="Slide Number Placeholder 5">
            <a:extLst>
              <a:ext uri="{FF2B5EF4-FFF2-40B4-BE49-F238E27FC236}">
                <a16:creationId xmlns:a16="http://schemas.microsoft.com/office/drawing/2014/main" id="{A074204E-9A0D-526B-AA98-7E47616D91B3}"/>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9438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91D6497-F8F2-41A3-8933-3606E738060E}"/>
              </a:ext>
            </a:extLst>
          </p:cNvPr>
          <p:cNvSpPr>
            <a:spLocks noGrp="1" noChangeArrowheads="1"/>
          </p:cNvSpPr>
          <p:nvPr>
            <p:ph type="title"/>
          </p:nvPr>
        </p:nvSpPr>
        <p:spPr/>
        <p:txBody>
          <a:bodyPr/>
          <a:lstStyle/>
          <a:p>
            <a:pPr>
              <a:defRPr/>
            </a:pPr>
            <a:r>
              <a:rPr lang="en-GB" dirty="0">
                <a:ea typeface="+mn-ea"/>
              </a:rPr>
              <a:t>Diabetes in RWD</a:t>
            </a:r>
            <a:endParaRPr lang="en-GB" kern="1200" dirty="0">
              <a:ea typeface="+mn-ea"/>
            </a:endParaRPr>
          </a:p>
        </p:txBody>
      </p:sp>
      <p:pic>
        <p:nvPicPr>
          <p:cNvPr id="5" name="Gráfico 4">
            <a:extLst>
              <a:ext uri="{FF2B5EF4-FFF2-40B4-BE49-F238E27FC236}">
                <a16:creationId xmlns:a16="http://schemas.microsoft.com/office/drawing/2014/main" id="{5AB5178B-6E58-6F94-FC5C-B7CD4E233B09}"/>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5108123" y="156649"/>
            <a:ext cx="786735" cy="786735"/>
          </a:xfrm>
          <a:prstGeom prst="rect">
            <a:avLst/>
          </a:prstGeom>
        </p:spPr>
      </p:pic>
      <p:grpSp>
        <p:nvGrpSpPr>
          <p:cNvPr id="14" name="Grupo 13">
            <a:extLst>
              <a:ext uri="{FF2B5EF4-FFF2-40B4-BE49-F238E27FC236}">
                <a16:creationId xmlns:a16="http://schemas.microsoft.com/office/drawing/2014/main" id="{09CAE24F-7BBD-F5DB-E035-90400413E795}"/>
              </a:ext>
            </a:extLst>
          </p:cNvPr>
          <p:cNvGrpSpPr/>
          <p:nvPr/>
        </p:nvGrpSpPr>
        <p:grpSpPr>
          <a:xfrm>
            <a:off x="626788" y="1821925"/>
            <a:ext cx="10759669" cy="0"/>
            <a:chOff x="866274" y="1821925"/>
            <a:chExt cx="10759669" cy="0"/>
          </a:xfrm>
        </p:grpSpPr>
        <p:cxnSp>
          <p:nvCxnSpPr>
            <p:cNvPr id="15" name="Conector recto 14">
              <a:extLst>
                <a:ext uri="{FF2B5EF4-FFF2-40B4-BE49-F238E27FC236}">
                  <a16:creationId xmlns:a16="http://schemas.microsoft.com/office/drawing/2014/main" id="{E76C8F97-F918-78B6-B5B2-1D818BF7ACD4}"/>
                </a:ext>
              </a:extLst>
            </p:cNvPr>
            <p:cNvCxnSpPr>
              <a:cxnSpLocks/>
            </p:cNvCxnSpPr>
            <p:nvPr/>
          </p:nvCxnSpPr>
          <p:spPr>
            <a:xfrm>
              <a:off x="866274" y="1821925"/>
              <a:ext cx="10759669"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3" name="Conector recto 2">
              <a:extLst>
                <a:ext uri="{FF2B5EF4-FFF2-40B4-BE49-F238E27FC236}">
                  <a16:creationId xmlns:a16="http://schemas.microsoft.com/office/drawing/2014/main" id="{3005CCA9-5EDF-0ED4-18CC-A74AE468B963}"/>
                </a:ext>
              </a:extLst>
            </p:cNvPr>
            <p:cNvCxnSpPr>
              <a:cxnSpLocks/>
            </p:cNvCxnSpPr>
            <p:nvPr/>
          </p:nvCxnSpPr>
          <p:spPr>
            <a:xfrm>
              <a:off x="3372176" y="1821925"/>
              <a:ext cx="8253767" cy="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grpSp>
      <p:grpSp>
        <p:nvGrpSpPr>
          <p:cNvPr id="19" name="Grupo 18">
            <a:extLst>
              <a:ext uri="{FF2B5EF4-FFF2-40B4-BE49-F238E27FC236}">
                <a16:creationId xmlns:a16="http://schemas.microsoft.com/office/drawing/2014/main" id="{8F19E1EE-E2A5-A6FB-E72C-E5BA4570F571}"/>
              </a:ext>
            </a:extLst>
          </p:cNvPr>
          <p:cNvGrpSpPr/>
          <p:nvPr/>
        </p:nvGrpSpPr>
        <p:grpSpPr>
          <a:xfrm>
            <a:off x="626788" y="2515173"/>
            <a:ext cx="10759669" cy="0"/>
            <a:chOff x="866274" y="1821925"/>
            <a:chExt cx="10759669" cy="0"/>
          </a:xfrm>
        </p:grpSpPr>
        <p:cxnSp>
          <p:nvCxnSpPr>
            <p:cNvPr id="20" name="Conector recto 19">
              <a:extLst>
                <a:ext uri="{FF2B5EF4-FFF2-40B4-BE49-F238E27FC236}">
                  <a16:creationId xmlns:a16="http://schemas.microsoft.com/office/drawing/2014/main" id="{D1DAEB8D-4411-6A3E-CD9E-B21C0C377BCE}"/>
                </a:ext>
              </a:extLst>
            </p:cNvPr>
            <p:cNvCxnSpPr>
              <a:cxnSpLocks/>
            </p:cNvCxnSpPr>
            <p:nvPr/>
          </p:nvCxnSpPr>
          <p:spPr>
            <a:xfrm>
              <a:off x="866274" y="1821925"/>
              <a:ext cx="10759669"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353EA276-EE32-46E8-A162-9BA45F7C4CA3}"/>
                </a:ext>
              </a:extLst>
            </p:cNvPr>
            <p:cNvCxnSpPr>
              <a:cxnSpLocks/>
            </p:cNvCxnSpPr>
            <p:nvPr/>
          </p:nvCxnSpPr>
          <p:spPr>
            <a:xfrm>
              <a:off x="5223997" y="1821925"/>
              <a:ext cx="6401946" cy="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grpSp>
      <p:cxnSp>
        <p:nvCxnSpPr>
          <p:cNvPr id="23" name="Conector recto 22">
            <a:extLst>
              <a:ext uri="{FF2B5EF4-FFF2-40B4-BE49-F238E27FC236}">
                <a16:creationId xmlns:a16="http://schemas.microsoft.com/office/drawing/2014/main" id="{9627B5A0-0725-05E2-725A-2A7251B13CD2}"/>
              </a:ext>
            </a:extLst>
          </p:cNvPr>
          <p:cNvCxnSpPr>
            <a:cxnSpLocks/>
          </p:cNvCxnSpPr>
          <p:nvPr/>
        </p:nvCxnSpPr>
        <p:spPr>
          <a:xfrm>
            <a:off x="1911302" y="3208421"/>
            <a:ext cx="9475155"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0817DF7F-D2DB-298E-1153-52A71483EB75}"/>
              </a:ext>
            </a:extLst>
          </p:cNvPr>
          <p:cNvCxnSpPr>
            <a:cxnSpLocks/>
          </p:cNvCxnSpPr>
          <p:nvPr/>
        </p:nvCxnSpPr>
        <p:spPr>
          <a:xfrm>
            <a:off x="3132690" y="3208421"/>
            <a:ext cx="8253767" cy="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27B633A8-A43B-9FFC-37D7-D19013C08C75}"/>
              </a:ext>
            </a:extLst>
          </p:cNvPr>
          <p:cNvCxnSpPr>
            <a:cxnSpLocks/>
          </p:cNvCxnSpPr>
          <p:nvPr/>
        </p:nvCxnSpPr>
        <p:spPr>
          <a:xfrm>
            <a:off x="4241991" y="3901669"/>
            <a:ext cx="7144466" cy="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grpSp>
        <p:nvGrpSpPr>
          <p:cNvPr id="28" name="Grupo 27">
            <a:extLst>
              <a:ext uri="{FF2B5EF4-FFF2-40B4-BE49-F238E27FC236}">
                <a16:creationId xmlns:a16="http://schemas.microsoft.com/office/drawing/2014/main" id="{28E9CAA8-6C65-C095-310A-95188C56C730}"/>
              </a:ext>
            </a:extLst>
          </p:cNvPr>
          <p:cNvGrpSpPr/>
          <p:nvPr/>
        </p:nvGrpSpPr>
        <p:grpSpPr>
          <a:xfrm>
            <a:off x="626788" y="4594917"/>
            <a:ext cx="10759669" cy="0"/>
            <a:chOff x="866274" y="1821925"/>
            <a:chExt cx="10759669" cy="0"/>
          </a:xfrm>
        </p:grpSpPr>
        <p:cxnSp>
          <p:nvCxnSpPr>
            <p:cNvPr id="29" name="Conector recto 28">
              <a:extLst>
                <a:ext uri="{FF2B5EF4-FFF2-40B4-BE49-F238E27FC236}">
                  <a16:creationId xmlns:a16="http://schemas.microsoft.com/office/drawing/2014/main" id="{0D3687FC-DC2C-AD97-6AE7-6C9877E31046}"/>
                </a:ext>
              </a:extLst>
            </p:cNvPr>
            <p:cNvCxnSpPr>
              <a:cxnSpLocks/>
            </p:cNvCxnSpPr>
            <p:nvPr/>
          </p:nvCxnSpPr>
          <p:spPr>
            <a:xfrm>
              <a:off x="866274" y="1821925"/>
              <a:ext cx="10759669"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DF8656BE-0569-D024-2C3B-A6629A69B851}"/>
                </a:ext>
              </a:extLst>
            </p:cNvPr>
            <p:cNvCxnSpPr>
              <a:cxnSpLocks/>
            </p:cNvCxnSpPr>
            <p:nvPr/>
          </p:nvCxnSpPr>
          <p:spPr>
            <a:xfrm>
              <a:off x="3372176" y="1821925"/>
              <a:ext cx="8253767" cy="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grpSp>
      <p:cxnSp>
        <p:nvCxnSpPr>
          <p:cNvPr id="33" name="Conector recto 32">
            <a:extLst>
              <a:ext uri="{FF2B5EF4-FFF2-40B4-BE49-F238E27FC236}">
                <a16:creationId xmlns:a16="http://schemas.microsoft.com/office/drawing/2014/main" id="{F4E56C71-B296-E49F-DC22-C9D2628BDF20}"/>
              </a:ext>
            </a:extLst>
          </p:cNvPr>
          <p:cNvCxnSpPr>
            <a:cxnSpLocks/>
          </p:cNvCxnSpPr>
          <p:nvPr/>
        </p:nvCxnSpPr>
        <p:spPr>
          <a:xfrm>
            <a:off x="3132690" y="5288165"/>
            <a:ext cx="8253767" cy="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6" name="Conector recto 35">
            <a:extLst>
              <a:ext uri="{FF2B5EF4-FFF2-40B4-BE49-F238E27FC236}">
                <a16:creationId xmlns:a16="http://schemas.microsoft.com/office/drawing/2014/main" id="{6724EA75-5E89-81F2-8365-910D6B56B2DE}"/>
              </a:ext>
            </a:extLst>
          </p:cNvPr>
          <p:cNvCxnSpPr>
            <a:cxnSpLocks/>
          </p:cNvCxnSpPr>
          <p:nvPr/>
        </p:nvCxnSpPr>
        <p:spPr>
          <a:xfrm>
            <a:off x="5273269" y="5981414"/>
            <a:ext cx="6113188" cy="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pic>
        <p:nvPicPr>
          <p:cNvPr id="38" name="Gráfico 37">
            <a:extLst>
              <a:ext uri="{FF2B5EF4-FFF2-40B4-BE49-F238E27FC236}">
                <a16:creationId xmlns:a16="http://schemas.microsoft.com/office/drawing/2014/main" id="{4F21AAF2-210E-632B-F933-7C77E1700506}"/>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2963093" y="1276538"/>
            <a:ext cx="339193" cy="339193"/>
          </a:xfrm>
          <a:prstGeom prst="rect">
            <a:avLst/>
          </a:prstGeom>
        </p:spPr>
      </p:pic>
      <p:pic>
        <p:nvPicPr>
          <p:cNvPr id="41" name="Gráfico 40">
            <a:extLst>
              <a:ext uri="{FF2B5EF4-FFF2-40B4-BE49-F238E27FC236}">
                <a16:creationId xmlns:a16="http://schemas.microsoft.com/office/drawing/2014/main" id="{668DDCB9-4A72-7D22-09D6-D96AD9610548}"/>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4755726" y="1936512"/>
            <a:ext cx="457569" cy="457569"/>
          </a:xfrm>
          <a:prstGeom prst="rect">
            <a:avLst/>
          </a:prstGeom>
        </p:spPr>
      </p:pic>
      <p:pic>
        <p:nvPicPr>
          <p:cNvPr id="42" name="Gráfico 41">
            <a:extLst>
              <a:ext uri="{FF2B5EF4-FFF2-40B4-BE49-F238E27FC236}">
                <a16:creationId xmlns:a16="http://schemas.microsoft.com/office/drawing/2014/main" id="{A320603C-4826-19B0-D2E8-74BAD45FFA59}"/>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3625172" y="1898426"/>
            <a:ext cx="533739" cy="533739"/>
          </a:xfrm>
          <a:prstGeom prst="rect">
            <a:avLst/>
          </a:prstGeom>
        </p:spPr>
      </p:pic>
      <p:pic>
        <p:nvPicPr>
          <p:cNvPr id="43" name="Gráfico 42">
            <a:extLst>
              <a:ext uri="{FF2B5EF4-FFF2-40B4-BE49-F238E27FC236}">
                <a16:creationId xmlns:a16="http://schemas.microsoft.com/office/drawing/2014/main" id="{38F9CE69-05A5-AA6F-B521-6AFB5B5991E0}"/>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5810110" y="1936512"/>
            <a:ext cx="517948" cy="517948"/>
          </a:xfrm>
          <a:prstGeom prst="rect">
            <a:avLst/>
          </a:prstGeom>
        </p:spPr>
      </p:pic>
      <p:grpSp>
        <p:nvGrpSpPr>
          <p:cNvPr id="44" name="Grupo 43">
            <a:extLst>
              <a:ext uri="{FF2B5EF4-FFF2-40B4-BE49-F238E27FC236}">
                <a16:creationId xmlns:a16="http://schemas.microsoft.com/office/drawing/2014/main" id="{FD74C7D5-E503-4A4A-33C4-AF52243455EC}"/>
              </a:ext>
            </a:extLst>
          </p:cNvPr>
          <p:cNvGrpSpPr/>
          <p:nvPr/>
        </p:nvGrpSpPr>
        <p:grpSpPr>
          <a:xfrm>
            <a:off x="2805448" y="2658030"/>
            <a:ext cx="654481" cy="496389"/>
            <a:chOff x="7314706" y="4097612"/>
            <a:chExt cx="2686650" cy="2037683"/>
          </a:xfrm>
        </p:grpSpPr>
        <p:pic>
          <p:nvPicPr>
            <p:cNvPr id="45" name="Gráfico 44">
              <a:extLst>
                <a:ext uri="{FF2B5EF4-FFF2-40B4-BE49-F238E27FC236}">
                  <a16:creationId xmlns:a16="http://schemas.microsoft.com/office/drawing/2014/main" id="{EAD2F4BA-F51F-DA66-7BCC-AFE9913F44EA}"/>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8105273" y="4239212"/>
              <a:ext cx="1896083" cy="1896083"/>
            </a:xfrm>
            <a:prstGeom prst="rect">
              <a:avLst/>
            </a:prstGeom>
          </p:spPr>
        </p:pic>
        <p:pic>
          <p:nvPicPr>
            <p:cNvPr id="46" name="Gráfico 45">
              <a:extLst>
                <a:ext uri="{FF2B5EF4-FFF2-40B4-BE49-F238E27FC236}">
                  <a16:creationId xmlns:a16="http://schemas.microsoft.com/office/drawing/2014/main" id="{23847F48-DB47-A267-9E5F-FE7E10101809}"/>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rot="20890252">
              <a:off x="7314706" y="4097612"/>
              <a:ext cx="1539891" cy="1539891"/>
            </a:xfrm>
            <a:prstGeom prst="rect">
              <a:avLst/>
            </a:prstGeom>
          </p:spPr>
        </p:pic>
      </p:grpSp>
      <p:pic>
        <p:nvPicPr>
          <p:cNvPr id="49" name="Gráfico 48">
            <a:extLst>
              <a:ext uri="{FF2B5EF4-FFF2-40B4-BE49-F238E27FC236}">
                <a16:creationId xmlns:a16="http://schemas.microsoft.com/office/drawing/2014/main" id="{A9AA4804-6AF5-3C97-603D-E9F60A15D1FA}"/>
              </a:ext>
            </a:extLst>
          </p:cNvPr>
          <p:cNvPicPr>
            <a:picLocks/>
          </p:cNvPicPr>
          <p:nvPr/>
        </p:nvPicPr>
        <p:blipFill>
          <a:blip>
            <a:extLst>
              <a:ext uri="{96DAC541-7B7A-43D3-8B79-37D633B846F1}">
                <asvg:svgBlip xmlns:asvg="http://schemas.microsoft.com/office/drawing/2016/SVG/main" r:embed="rId8"/>
              </a:ext>
            </a:extLst>
          </a:blip>
          <a:stretch>
            <a:fillRect/>
          </a:stretch>
        </p:blipFill>
        <p:spPr>
          <a:xfrm>
            <a:off x="4020384" y="3333439"/>
            <a:ext cx="443213" cy="443213"/>
          </a:xfrm>
          <a:prstGeom prst="rect">
            <a:avLst/>
          </a:prstGeom>
        </p:spPr>
      </p:pic>
      <p:pic>
        <p:nvPicPr>
          <p:cNvPr id="50" name="Gráfico 49">
            <a:extLst>
              <a:ext uri="{FF2B5EF4-FFF2-40B4-BE49-F238E27FC236}">
                <a16:creationId xmlns:a16="http://schemas.microsoft.com/office/drawing/2014/main" id="{AD67ADAF-30A3-D71B-BD1A-785D33EA7CAF}"/>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flipH="1">
            <a:off x="1381073" y="3954837"/>
            <a:ext cx="461896" cy="461896"/>
          </a:xfrm>
          <a:prstGeom prst="rect">
            <a:avLst/>
          </a:prstGeom>
        </p:spPr>
      </p:pic>
      <p:pic>
        <p:nvPicPr>
          <p:cNvPr id="51" name="Gráfico 50">
            <a:extLst>
              <a:ext uri="{FF2B5EF4-FFF2-40B4-BE49-F238E27FC236}">
                <a16:creationId xmlns:a16="http://schemas.microsoft.com/office/drawing/2014/main" id="{33642BDB-836E-F365-36D5-876F32BDB201}"/>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flipH="1">
            <a:off x="3425805" y="3994280"/>
            <a:ext cx="466236" cy="466236"/>
          </a:xfrm>
          <a:prstGeom prst="rect">
            <a:avLst/>
          </a:prstGeom>
        </p:spPr>
      </p:pic>
      <p:pic>
        <p:nvPicPr>
          <p:cNvPr id="54" name="Gráfico 53">
            <a:extLst>
              <a:ext uri="{FF2B5EF4-FFF2-40B4-BE49-F238E27FC236}">
                <a16:creationId xmlns:a16="http://schemas.microsoft.com/office/drawing/2014/main" id="{624C1E19-2F22-3B6D-99D9-3E050197128A}"/>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flipH="1">
            <a:off x="2905601" y="4004049"/>
            <a:ext cx="461896" cy="461896"/>
          </a:xfrm>
          <a:prstGeom prst="rect">
            <a:avLst/>
          </a:prstGeom>
        </p:spPr>
      </p:pic>
      <p:grpSp>
        <p:nvGrpSpPr>
          <p:cNvPr id="55" name="Grupo 54">
            <a:extLst>
              <a:ext uri="{FF2B5EF4-FFF2-40B4-BE49-F238E27FC236}">
                <a16:creationId xmlns:a16="http://schemas.microsoft.com/office/drawing/2014/main" id="{2E222E7F-D6D9-867E-0468-ED94B6F0CE57}"/>
              </a:ext>
            </a:extLst>
          </p:cNvPr>
          <p:cNvGrpSpPr/>
          <p:nvPr/>
        </p:nvGrpSpPr>
        <p:grpSpPr>
          <a:xfrm>
            <a:off x="4122766" y="4027909"/>
            <a:ext cx="614725" cy="466236"/>
            <a:chOff x="7314706" y="4097612"/>
            <a:chExt cx="2686650" cy="2037683"/>
          </a:xfrm>
        </p:grpSpPr>
        <p:pic>
          <p:nvPicPr>
            <p:cNvPr id="56" name="Gráfico 55">
              <a:extLst>
                <a:ext uri="{FF2B5EF4-FFF2-40B4-BE49-F238E27FC236}">
                  <a16:creationId xmlns:a16="http://schemas.microsoft.com/office/drawing/2014/main" id="{41549252-45D0-04AD-D2CE-51520CAACD47}"/>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8105273" y="4239212"/>
              <a:ext cx="1896083" cy="1896083"/>
            </a:xfrm>
            <a:prstGeom prst="rect">
              <a:avLst/>
            </a:prstGeom>
          </p:spPr>
        </p:pic>
        <p:pic>
          <p:nvPicPr>
            <p:cNvPr id="57" name="Gráfico 56">
              <a:extLst>
                <a:ext uri="{FF2B5EF4-FFF2-40B4-BE49-F238E27FC236}">
                  <a16:creationId xmlns:a16="http://schemas.microsoft.com/office/drawing/2014/main" id="{A3A8F56D-E6AC-5056-8D39-5130F10DA734}"/>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rot="20890252">
              <a:off x="7314706" y="4097612"/>
              <a:ext cx="1539891" cy="1539891"/>
            </a:xfrm>
            <a:prstGeom prst="rect">
              <a:avLst/>
            </a:prstGeom>
          </p:spPr>
        </p:pic>
      </p:grpSp>
      <p:pic>
        <p:nvPicPr>
          <p:cNvPr id="58" name="Gráfico 57">
            <a:extLst>
              <a:ext uri="{FF2B5EF4-FFF2-40B4-BE49-F238E27FC236}">
                <a16:creationId xmlns:a16="http://schemas.microsoft.com/office/drawing/2014/main" id="{49775CA1-10E0-A7B3-8A5C-180BAAACB1FD}"/>
              </a:ext>
            </a:extLst>
          </p:cNvPr>
          <p:cNvPicPr>
            <a:picLocks/>
          </p:cNvPicPr>
          <p:nvPr/>
        </p:nvPicPr>
        <p:blipFill>
          <a:blip>
            <a:extLst>
              <a:ext uri="{96DAC541-7B7A-43D3-8B79-37D633B846F1}">
                <asvg:svgBlip xmlns:asvg="http://schemas.microsoft.com/office/drawing/2016/SVG/main" r:embed="rId10"/>
              </a:ext>
            </a:extLst>
          </a:blip>
          <a:stretch>
            <a:fillRect/>
          </a:stretch>
        </p:blipFill>
        <p:spPr>
          <a:xfrm>
            <a:off x="10980897" y="4088585"/>
            <a:ext cx="405560" cy="405560"/>
          </a:xfrm>
          <a:prstGeom prst="rect">
            <a:avLst/>
          </a:prstGeom>
        </p:spPr>
      </p:pic>
      <p:pic>
        <p:nvPicPr>
          <p:cNvPr id="59" name="Gráfico 58">
            <a:extLst>
              <a:ext uri="{FF2B5EF4-FFF2-40B4-BE49-F238E27FC236}">
                <a16:creationId xmlns:a16="http://schemas.microsoft.com/office/drawing/2014/main" id="{D8B6CDFD-5D87-626A-45F5-5C3AB12BA636}"/>
              </a:ext>
            </a:extLst>
          </p:cNvPr>
          <p:cNvPicPr>
            <a:picLocks/>
          </p:cNvPicPr>
          <p:nvPr/>
        </p:nvPicPr>
        <p:blipFill>
          <a:blip>
            <a:extLst>
              <a:ext uri="{96DAC541-7B7A-43D3-8B79-37D633B846F1}">
                <asvg:svgBlip xmlns:asvg="http://schemas.microsoft.com/office/drawing/2016/SVG/main" r:embed="rId10"/>
              </a:ext>
            </a:extLst>
          </a:blip>
          <a:stretch>
            <a:fillRect/>
          </a:stretch>
        </p:blipFill>
        <p:spPr>
          <a:xfrm>
            <a:off x="2884322" y="4693174"/>
            <a:ext cx="496734" cy="496734"/>
          </a:xfrm>
          <a:prstGeom prst="rect">
            <a:avLst/>
          </a:prstGeom>
        </p:spPr>
      </p:pic>
      <p:pic>
        <p:nvPicPr>
          <p:cNvPr id="60" name="Gráfico 59">
            <a:extLst>
              <a:ext uri="{FF2B5EF4-FFF2-40B4-BE49-F238E27FC236}">
                <a16:creationId xmlns:a16="http://schemas.microsoft.com/office/drawing/2014/main" id="{29EC52D3-E47C-58C2-A870-62D1EA479EC0}"/>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flipH="1">
            <a:off x="4463597" y="4693174"/>
            <a:ext cx="466236" cy="466236"/>
          </a:xfrm>
          <a:prstGeom prst="rect">
            <a:avLst/>
          </a:prstGeom>
        </p:spPr>
      </p:pic>
      <p:pic>
        <p:nvPicPr>
          <p:cNvPr id="61" name="Gráfico 60">
            <a:extLst>
              <a:ext uri="{FF2B5EF4-FFF2-40B4-BE49-F238E27FC236}">
                <a16:creationId xmlns:a16="http://schemas.microsoft.com/office/drawing/2014/main" id="{50F3ACF5-84D3-9EB4-85F9-A6AFDBE8FC14}"/>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flipH="1">
            <a:off x="3661093" y="4685583"/>
            <a:ext cx="461896" cy="461896"/>
          </a:xfrm>
          <a:prstGeom prst="rect">
            <a:avLst/>
          </a:prstGeom>
        </p:spPr>
      </p:pic>
      <p:grpSp>
        <p:nvGrpSpPr>
          <p:cNvPr id="63" name="Grupo 62">
            <a:extLst>
              <a:ext uri="{FF2B5EF4-FFF2-40B4-BE49-F238E27FC236}">
                <a16:creationId xmlns:a16="http://schemas.microsoft.com/office/drawing/2014/main" id="{6F612528-6ABF-DB08-9A0E-D7D7EC65FEEF}"/>
              </a:ext>
            </a:extLst>
          </p:cNvPr>
          <p:cNvGrpSpPr/>
          <p:nvPr/>
        </p:nvGrpSpPr>
        <p:grpSpPr>
          <a:xfrm>
            <a:off x="4920561" y="5413183"/>
            <a:ext cx="654481" cy="496389"/>
            <a:chOff x="7314706" y="4097612"/>
            <a:chExt cx="2686650" cy="2037683"/>
          </a:xfrm>
        </p:grpSpPr>
        <p:pic>
          <p:nvPicPr>
            <p:cNvPr id="64" name="Gráfico 63">
              <a:extLst>
                <a:ext uri="{FF2B5EF4-FFF2-40B4-BE49-F238E27FC236}">
                  <a16:creationId xmlns:a16="http://schemas.microsoft.com/office/drawing/2014/main" id="{9E77DC81-BC26-7ED2-B4BE-5A54DC01FF4A}"/>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8105273" y="4239212"/>
              <a:ext cx="1896083" cy="1896083"/>
            </a:xfrm>
            <a:prstGeom prst="rect">
              <a:avLst/>
            </a:prstGeom>
          </p:spPr>
        </p:pic>
        <p:pic>
          <p:nvPicPr>
            <p:cNvPr id="65" name="Gráfico 64">
              <a:extLst>
                <a:ext uri="{FF2B5EF4-FFF2-40B4-BE49-F238E27FC236}">
                  <a16:creationId xmlns:a16="http://schemas.microsoft.com/office/drawing/2014/main" id="{2D3E59BA-DD15-3559-B004-C368E2E9B847}"/>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rot="20890252">
              <a:off x="7314706" y="4097612"/>
              <a:ext cx="1539891" cy="1539891"/>
            </a:xfrm>
            <a:prstGeom prst="rect">
              <a:avLst/>
            </a:prstGeom>
          </p:spPr>
        </p:pic>
      </p:grpSp>
      <p:pic>
        <p:nvPicPr>
          <p:cNvPr id="67" name="Imagen 66">
            <a:extLst>
              <a:ext uri="{FF2B5EF4-FFF2-40B4-BE49-F238E27FC236}">
                <a16:creationId xmlns:a16="http://schemas.microsoft.com/office/drawing/2014/main" id="{661565E3-DC62-8D1E-5A8D-1F13893D7473}"/>
              </a:ext>
            </a:extLst>
          </p:cNvPr>
          <p:cNvPicPr>
            <a:picLocks noChangeAspect="1"/>
          </p:cNvPicPr>
          <p:nvPr/>
        </p:nvPicPr>
        <p:blipFill rotWithShape="1">
          <a:blip r:embed="rId11"/>
          <a:srcRect r="39527"/>
          <a:stretch/>
        </p:blipFill>
        <p:spPr>
          <a:xfrm>
            <a:off x="8454227" y="1017722"/>
            <a:ext cx="3733508" cy="2948540"/>
          </a:xfrm>
          <a:prstGeom prst="rect">
            <a:avLst/>
          </a:prstGeom>
          <a:solidFill>
            <a:schemeClr val="bg1"/>
          </a:solidFill>
        </p:spPr>
      </p:pic>
      <p:sp>
        <p:nvSpPr>
          <p:cNvPr id="8" name="Footer Placeholder 4">
            <a:extLst>
              <a:ext uri="{FF2B5EF4-FFF2-40B4-BE49-F238E27FC236}">
                <a16:creationId xmlns:a16="http://schemas.microsoft.com/office/drawing/2014/main" id="{769261E8-CE72-8CFB-4652-262C07DD1179}"/>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9" name="Slide Number Placeholder 5">
            <a:extLst>
              <a:ext uri="{FF2B5EF4-FFF2-40B4-BE49-F238E27FC236}">
                <a16:creationId xmlns:a16="http://schemas.microsoft.com/office/drawing/2014/main" id="{4FA0B400-B34B-6935-9A1A-5FA529A9E3B9}"/>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98076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91D6497-F8F2-41A3-8933-3606E738060E}"/>
              </a:ext>
            </a:extLst>
          </p:cNvPr>
          <p:cNvSpPr>
            <a:spLocks noGrp="1" noChangeArrowheads="1"/>
          </p:cNvSpPr>
          <p:nvPr>
            <p:ph type="title"/>
          </p:nvPr>
        </p:nvSpPr>
        <p:spPr/>
        <p:txBody>
          <a:bodyPr/>
          <a:lstStyle/>
          <a:p>
            <a:pPr>
              <a:defRPr/>
            </a:pPr>
            <a:r>
              <a:rPr lang="en-GB" dirty="0">
                <a:ea typeface="+mn-ea"/>
              </a:rPr>
              <a:t>Diabetes in </a:t>
            </a:r>
            <a:r>
              <a:rPr lang="en-GB" dirty="0">
                <a:solidFill>
                  <a:srgbClr val="FF0000"/>
                </a:solidFill>
                <a:ea typeface="+mn-ea"/>
              </a:rPr>
              <a:t>Multiple Datasets</a:t>
            </a:r>
            <a:endParaRPr lang="en-GB" kern="1200" dirty="0">
              <a:solidFill>
                <a:srgbClr val="FF0000"/>
              </a:solidFill>
              <a:ea typeface="+mn-ea"/>
            </a:endParaRPr>
          </a:p>
        </p:txBody>
      </p:sp>
      <p:pic>
        <p:nvPicPr>
          <p:cNvPr id="5" name="Gráfico 4">
            <a:extLst>
              <a:ext uri="{FF2B5EF4-FFF2-40B4-BE49-F238E27FC236}">
                <a16:creationId xmlns:a16="http://schemas.microsoft.com/office/drawing/2014/main" id="{5AB5178B-6E58-6F94-FC5C-B7CD4E233B09}"/>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7760032" y="287669"/>
            <a:ext cx="786735" cy="786735"/>
          </a:xfrm>
          <a:prstGeom prst="rect">
            <a:avLst/>
          </a:prstGeom>
        </p:spPr>
      </p:pic>
      <p:sp>
        <p:nvSpPr>
          <p:cNvPr id="7" name="CuadroTexto 6">
            <a:extLst>
              <a:ext uri="{FF2B5EF4-FFF2-40B4-BE49-F238E27FC236}">
                <a16:creationId xmlns:a16="http://schemas.microsoft.com/office/drawing/2014/main" id="{E5591335-BA3C-EC85-CF43-E484D82C61B6}"/>
              </a:ext>
            </a:extLst>
          </p:cNvPr>
          <p:cNvSpPr txBox="1"/>
          <p:nvPr/>
        </p:nvSpPr>
        <p:spPr>
          <a:xfrm>
            <a:off x="926768" y="1257498"/>
            <a:ext cx="1498790" cy="369332"/>
          </a:xfrm>
          <a:prstGeom prst="rect">
            <a:avLst/>
          </a:prstGeom>
          <a:noFill/>
        </p:spPr>
        <p:txBody>
          <a:bodyPr wrap="square">
            <a:spAutoFit/>
          </a:bodyPr>
          <a:lstStyle/>
          <a:p>
            <a:r>
              <a:rPr lang="de-DE" sz="1800" b="1" dirty="0">
                <a:solidFill>
                  <a:srgbClr val="7030A0"/>
                </a:solidFill>
                <a:latin typeface="Arial" panose="020B0604020202020204" pitchFamily="34" charset="0"/>
                <a:cs typeface="Arial" panose="020B0604020202020204" pitchFamily="34" charset="0"/>
              </a:rPr>
              <a:t>Symptoms</a:t>
            </a:r>
            <a:endParaRPr lang="en-GB" b="1" dirty="0">
              <a:solidFill>
                <a:srgbClr val="7030A0"/>
              </a:solidFill>
            </a:endParaRPr>
          </a:p>
        </p:txBody>
      </p:sp>
      <p:sp>
        <p:nvSpPr>
          <p:cNvPr id="8" name="CuadroTexto 7">
            <a:extLst>
              <a:ext uri="{FF2B5EF4-FFF2-40B4-BE49-F238E27FC236}">
                <a16:creationId xmlns:a16="http://schemas.microsoft.com/office/drawing/2014/main" id="{35F30466-85B2-512B-643B-0848883ED7BA}"/>
              </a:ext>
            </a:extLst>
          </p:cNvPr>
          <p:cNvSpPr txBox="1"/>
          <p:nvPr/>
        </p:nvSpPr>
        <p:spPr>
          <a:xfrm>
            <a:off x="5684409" y="1257498"/>
            <a:ext cx="1498790" cy="369332"/>
          </a:xfrm>
          <a:prstGeom prst="rect">
            <a:avLst/>
          </a:prstGeom>
          <a:noFill/>
        </p:spPr>
        <p:txBody>
          <a:bodyPr wrap="square">
            <a:spAutoFit/>
          </a:bodyPr>
          <a:lstStyle/>
          <a:p>
            <a:r>
              <a:rPr lang="de-DE" sz="1800" b="1" dirty="0">
                <a:solidFill>
                  <a:srgbClr val="7030A0"/>
                </a:solidFill>
                <a:latin typeface="Arial" panose="020B0604020202020204" pitchFamily="34" charset="0"/>
                <a:cs typeface="Arial" panose="020B0604020202020204" pitchFamily="34" charset="0"/>
              </a:rPr>
              <a:t>Tests</a:t>
            </a:r>
            <a:endParaRPr lang="en-GB" b="1" dirty="0">
              <a:solidFill>
                <a:srgbClr val="7030A0"/>
              </a:solidFill>
            </a:endParaRPr>
          </a:p>
        </p:txBody>
      </p:sp>
      <p:sp>
        <p:nvSpPr>
          <p:cNvPr id="9" name="CuadroTexto 8">
            <a:extLst>
              <a:ext uri="{FF2B5EF4-FFF2-40B4-BE49-F238E27FC236}">
                <a16:creationId xmlns:a16="http://schemas.microsoft.com/office/drawing/2014/main" id="{582CBE6F-7AE2-5820-200D-C307C45CBB9C}"/>
              </a:ext>
            </a:extLst>
          </p:cNvPr>
          <p:cNvSpPr txBox="1"/>
          <p:nvPr/>
        </p:nvSpPr>
        <p:spPr>
          <a:xfrm>
            <a:off x="1126147" y="4132709"/>
            <a:ext cx="1498790" cy="369332"/>
          </a:xfrm>
          <a:prstGeom prst="rect">
            <a:avLst/>
          </a:prstGeom>
          <a:noFill/>
        </p:spPr>
        <p:txBody>
          <a:bodyPr wrap="square">
            <a:spAutoFit/>
          </a:bodyPr>
          <a:lstStyle/>
          <a:p>
            <a:r>
              <a:rPr lang="de-DE" sz="1800" b="1" dirty="0">
                <a:solidFill>
                  <a:srgbClr val="7030A0"/>
                </a:solidFill>
                <a:latin typeface="Arial" panose="020B0604020202020204" pitchFamily="34" charset="0"/>
                <a:cs typeface="Arial" panose="020B0604020202020204" pitchFamily="34" charset="0"/>
              </a:rPr>
              <a:t>Treatment</a:t>
            </a:r>
            <a:endParaRPr lang="en-GB" b="1" dirty="0">
              <a:solidFill>
                <a:srgbClr val="7030A0"/>
              </a:solidFill>
            </a:endParaRPr>
          </a:p>
        </p:txBody>
      </p:sp>
      <p:sp>
        <p:nvSpPr>
          <p:cNvPr id="10" name="CuadroTexto 9">
            <a:extLst>
              <a:ext uri="{FF2B5EF4-FFF2-40B4-BE49-F238E27FC236}">
                <a16:creationId xmlns:a16="http://schemas.microsoft.com/office/drawing/2014/main" id="{927E8237-CB95-3B28-4101-BAB49CEB9DFB}"/>
              </a:ext>
            </a:extLst>
          </p:cNvPr>
          <p:cNvSpPr txBox="1"/>
          <p:nvPr/>
        </p:nvSpPr>
        <p:spPr>
          <a:xfrm>
            <a:off x="9534525" y="1257498"/>
            <a:ext cx="1498790" cy="369332"/>
          </a:xfrm>
          <a:prstGeom prst="rect">
            <a:avLst/>
          </a:prstGeom>
          <a:noFill/>
        </p:spPr>
        <p:txBody>
          <a:bodyPr wrap="square">
            <a:spAutoFit/>
          </a:bodyPr>
          <a:lstStyle/>
          <a:p>
            <a:r>
              <a:rPr lang="de-DE" sz="1800" b="1" dirty="0">
                <a:solidFill>
                  <a:srgbClr val="7030A0"/>
                </a:solidFill>
                <a:latin typeface="Arial" panose="020B0604020202020204" pitchFamily="34" charset="0"/>
                <a:cs typeface="Arial" panose="020B0604020202020204" pitchFamily="34" charset="0"/>
              </a:rPr>
              <a:t>Diagnosis</a:t>
            </a:r>
            <a:endParaRPr lang="en-GB" b="1" dirty="0">
              <a:solidFill>
                <a:srgbClr val="7030A0"/>
              </a:solidFill>
            </a:endParaRPr>
          </a:p>
        </p:txBody>
      </p:sp>
      <p:sp>
        <p:nvSpPr>
          <p:cNvPr id="12" name="CuadroTexto 11">
            <a:extLst>
              <a:ext uri="{FF2B5EF4-FFF2-40B4-BE49-F238E27FC236}">
                <a16:creationId xmlns:a16="http://schemas.microsoft.com/office/drawing/2014/main" id="{41759485-093D-CD9C-E159-9D115E3D6DD2}"/>
              </a:ext>
            </a:extLst>
          </p:cNvPr>
          <p:cNvSpPr txBox="1"/>
          <p:nvPr/>
        </p:nvSpPr>
        <p:spPr>
          <a:xfrm>
            <a:off x="5284264" y="3968680"/>
            <a:ext cx="6146418" cy="646331"/>
          </a:xfrm>
          <a:prstGeom prst="rect">
            <a:avLst/>
          </a:prstGeom>
          <a:noFill/>
        </p:spPr>
        <p:txBody>
          <a:bodyPr wrap="square">
            <a:spAutoFit/>
          </a:bodyPr>
          <a:lstStyle/>
          <a:p>
            <a:r>
              <a:rPr lang="en-GB" b="1" dirty="0">
                <a:solidFill>
                  <a:srgbClr val="7030A0"/>
                </a:solidFill>
                <a:latin typeface="Arial" panose="020B0604020202020204" pitchFamily="34" charset="0"/>
                <a:cs typeface="Arial" panose="020B0604020202020204" pitchFamily="34" charset="0"/>
              </a:rPr>
              <a:t>Long-term </a:t>
            </a:r>
          </a:p>
          <a:p>
            <a:r>
              <a:rPr lang="en-GB" b="1" dirty="0">
                <a:solidFill>
                  <a:srgbClr val="7030A0"/>
                </a:solidFill>
                <a:latin typeface="Arial" panose="020B0604020202020204" pitchFamily="34" charset="0"/>
                <a:cs typeface="Arial" panose="020B0604020202020204" pitchFamily="34" charset="0"/>
              </a:rPr>
              <a:t>complications</a:t>
            </a:r>
          </a:p>
        </p:txBody>
      </p:sp>
      <p:sp>
        <p:nvSpPr>
          <p:cNvPr id="13" name="CuadroTexto 12">
            <a:extLst>
              <a:ext uri="{FF2B5EF4-FFF2-40B4-BE49-F238E27FC236}">
                <a16:creationId xmlns:a16="http://schemas.microsoft.com/office/drawing/2014/main" id="{EB7CCF89-988B-E547-373B-02A200EB3870}"/>
              </a:ext>
            </a:extLst>
          </p:cNvPr>
          <p:cNvSpPr txBox="1"/>
          <p:nvPr/>
        </p:nvSpPr>
        <p:spPr>
          <a:xfrm>
            <a:off x="9307623" y="3968679"/>
            <a:ext cx="6146418" cy="646331"/>
          </a:xfrm>
          <a:prstGeom prst="rect">
            <a:avLst/>
          </a:prstGeom>
          <a:noFill/>
        </p:spPr>
        <p:txBody>
          <a:bodyPr wrap="square">
            <a:spAutoFit/>
          </a:bodyPr>
          <a:lstStyle/>
          <a:p>
            <a:r>
              <a:rPr lang="en-GB" b="1" dirty="0">
                <a:solidFill>
                  <a:srgbClr val="7030A0"/>
                </a:solidFill>
                <a:latin typeface="Arial" panose="020B0604020202020204" pitchFamily="34" charset="0"/>
                <a:cs typeface="Arial" panose="020B0604020202020204" pitchFamily="34" charset="0"/>
              </a:rPr>
              <a:t>Short-term </a:t>
            </a:r>
          </a:p>
          <a:p>
            <a:r>
              <a:rPr lang="en-GB" b="1" dirty="0">
                <a:solidFill>
                  <a:srgbClr val="7030A0"/>
                </a:solidFill>
                <a:latin typeface="Arial" panose="020B0604020202020204" pitchFamily="34" charset="0"/>
                <a:cs typeface="Arial" panose="020B0604020202020204" pitchFamily="34" charset="0"/>
              </a:rPr>
              <a:t>complications</a:t>
            </a:r>
          </a:p>
        </p:txBody>
      </p:sp>
      <p:sp>
        <p:nvSpPr>
          <p:cNvPr id="2" name="CuadroTexto 1">
            <a:extLst>
              <a:ext uri="{FF2B5EF4-FFF2-40B4-BE49-F238E27FC236}">
                <a16:creationId xmlns:a16="http://schemas.microsoft.com/office/drawing/2014/main" id="{BC1F27FB-7076-B375-8C63-2E25B6994E17}"/>
              </a:ext>
            </a:extLst>
          </p:cNvPr>
          <p:cNvSpPr txBox="1"/>
          <p:nvPr/>
        </p:nvSpPr>
        <p:spPr>
          <a:xfrm>
            <a:off x="1236940" y="1866548"/>
            <a:ext cx="3467262" cy="1477328"/>
          </a:xfrm>
          <a:prstGeom prst="rect">
            <a:avLst/>
          </a:prstGeom>
          <a:noFill/>
        </p:spPr>
        <p:txBody>
          <a:bodyPr wrap="square">
            <a:spAutoFit/>
          </a:bodyPr>
          <a:lstStyle/>
          <a:p>
            <a:r>
              <a:rPr lang="de-DE" sz="1800" b="1" dirty="0">
                <a:solidFill>
                  <a:schemeClr val="tx1"/>
                </a:solidFill>
                <a:latin typeface="Arial" panose="020B0604020202020204" pitchFamily="34" charset="0"/>
                <a:cs typeface="Arial" panose="020B0604020202020204" pitchFamily="34" charset="0"/>
              </a:rPr>
              <a:t>ICD-9</a:t>
            </a:r>
          </a:p>
          <a:p>
            <a:r>
              <a:rPr lang="de-DE" b="1" dirty="0">
                <a:latin typeface="Arial" panose="020B0604020202020204" pitchFamily="34" charset="0"/>
                <a:cs typeface="Arial" panose="020B0604020202020204" pitchFamily="34" charset="0"/>
              </a:rPr>
              <a:t>ICD-10</a:t>
            </a:r>
          </a:p>
          <a:p>
            <a:r>
              <a:rPr lang="de-DE" b="1" dirty="0">
                <a:latin typeface="Arial" panose="020B0604020202020204" pitchFamily="34" charset="0"/>
                <a:cs typeface="Arial" panose="020B0604020202020204" pitchFamily="34" charset="0"/>
              </a:rPr>
              <a:t>M</a:t>
            </a:r>
            <a:r>
              <a:rPr lang="de-DE" sz="1800" b="1" dirty="0">
                <a:solidFill>
                  <a:schemeClr val="tx1"/>
                </a:solidFill>
                <a:latin typeface="Arial" panose="020B0604020202020204" pitchFamily="34" charset="0"/>
                <a:cs typeface="Arial" panose="020B0604020202020204" pitchFamily="34" charset="0"/>
              </a:rPr>
              <a:t>eSH</a:t>
            </a:r>
          </a:p>
          <a:p>
            <a:r>
              <a:rPr lang="de-DE" b="1" dirty="0">
                <a:latin typeface="Arial" panose="020B0604020202020204" pitchFamily="34" charset="0"/>
                <a:cs typeface="Arial" panose="020B0604020202020204" pitchFamily="34" charset="0"/>
              </a:rPr>
              <a:t>Read (e.g. CPRD GOLD)</a:t>
            </a:r>
          </a:p>
          <a:p>
            <a:r>
              <a:rPr lang="en-GB" b="1" dirty="0">
                <a:latin typeface="Arial" panose="020B0604020202020204" pitchFamily="34" charset="0"/>
                <a:cs typeface="Arial" panose="020B0604020202020204" pitchFamily="34" charset="0"/>
              </a:rPr>
              <a:t>SNOMED (e.g. CPRD AURUM)</a:t>
            </a:r>
          </a:p>
        </p:txBody>
      </p:sp>
      <p:sp>
        <p:nvSpPr>
          <p:cNvPr id="6" name="CuadroTexto 5">
            <a:extLst>
              <a:ext uri="{FF2B5EF4-FFF2-40B4-BE49-F238E27FC236}">
                <a16:creationId xmlns:a16="http://schemas.microsoft.com/office/drawing/2014/main" id="{CF74C62C-1712-2B21-CBE2-3D7A0115398D}"/>
              </a:ext>
            </a:extLst>
          </p:cNvPr>
          <p:cNvSpPr txBox="1"/>
          <p:nvPr/>
        </p:nvSpPr>
        <p:spPr>
          <a:xfrm>
            <a:off x="5545986" y="1820381"/>
            <a:ext cx="1498790" cy="1754326"/>
          </a:xfrm>
          <a:prstGeom prst="rect">
            <a:avLst/>
          </a:prstGeom>
          <a:noFill/>
        </p:spPr>
        <p:txBody>
          <a:bodyPr wrap="square">
            <a:spAutoFit/>
          </a:bodyPr>
          <a:lstStyle/>
          <a:p>
            <a:r>
              <a:rPr lang="de-DE" sz="1800" b="1" dirty="0">
                <a:solidFill>
                  <a:schemeClr val="tx1"/>
                </a:solidFill>
                <a:latin typeface="Arial" panose="020B0604020202020204" pitchFamily="34" charset="0"/>
                <a:cs typeface="Arial" panose="020B0604020202020204" pitchFamily="34" charset="0"/>
              </a:rPr>
              <a:t>Cpt4</a:t>
            </a:r>
          </a:p>
          <a:p>
            <a:r>
              <a:rPr lang="de-DE" b="1" dirty="0">
                <a:latin typeface="Arial" panose="020B0604020202020204" pitchFamily="34" charset="0"/>
                <a:cs typeface="Arial" panose="020B0604020202020204" pitchFamily="34" charset="0"/>
              </a:rPr>
              <a:t>Edi</a:t>
            </a:r>
          </a:p>
          <a:p>
            <a:r>
              <a:rPr lang="de-DE" b="1" dirty="0">
                <a:latin typeface="Arial" panose="020B0604020202020204" pitchFamily="34" charset="0"/>
                <a:cs typeface="Arial" panose="020B0604020202020204" pitchFamily="34" charset="0"/>
              </a:rPr>
              <a:t>MeSH</a:t>
            </a:r>
          </a:p>
          <a:p>
            <a:r>
              <a:rPr lang="de-DE" b="1" dirty="0">
                <a:latin typeface="Arial" panose="020B0604020202020204" pitchFamily="34" charset="0"/>
                <a:cs typeface="Arial" panose="020B0604020202020204" pitchFamily="34" charset="0"/>
              </a:rPr>
              <a:t>Read</a:t>
            </a:r>
          </a:p>
          <a:p>
            <a:r>
              <a:rPr lang="de-DE" b="1" dirty="0">
                <a:latin typeface="Arial" panose="020B0604020202020204" pitchFamily="34" charset="0"/>
                <a:cs typeface="Arial" panose="020B0604020202020204" pitchFamily="34" charset="0"/>
              </a:rPr>
              <a:t>SNOMED</a:t>
            </a:r>
          </a:p>
          <a:p>
            <a:endParaRPr lang="en-GB" b="1" dirty="0"/>
          </a:p>
        </p:txBody>
      </p:sp>
      <p:sp>
        <p:nvSpPr>
          <p:cNvPr id="11" name="CuadroTexto 10">
            <a:extLst>
              <a:ext uri="{FF2B5EF4-FFF2-40B4-BE49-F238E27FC236}">
                <a16:creationId xmlns:a16="http://schemas.microsoft.com/office/drawing/2014/main" id="{CAE99F66-3AE7-9735-5DC3-14CEC359CD6E}"/>
              </a:ext>
            </a:extLst>
          </p:cNvPr>
          <p:cNvSpPr txBox="1"/>
          <p:nvPr/>
        </p:nvSpPr>
        <p:spPr>
          <a:xfrm>
            <a:off x="9709532" y="1779724"/>
            <a:ext cx="1498790" cy="1477328"/>
          </a:xfrm>
          <a:prstGeom prst="rect">
            <a:avLst/>
          </a:prstGeom>
          <a:noFill/>
        </p:spPr>
        <p:txBody>
          <a:bodyPr wrap="square">
            <a:spAutoFit/>
          </a:bodyPr>
          <a:lstStyle/>
          <a:p>
            <a:r>
              <a:rPr lang="de-DE" sz="1800" b="1" dirty="0">
                <a:solidFill>
                  <a:schemeClr val="tx1"/>
                </a:solidFill>
                <a:latin typeface="Arial" panose="020B0604020202020204" pitchFamily="34" charset="0"/>
                <a:cs typeface="Arial" panose="020B0604020202020204" pitchFamily="34" charset="0"/>
              </a:rPr>
              <a:t>ICD-9</a:t>
            </a:r>
          </a:p>
          <a:p>
            <a:r>
              <a:rPr lang="de-DE" b="1" dirty="0">
                <a:latin typeface="Arial" panose="020B0604020202020204" pitchFamily="34" charset="0"/>
                <a:cs typeface="Arial" panose="020B0604020202020204" pitchFamily="34" charset="0"/>
              </a:rPr>
              <a:t>ICD-10</a:t>
            </a:r>
          </a:p>
          <a:p>
            <a:r>
              <a:rPr lang="de-DE" b="1" dirty="0">
                <a:latin typeface="Arial" panose="020B0604020202020204" pitchFamily="34" charset="0"/>
                <a:cs typeface="Arial" panose="020B0604020202020204" pitchFamily="34" charset="0"/>
              </a:rPr>
              <a:t>M</a:t>
            </a:r>
            <a:r>
              <a:rPr lang="de-DE" sz="1800" b="1" dirty="0">
                <a:solidFill>
                  <a:schemeClr val="tx1"/>
                </a:solidFill>
                <a:latin typeface="Arial" panose="020B0604020202020204" pitchFamily="34" charset="0"/>
                <a:cs typeface="Arial" panose="020B0604020202020204" pitchFamily="34" charset="0"/>
              </a:rPr>
              <a:t>eSH</a:t>
            </a:r>
          </a:p>
          <a:p>
            <a:r>
              <a:rPr lang="de-DE" b="1" dirty="0">
                <a:latin typeface="Arial" panose="020B0604020202020204" pitchFamily="34" charset="0"/>
                <a:cs typeface="Arial" panose="020B0604020202020204" pitchFamily="34" charset="0"/>
              </a:rPr>
              <a:t>Read</a:t>
            </a:r>
          </a:p>
          <a:p>
            <a:r>
              <a:rPr lang="en-GB" b="1" dirty="0"/>
              <a:t>SNOMED</a:t>
            </a:r>
          </a:p>
        </p:txBody>
      </p:sp>
      <p:sp>
        <p:nvSpPr>
          <p:cNvPr id="14" name="CuadroTexto 13">
            <a:extLst>
              <a:ext uri="{FF2B5EF4-FFF2-40B4-BE49-F238E27FC236}">
                <a16:creationId xmlns:a16="http://schemas.microsoft.com/office/drawing/2014/main" id="{94611BA6-F1DE-453A-BDA3-D08802FF9351}"/>
              </a:ext>
            </a:extLst>
          </p:cNvPr>
          <p:cNvSpPr txBox="1"/>
          <p:nvPr/>
        </p:nvSpPr>
        <p:spPr>
          <a:xfrm>
            <a:off x="5468687" y="4746398"/>
            <a:ext cx="1498790" cy="1477328"/>
          </a:xfrm>
          <a:prstGeom prst="rect">
            <a:avLst/>
          </a:prstGeom>
          <a:noFill/>
        </p:spPr>
        <p:txBody>
          <a:bodyPr wrap="square">
            <a:spAutoFit/>
          </a:bodyPr>
          <a:lstStyle/>
          <a:p>
            <a:r>
              <a:rPr lang="de-DE" sz="1800" b="1" dirty="0">
                <a:solidFill>
                  <a:schemeClr val="tx1"/>
                </a:solidFill>
                <a:latin typeface="Arial" panose="020B0604020202020204" pitchFamily="34" charset="0"/>
                <a:cs typeface="Arial" panose="020B0604020202020204" pitchFamily="34" charset="0"/>
              </a:rPr>
              <a:t>ICD-9</a:t>
            </a:r>
          </a:p>
          <a:p>
            <a:r>
              <a:rPr lang="de-DE" b="1" dirty="0">
                <a:latin typeface="Arial" panose="020B0604020202020204" pitchFamily="34" charset="0"/>
                <a:cs typeface="Arial" panose="020B0604020202020204" pitchFamily="34" charset="0"/>
              </a:rPr>
              <a:t>ICD-10</a:t>
            </a:r>
          </a:p>
          <a:p>
            <a:r>
              <a:rPr lang="de-DE" b="1" dirty="0">
                <a:latin typeface="Arial" panose="020B0604020202020204" pitchFamily="34" charset="0"/>
                <a:cs typeface="Arial" panose="020B0604020202020204" pitchFamily="34" charset="0"/>
              </a:rPr>
              <a:t>M</a:t>
            </a:r>
            <a:r>
              <a:rPr lang="de-DE" sz="1800" b="1" dirty="0">
                <a:solidFill>
                  <a:schemeClr val="tx1"/>
                </a:solidFill>
                <a:latin typeface="Arial" panose="020B0604020202020204" pitchFamily="34" charset="0"/>
                <a:cs typeface="Arial" panose="020B0604020202020204" pitchFamily="34" charset="0"/>
              </a:rPr>
              <a:t>eSH</a:t>
            </a:r>
          </a:p>
          <a:p>
            <a:r>
              <a:rPr lang="de-DE" b="1" dirty="0">
                <a:latin typeface="Arial" panose="020B0604020202020204" pitchFamily="34" charset="0"/>
                <a:cs typeface="Arial" panose="020B0604020202020204" pitchFamily="34" charset="0"/>
              </a:rPr>
              <a:t>Read</a:t>
            </a:r>
          </a:p>
          <a:p>
            <a:r>
              <a:rPr lang="en-GB" b="1" dirty="0"/>
              <a:t>SNOMED</a:t>
            </a:r>
          </a:p>
        </p:txBody>
      </p:sp>
      <p:sp>
        <p:nvSpPr>
          <p:cNvPr id="15" name="CuadroTexto 14">
            <a:extLst>
              <a:ext uri="{FF2B5EF4-FFF2-40B4-BE49-F238E27FC236}">
                <a16:creationId xmlns:a16="http://schemas.microsoft.com/office/drawing/2014/main" id="{7A99AD73-5410-E82B-DCE2-6FD24F719D87}"/>
              </a:ext>
            </a:extLst>
          </p:cNvPr>
          <p:cNvSpPr txBox="1"/>
          <p:nvPr/>
        </p:nvSpPr>
        <p:spPr>
          <a:xfrm>
            <a:off x="9698501" y="4753510"/>
            <a:ext cx="1498790" cy="1477328"/>
          </a:xfrm>
          <a:prstGeom prst="rect">
            <a:avLst/>
          </a:prstGeom>
          <a:noFill/>
        </p:spPr>
        <p:txBody>
          <a:bodyPr wrap="square">
            <a:spAutoFit/>
          </a:bodyPr>
          <a:lstStyle/>
          <a:p>
            <a:r>
              <a:rPr lang="de-DE" sz="1800" b="1" dirty="0">
                <a:solidFill>
                  <a:schemeClr val="tx1"/>
                </a:solidFill>
                <a:latin typeface="Arial" panose="020B0604020202020204" pitchFamily="34" charset="0"/>
                <a:cs typeface="Arial" panose="020B0604020202020204" pitchFamily="34" charset="0"/>
              </a:rPr>
              <a:t>ICD-9</a:t>
            </a:r>
          </a:p>
          <a:p>
            <a:r>
              <a:rPr lang="de-DE" b="1" dirty="0">
                <a:latin typeface="Arial" panose="020B0604020202020204" pitchFamily="34" charset="0"/>
                <a:cs typeface="Arial" panose="020B0604020202020204" pitchFamily="34" charset="0"/>
              </a:rPr>
              <a:t>ICD-10</a:t>
            </a:r>
          </a:p>
          <a:p>
            <a:r>
              <a:rPr lang="de-DE" b="1" dirty="0">
                <a:latin typeface="Arial" panose="020B0604020202020204" pitchFamily="34" charset="0"/>
                <a:cs typeface="Arial" panose="020B0604020202020204" pitchFamily="34" charset="0"/>
              </a:rPr>
              <a:t>M</a:t>
            </a:r>
            <a:r>
              <a:rPr lang="de-DE" sz="1800" b="1" dirty="0">
                <a:solidFill>
                  <a:schemeClr val="tx1"/>
                </a:solidFill>
                <a:latin typeface="Arial" panose="020B0604020202020204" pitchFamily="34" charset="0"/>
                <a:cs typeface="Arial" panose="020B0604020202020204" pitchFamily="34" charset="0"/>
              </a:rPr>
              <a:t>eSH</a:t>
            </a:r>
          </a:p>
          <a:p>
            <a:r>
              <a:rPr lang="de-DE" b="1" dirty="0">
                <a:latin typeface="Arial" panose="020B0604020202020204" pitchFamily="34" charset="0"/>
                <a:cs typeface="Arial" panose="020B0604020202020204" pitchFamily="34" charset="0"/>
              </a:rPr>
              <a:t>Read</a:t>
            </a:r>
          </a:p>
          <a:p>
            <a:r>
              <a:rPr lang="en-GB" b="1" dirty="0"/>
              <a:t>SNOMED</a:t>
            </a:r>
          </a:p>
        </p:txBody>
      </p:sp>
      <p:sp>
        <p:nvSpPr>
          <p:cNvPr id="16" name="CuadroTexto 15">
            <a:extLst>
              <a:ext uri="{FF2B5EF4-FFF2-40B4-BE49-F238E27FC236}">
                <a16:creationId xmlns:a16="http://schemas.microsoft.com/office/drawing/2014/main" id="{C4DFC73A-3403-62F0-6AF2-F0C6EDA542DD}"/>
              </a:ext>
            </a:extLst>
          </p:cNvPr>
          <p:cNvSpPr txBox="1"/>
          <p:nvPr/>
        </p:nvSpPr>
        <p:spPr>
          <a:xfrm>
            <a:off x="1318892" y="4615011"/>
            <a:ext cx="1498790" cy="1477328"/>
          </a:xfrm>
          <a:prstGeom prst="rect">
            <a:avLst/>
          </a:prstGeom>
          <a:noFill/>
        </p:spPr>
        <p:txBody>
          <a:bodyPr wrap="square">
            <a:spAutoFit/>
          </a:bodyPr>
          <a:lstStyle/>
          <a:p>
            <a:r>
              <a:rPr lang="de-DE" sz="1800" b="1" dirty="0">
                <a:solidFill>
                  <a:schemeClr val="tx1"/>
                </a:solidFill>
                <a:latin typeface="Arial" panose="020B0604020202020204" pitchFamily="34" charset="0"/>
                <a:cs typeface="Arial" panose="020B0604020202020204" pitchFamily="34" charset="0"/>
              </a:rPr>
              <a:t>Dm+d</a:t>
            </a:r>
          </a:p>
          <a:p>
            <a:r>
              <a:rPr lang="de-DE" b="1" dirty="0">
                <a:latin typeface="Arial" panose="020B0604020202020204" pitchFamily="34" charset="0"/>
                <a:cs typeface="Arial" panose="020B0604020202020204" pitchFamily="34" charset="0"/>
              </a:rPr>
              <a:t>MeSH</a:t>
            </a:r>
          </a:p>
          <a:p>
            <a:r>
              <a:rPr lang="de-DE" b="1" dirty="0">
                <a:latin typeface="Arial" panose="020B0604020202020204" pitchFamily="34" charset="0"/>
                <a:cs typeface="Arial" panose="020B0604020202020204" pitchFamily="34" charset="0"/>
              </a:rPr>
              <a:t>SNOMED</a:t>
            </a:r>
          </a:p>
          <a:p>
            <a:r>
              <a:rPr lang="de-DE" b="1" dirty="0">
                <a:latin typeface="Arial" panose="020B0604020202020204" pitchFamily="34" charset="0"/>
                <a:cs typeface="Arial" panose="020B0604020202020204" pitchFamily="34" charset="0"/>
              </a:rPr>
              <a:t>ATC</a:t>
            </a:r>
          </a:p>
          <a:p>
            <a:endParaRPr lang="en-GB" b="1" dirty="0"/>
          </a:p>
        </p:txBody>
      </p:sp>
      <p:sp>
        <p:nvSpPr>
          <p:cNvPr id="19" name="Footer Placeholder 4">
            <a:extLst>
              <a:ext uri="{FF2B5EF4-FFF2-40B4-BE49-F238E27FC236}">
                <a16:creationId xmlns:a16="http://schemas.microsoft.com/office/drawing/2014/main" id="{392B24CB-D709-1505-0C77-E8DD07813993}"/>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20" name="Slide Number Placeholder 5">
            <a:extLst>
              <a:ext uri="{FF2B5EF4-FFF2-40B4-BE49-F238E27FC236}">
                <a16:creationId xmlns:a16="http://schemas.microsoft.com/office/drawing/2014/main" id="{A1C9FB6C-3806-4814-77A9-04BD7B7881D8}"/>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63872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757D0-3822-CD08-D976-9517BC35E2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51FB9C-D041-ABDC-9248-1198A56C287D}"/>
              </a:ext>
            </a:extLst>
          </p:cNvPr>
          <p:cNvSpPr>
            <a:spLocks noGrp="1"/>
          </p:cNvSpPr>
          <p:nvPr>
            <p:ph type="title"/>
          </p:nvPr>
        </p:nvSpPr>
        <p:spPr/>
        <p:txBody>
          <a:bodyPr/>
          <a:lstStyle/>
          <a:p>
            <a:r>
              <a:rPr lang="en-US" b="1" dirty="0"/>
              <a:t>AGENDA</a:t>
            </a:r>
          </a:p>
        </p:txBody>
      </p:sp>
      <p:sp>
        <p:nvSpPr>
          <p:cNvPr id="3" name="Content Placeholder 2">
            <a:extLst>
              <a:ext uri="{FF2B5EF4-FFF2-40B4-BE49-F238E27FC236}">
                <a16:creationId xmlns:a16="http://schemas.microsoft.com/office/drawing/2014/main" id="{1E98D40B-D7EF-4410-159A-5E53E9A6B57B}"/>
              </a:ext>
            </a:extLst>
          </p:cNvPr>
          <p:cNvSpPr>
            <a:spLocks noGrp="1"/>
          </p:cNvSpPr>
          <p:nvPr>
            <p:ph idx="1"/>
          </p:nvPr>
        </p:nvSpPr>
        <p:spPr/>
        <p:txBody>
          <a:bodyPr>
            <a:normAutofit/>
          </a:bodyPr>
          <a:lstStyle/>
          <a:p>
            <a:r>
              <a:rPr lang="en-US" sz="3200" dirty="0"/>
              <a:t>Phenotyping in RWD</a:t>
            </a:r>
          </a:p>
          <a:p>
            <a:r>
              <a:rPr lang="en-US" sz="3200" dirty="0"/>
              <a:t>Federated networks and tools</a:t>
            </a:r>
          </a:p>
          <a:p>
            <a:r>
              <a:rPr lang="en-US" sz="3200" dirty="0">
                <a:solidFill>
                  <a:schemeClr val="bg1">
                    <a:lumMod val="65000"/>
                  </a:schemeClr>
                </a:solidFill>
              </a:rPr>
              <a:t>Phenotyping </a:t>
            </a:r>
            <a:r>
              <a:rPr lang="en-US" sz="3200" dirty="0" err="1">
                <a:solidFill>
                  <a:schemeClr val="bg1">
                    <a:lumMod val="65000"/>
                  </a:schemeClr>
                </a:solidFill>
              </a:rPr>
              <a:t>OMOPped</a:t>
            </a:r>
            <a:r>
              <a:rPr lang="en-US" sz="3200" dirty="0">
                <a:solidFill>
                  <a:schemeClr val="bg1">
                    <a:lumMod val="65000"/>
                  </a:schemeClr>
                </a:solidFill>
              </a:rPr>
              <a:t> data</a:t>
            </a:r>
          </a:p>
          <a:p>
            <a:r>
              <a:rPr lang="en-US" sz="3200" dirty="0">
                <a:solidFill>
                  <a:schemeClr val="bg1">
                    <a:lumMod val="65000"/>
                  </a:schemeClr>
                </a:solidFill>
              </a:rPr>
              <a:t>The DARWIN EU® Phenotyping SOP</a:t>
            </a:r>
          </a:p>
          <a:p>
            <a:pPr marL="0" indent="0">
              <a:buNone/>
            </a:pPr>
            <a:endParaRPr lang="en-US" sz="3200" dirty="0"/>
          </a:p>
        </p:txBody>
      </p:sp>
      <p:sp>
        <p:nvSpPr>
          <p:cNvPr id="5" name="Footer Placeholder 4">
            <a:extLst>
              <a:ext uri="{FF2B5EF4-FFF2-40B4-BE49-F238E27FC236}">
                <a16:creationId xmlns:a16="http://schemas.microsoft.com/office/drawing/2014/main" id="{48C77C2A-6813-A2CC-ED7F-9566E2702A03}"/>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6" name="Slide Number Placeholder 5">
            <a:extLst>
              <a:ext uri="{FF2B5EF4-FFF2-40B4-BE49-F238E27FC236}">
                <a16:creationId xmlns:a16="http://schemas.microsoft.com/office/drawing/2014/main" id="{9E9AD3AA-F3D5-7537-9D1A-361AFC7F61B8}"/>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43291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6C7334D-E4F7-A056-110A-AF74528EEBD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7" name="Slide Number Placeholder 5">
            <a:extLst>
              <a:ext uri="{FF2B5EF4-FFF2-40B4-BE49-F238E27FC236}">
                <a16:creationId xmlns:a16="http://schemas.microsoft.com/office/drawing/2014/main" id="{45537E92-A8DE-DB13-0ABA-D0099AD6EEC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2" name="Title 1"/>
          <p:cNvSpPr>
            <a:spLocks noGrp="1"/>
          </p:cNvSpPr>
          <p:nvPr>
            <p:ph type="title" idx="4294967295"/>
          </p:nvPr>
        </p:nvSpPr>
        <p:spPr>
          <a:xfrm>
            <a:off x="267629" y="-155583"/>
            <a:ext cx="10515600" cy="1325563"/>
          </a:xfrm>
        </p:spPr>
        <p:txBody>
          <a:bodyPr/>
          <a:lstStyle/>
          <a:p>
            <a:r>
              <a:rPr lang="en-US" dirty="0">
                <a:latin typeface="Calibri"/>
                <a:cs typeface="Calibri"/>
              </a:rPr>
              <a:t>Federated Analytics</a:t>
            </a:r>
          </a:p>
        </p:txBody>
      </p:sp>
      <p:sp>
        <p:nvSpPr>
          <p:cNvPr id="64" name="Rechthoek: afgeronde hoeken 63">
            <a:extLst>
              <a:ext uri="{FF2B5EF4-FFF2-40B4-BE49-F238E27FC236}">
                <a16:creationId xmlns:a16="http://schemas.microsoft.com/office/drawing/2014/main" id="{EF4BB9A7-E532-4FB0-9BEC-567DD51598A4}"/>
              </a:ext>
            </a:extLst>
          </p:cNvPr>
          <p:cNvSpPr/>
          <p:nvPr/>
        </p:nvSpPr>
        <p:spPr>
          <a:xfrm>
            <a:off x="6564794" y="1031857"/>
            <a:ext cx="5088888" cy="5340247"/>
          </a:xfrm>
          <a:prstGeom prst="roundRect">
            <a:avLst>
              <a:gd name="adj" fmla="val 3097"/>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27" rtl="0" eaLnBrk="1" fontAlgn="auto" latinLnBrk="0" hangingPunct="1">
              <a:lnSpc>
                <a:spcPct val="100000"/>
              </a:lnSpc>
              <a:spcBef>
                <a:spcPts val="0"/>
              </a:spcBef>
              <a:spcAft>
                <a:spcPts val="0"/>
              </a:spcAft>
              <a:buClrTx/>
              <a:buSzTx/>
              <a:buFontTx/>
              <a:buNone/>
              <a:tabLst/>
              <a:defRPr/>
            </a:pPr>
            <a:endParaRPr kumimoji="0" lang="en-GB" sz="30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8" name="Groep 7">
            <a:extLst>
              <a:ext uri="{FF2B5EF4-FFF2-40B4-BE49-F238E27FC236}">
                <a16:creationId xmlns:a16="http://schemas.microsoft.com/office/drawing/2014/main" id="{990EB671-CBF7-48A3-972A-54365E13E635}"/>
              </a:ext>
            </a:extLst>
          </p:cNvPr>
          <p:cNvGrpSpPr/>
          <p:nvPr/>
        </p:nvGrpSpPr>
        <p:grpSpPr>
          <a:xfrm>
            <a:off x="7546369" y="2810495"/>
            <a:ext cx="1656033" cy="1782974"/>
            <a:chOff x="7247452" y="2618042"/>
            <a:chExt cx="1656033" cy="1782974"/>
          </a:xfrm>
        </p:grpSpPr>
        <p:sp>
          <p:nvSpPr>
            <p:cNvPr id="65" name="Rechthoek: afgeronde hoeken 64">
              <a:extLst>
                <a:ext uri="{FF2B5EF4-FFF2-40B4-BE49-F238E27FC236}">
                  <a16:creationId xmlns:a16="http://schemas.microsoft.com/office/drawing/2014/main" id="{CA1FAD04-3D3F-40C4-A60C-0146DA12D209}"/>
                </a:ext>
              </a:extLst>
            </p:cNvPr>
            <p:cNvSpPr/>
            <p:nvPr/>
          </p:nvSpPr>
          <p:spPr>
            <a:xfrm>
              <a:off x="7247452" y="2618042"/>
              <a:ext cx="1651475" cy="1782974"/>
            </a:xfrm>
            <a:prstGeom prst="roundRect">
              <a:avLst>
                <a:gd name="adj" fmla="val 9328"/>
              </a:avLst>
            </a:prstGeom>
            <a:solidFill>
              <a:schemeClr val="accent1">
                <a:lumMod val="40000"/>
                <a:lumOff val="6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27" rtl="0" eaLnBrk="1" fontAlgn="auto" latinLnBrk="0" hangingPunct="1">
                <a:lnSpc>
                  <a:spcPct val="100000"/>
                </a:lnSpc>
                <a:spcBef>
                  <a:spcPts val="0"/>
                </a:spcBef>
                <a:spcAft>
                  <a:spcPts val="0"/>
                </a:spcAft>
                <a:buClrTx/>
                <a:buSzTx/>
                <a:buFontTx/>
                <a:buNone/>
                <a:tabLst/>
                <a:defRPr/>
              </a:pPr>
              <a:endParaRPr kumimoji="0" lang="en-GB" sz="30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0" name="Afbeelding 69" descr="Afbeelding met monitor, zitten, binnen, scherm&#10;&#10;Automatisch gegenereerde beschrijving">
              <a:extLst>
                <a:ext uri="{FF2B5EF4-FFF2-40B4-BE49-F238E27FC236}">
                  <a16:creationId xmlns:a16="http://schemas.microsoft.com/office/drawing/2014/main" id="{889ADC2B-4854-4560-A9B7-666FCCB89F80}"/>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252009" y="2683791"/>
              <a:ext cx="1651476" cy="1651476"/>
            </a:xfrm>
            <a:prstGeom prst="rect">
              <a:avLst/>
            </a:prstGeom>
          </p:spPr>
        </p:pic>
      </p:grpSp>
      <p:sp>
        <p:nvSpPr>
          <p:cNvPr id="86" name="Vrije vorm: vorm 85">
            <a:extLst>
              <a:ext uri="{FF2B5EF4-FFF2-40B4-BE49-F238E27FC236}">
                <a16:creationId xmlns:a16="http://schemas.microsoft.com/office/drawing/2014/main" id="{98A6AD84-5EDD-4C37-8918-416B6D7CA3FB}"/>
              </a:ext>
            </a:extLst>
          </p:cNvPr>
          <p:cNvSpPr/>
          <p:nvPr/>
        </p:nvSpPr>
        <p:spPr>
          <a:xfrm flipH="1">
            <a:off x="6311840" y="1031855"/>
            <a:ext cx="407889" cy="5340248"/>
          </a:xfrm>
          <a:custGeom>
            <a:avLst/>
            <a:gdLst>
              <a:gd name="connsiteX0" fmla="*/ 279068 w 530615"/>
              <a:gd name="connsiteY0" fmla="*/ 0 h 5156102"/>
              <a:gd name="connsiteX1" fmla="*/ 0 w 530615"/>
              <a:gd name="connsiteY1" fmla="*/ 0 h 5156102"/>
              <a:gd name="connsiteX2" fmla="*/ 0 w 530615"/>
              <a:gd name="connsiteY2" fmla="*/ 5156101 h 5156102"/>
              <a:gd name="connsiteX3" fmla="*/ 225877 w 530615"/>
              <a:gd name="connsiteY3" fmla="*/ 5156101 h 5156102"/>
              <a:gd name="connsiteX4" fmla="*/ 225882 w 530615"/>
              <a:gd name="connsiteY4" fmla="*/ 5156102 h 5156102"/>
              <a:gd name="connsiteX5" fmla="*/ 316848 w 530615"/>
              <a:gd name="connsiteY5" fmla="*/ 5156102 h 5156102"/>
              <a:gd name="connsiteX6" fmla="*/ 530615 w 530615"/>
              <a:gd name="connsiteY6" fmla="*/ 4942335 h 5156102"/>
              <a:gd name="connsiteX7" fmla="*/ 530615 w 530615"/>
              <a:gd name="connsiteY7" fmla="*/ 213768 h 5156102"/>
              <a:gd name="connsiteX8" fmla="*/ 316848 w 530615"/>
              <a:gd name="connsiteY8" fmla="*/ 1 h 5156102"/>
              <a:gd name="connsiteX9" fmla="*/ 279068 w 530615"/>
              <a:gd name="connsiteY9" fmla="*/ 1 h 5156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0615" h="5156102">
                <a:moveTo>
                  <a:pt x="279068" y="0"/>
                </a:moveTo>
                <a:lnTo>
                  <a:pt x="0" y="0"/>
                </a:lnTo>
                <a:lnTo>
                  <a:pt x="0" y="5156101"/>
                </a:lnTo>
                <a:lnTo>
                  <a:pt x="225877" y="5156101"/>
                </a:lnTo>
                <a:lnTo>
                  <a:pt x="225882" y="5156102"/>
                </a:lnTo>
                <a:lnTo>
                  <a:pt x="316848" y="5156102"/>
                </a:lnTo>
                <a:cubicBezTo>
                  <a:pt x="434908" y="5156102"/>
                  <a:pt x="530615" y="5060395"/>
                  <a:pt x="530615" y="4942335"/>
                </a:cubicBezTo>
                <a:lnTo>
                  <a:pt x="530615" y="213768"/>
                </a:lnTo>
                <a:cubicBezTo>
                  <a:pt x="530615" y="95708"/>
                  <a:pt x="434908" y="1"/>
                  <a:pt x="316848" y="1"/>
                </a:cubicBezTo>
                <a:lnTo>
                  <a:pt x="279068" y="1"/>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327" rtl="0" eaLnBrk="1" fontAlgn="auto" latinLnBrk="0" hangingPunct="1">
              <a:lnSpc>
                <a:spcPct val="100000"/>
              </a:lnSpc>
              <a:spcBef>
                <a:spcPts val="0"/>
              </a:spcBef>
              <a:spcAft>
                <a:spcPts val="0"/>
              </a:spcAft>
              <a:buClrTx/>
              <a:buSzTx/>
              <a:buFontTx/>
              <a:buNone/>
              <a:tabLst/>
              <a:defRPr/>
            </a:pPr>
            <a:endParaRPr kumimoji="0" lang="en-GB" sz="2400" b="1" i="0" u="none" strike="noStrike" kern="1200" cap="none" spc="0" normalizeH="0" baseline="0" noProof="0">
              <a:ln>
                <a:noFill/>
              </a:ln>
              <a:solidFill>
                <a:srgbClr val="ECA421"/>
              </a:solidFill>
              <a:effectLst/>
              <a:uLnTx/>
              <a:uFillTx/>
              <a:latin typeface="Calibri" panose="020F0502020204030204"/>
              <a:ea typeface="+mn-ea"/>
              <a:cs typeface="+mn-cs"/>
            </a:endParaRPr>
          </a:p>
        </p:txBody>
      </p:sp>
      <p:sp>
        <p:nvSpPr>
          <p:cNvPr id="93" name="Rechthoek: afgeronde hoeken 92">
            <a:extLst>
              <a:ext uri="{FF2B5EF4-FFF2-40B4-BE49-F238E27FC236}">
                <a16:creationId xmlns:a16="http://schemas.microsoft.com/office/drawing/2014/main" id="{6DA040EE-79C7-4A7A-94C2-AEFE8F807FC3}"/>
              </a:ext>
            </a:extLst>
          </p:cNvPr>
          <p:cNvSpPr/>
          <p:nvPr/>
        </p:nvSpPr>
        <p:spPr>
          <a:xfrm>
            <a:off x="7790967" y="5025429"/>
            <a:ext cx="1165330" cy="1163526"/>
          </a:xfrm>
          <a:prstGeom prst="roundRect">
            <a:avLst>
              <a:gd name="adj" fmla="val 9328"/>
            </a:avLst>
          </a:prstGeom>
          <a:solidFill>
            <a:srgbClr val="BBE9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27" rtl="0" eaLnBrk="1" fontAlgn="auto" latinLnBrk="0" hangingPunct="1">
              <a:lnSpc>
                <a:spcPct val="100000"/>
              </a:lnSpc>
              <a:spcBef>
                <a:spcPts val="0"/>
              </a:spcBef>
              <a:spcAft>
                <a:spcPts val="0"/>
              </a:spcAft>
              <a:buClrTx/>
              <a:buSzTx/>
              <a:buFontTx/>
              <a:buNone/>
              <a:tabLst/>
              <a:defRPr/>
            </a:pPr>
            <a:endParaRPr kumimoji="0" lang="en-GB" sz="30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5" name="Groep 114">
            <a:extLst>
              <a:ext uri="{FF2B5EF4-FFF2-40B4-BE49-F238E27FC236}">
                <a16:creationId xmlns:a16="http://schemas.microsoft.com/office/drawing/2014/main" id="{0E547268-DAEA-42EB-97C9-2223827E32F7}"/>
              </a:ext>
            </a:extLst>
          </p:cNvPr>
          <p:cNvGrpSpPr/>
          <p:nvPr/>
        </p:nvGrpSpPr>
        <p:grpSpPr>
          <a:xfrm>
            <a:off x="4050041" y="5533505"/>
            <a:ext cx="2263294" cy="350112"/>
            <a:chOff x="3604466" y="5321519"/>
            <a:chExt cx="2263294" cy="350112"/>
          </a:xfrm>
        </p:grpSpPr>
        <p:cxnSp>
          <p:nvCxnSpPr>
            <p:cNvPr id="67" name="Rechte verbindingslijn met pijl 66">
              <a:extLst>
                <a:ext uri="{FF2B5EF4-FFF2-40B4-BE49-F238E27FC236}">
                  <a16:creationId xmlns:a16="http://schemas.microsoft.com/office/drawing/2014/main" id="{79BCE7B4-53CF-4098-A444-2C233EC7A4FA}"/>
                </a:ext>
              </a:extLst>
            </p:cNvPr>
            <p:cNvCxnSpPr>
              <a:cxnSpLocks/>
            </p:cNvCxnSpPr>
            <p:nvPr/>
          </p:nvCxnSpPr>
          <p:spPr>
            <a:xfrm>
              <a:off x="3612706" y="5321519"/>
              <a:ext cx="2255054" cy="0"/>
            </a:xfrm>
            <a:prstGeom prst="straightConnector1">
              <a:avLst/>
            </a:prstGeom>
            <a:ln w="57150">
              <a:solidFill>
                <a:schemeClr val="accent3"/>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4" name="Rechte verbindingslijn met pijl 113">
              <a:extLst>
                <a:ext uri="{FF2B5EF4-FFF2-40B4-BE49-F238E27FC236}">
                  <a16:creationId xmlns:a16="http://schemas.microsoft.com/office/drawing/2014/main" id="{3460218D-9CFE-4962-A9C8-F30A179425FE}"/>
                </a:ext>
              </a:extLst>
            </p:cNvPr>
            <p:cNvCxnSpPr>
              <a:cxnSpLocks/>
            </p:cNvCxnSpPr>
            <p:nvPr/>
          </p:nvCxnSpPr>
          <p:spPr>
            <a:xfrm>
              <a:off x="3604466" y="5671631"/>
              <a:ext cx="2255054" cy="0"/>
            </a:xfrm>
            <a:prstGeom prst="straightConnector1">
              <a:avLst/>
            </a:prstGeom>
            <a:ln w="57150">
              <a:solidFill>
                <a:schemeClr val="accent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117" name="Rechte verbindingslijn met pijl 116">
            <a:extLst>
              <a:ext uri="{FF2B5EF4-FFF2-40B4-BE49-F238E27FC236}">
                <a16:creationId xmlns:a16="http://schemas.microsoft.com/office/drawing/2014/main" id="{C4B9429B-C7B9-49DA-A180-9F401380B348}"/>
              </a:ext>
            </a:extLst>
          </p:cNvPr>
          <p:cNvCxnSpPr>
            <a:cxnSpLocks/>
          </p:cNvCxnSpPr>
          <p:nvPr/>
        </p:nvCxnSpPr>
        <p:spPr>
          <a:xfrm>
            <a:off x="4050041" y="3597651"/>
            <a:ext cx="2255054" cy="0"/>
          </a:xfrm>
          <a:prstGeom prst="straightConnector1">
            <a:avLst/>
          </a:prstGeom>
          <a:ln w="57150">
            <a:solidFill>
              <a:schemeClr val="accent3"/>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8" name="Rechte verbindingslijn met pijl 117">
            <a:extLst>
              <a:ext uri="{FF2B5EF4-FFF2-40B4-BE49-F238E27FC236}">
                <a16:creationId xmlns:a16="http://schemas.microsoft.com/office/drawing/2014/main" id="{14B064F0-C0B0-4EC7-90FC-CA4BCFF949DC}"/>
              </a:ext>
            </a:extLst>
          </p:cNvPr>
          <p:cNvCxnSpPr>
            <a:cxnSpLocks/>
          </p:cNvCxnSpPr>
          <p:nvPr/>
        </p:nvCxnSpPr>
        <p:spPr>
          <a:xfrm>
            <a:off x="4041801" y="3947763"/>
            <a:ext cx="2255054" cy="0"/>
          </a:xfrm>
          <a:prstGeom prst="straightConnector1">
            <a:avLst/>
          </a:prstGeom>
          <a:ln w="57150">
            <a:solidFill>
              <a:schemeClr val="accent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19" name="Groep 118">
            <a:extLst>
              <a:ext uri="{FF2B5EF4-FFF2-40B4-BE49-F238E27FC236}">
                <a16:creationId xmlns:a16="http://schemas.microsoft.com/office/drawing/2014/main" id="{3BE873A8-4656-4242-98BC-DCE207EA8EE1}"/>
              </a:ext>
            </a:extLst>
          </p:cNvPr>
          <p:cNvGrpSpPr/>
          <p:nvPr/>
        </p:nvGrpSpPr>
        <p:grpSpPr>
          <a:xfrm>
            <a:off x="4051856" y="1674909"/>
            <a:ext cx="2263294" cy="350112"/>
            <a:chOff x="3604466" y="5321519"/>
            <a:chExt cx="2263294" cy="350112"/>
          </a:xfrm>
        </p:grpSpPr>
        <p:cxnSp>
          <p:nvCxnSpPr>
            <p:cNvPr id="120" name="Rechte verbindingslijn met pijl 119">
              <a:extLst>
                <a:ext uri="{FF2B5EF4-FFF2-40B4-BE49-F238E27FC236}">
                  <a16:creationId xmlns:a16="http://schemas.microsoft.com/office/drawing/2014/main" id="{31C10246-DF6B-4AD5-BC27-24143975F822}"/>
                </a:ext>
              </a:extLst>
            </p:cNvPr>
            <p:cNvCxnSpPr>
              <a:cxnSpLocks/>
            </p:cNvCxnSpPr>
            <p:nvPr/>
          </p:nvCxnSpPr>
          <p:spPr>
            <a:xfrm>
              <a:off x="3612706" y="5321519"/>
              <a:ext cx="2255054" cy="0"/>
            </a:xfrm>
            <a:prstGeom prst="straightConnector1">
              <a:avLst/>
            </a:prstGeom>
            <a:ln w="57150">
              <a:solidFill>
                <a:schemeClr val="accent3"/>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1" name="Rechte verbindingslijn met pijl 120">
              <a:extLst>
                <a:ext uri="{FF2B5EF4-FFF2-40B4-BE49-F238E27FC236}">
                  <a16:creationId xmlns:a16="http://schemas.microsoft.com/office/drawing/2014/main" id="{489BE706-7D01-497B-849C-46E4E4C321CF}"/>
                </a:ext>
              </a:extLst>
            </p:cNvPr>
            <p:cNvCxnSpPr>
              <a:cxnSpLocks/>
            </p:cNvCxnSpPr>
            <p:nvPr/>
          </p:nvCxnSpPr>
          <p:spPr>
            <a:xfrm>
              <a:off x="3604466" y="5671631"/>
              <a:ext cx="2255054" cy="0"/>
            </a:xfrm>
            <a:prstGeom prst="straightConnector1">
              <a:avLst/>
            </a:prstGeom>
            <a:ln w="57150">
              <a:solidFill>
                <a:schemeClr val="accent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123" name="Rechte verbindingslijn met pijl 122">
            <a:extLst>
              <a:ext uri="{FF2B5EF4-FFF2-40B4-BE49-F238E27FC236}">
                <a16:creationId xmlns:a16="http://schemas.microsoft.com/office/drawing/2014/main" id="{946DCFBB-394E-4C65-8644-B494F0A53B1A}"/>
              </a:ext>
            </a:extLst>
          </p:cNvPr>
          <p:cNvCxnSpPr>
            <a:cxnSpLocks/>
          </p:cNvCxnSpPr>
          <p:nvPr/>
        </p:nvCxnSpPr>
        <p:spPr>
          <a:xfrm>
            <a:off x="6722757" y="3397288"/>
            <a:ext cx="828171" cy="0"/>
          </a:xfrm>
          <a:prstGeom prst="straightConnector1">
            <a:avLst/>
          </a:prstGeom>
          <a:ln w="127000">
            <a:solidFill>
              <a:schemeClr val="accent3"/>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4" name="Rechte verbindingslijn met pijl 123">
            <a:extLst>
              <a:ext uri="{FF2B5EF4-FFF2-40B4-BE49-F238E27FC236}">
                <a16:creationId xmlns:a16="http://schemas.microsoft.com/office/drawing/2014/main" id="{6B541E95-81F1-409A-BA9E-BFF2423C85B7}"/>
              </a:ext>
            </a:extLst>
          </p:cNvPr>
          <p:cNvCxnSpPr>
            <a:cxnSpLocks/>
          </p:cNvCxnSpPr>
          <p:nvPr/>
        </p:nvCxnSpPr>
        <p:spPr>
          <a:xfrm>
            <a:off x="6719731" y="3990469"/>
            <a:ext cx="828171" cy="0"/>
          </a:xfrm>
          <a:prstGeom prst="straightConnector1">
            <a:avLst/>
          </a:prstGeom>
          <a:ln w="127000">
            <a:solidFill>
              <a:schemeClr val="accent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8" name="TextBox 15">
            <a:extLst>
              <a:ext uri="{FF2B5EF4-FFF2-40B4-BE49-F238E27FC236}">
                <a16:creationId xmlns:a16="http://schemas.microsoft.com/office/drawing/2014/main" id="{4EBAEB42-05B9-4377-A001-67E828651947}"/>
              </a:ext>
            </a:extLst>
          </p:cNvPr>
          <p:cNvSpPr txBox="1"/>
          <p:nvPr/>
        </p:nvSpPr>
        <p:spPr>
          <a:xfrm>
            <a:off x="4382224" y="3204389"/>
            <a:ext cx="1571949" cy="338554"/>
          </a:xfrm>
          <a:prstGeom prst="rect">
            <a:avLst/>
          </a:prstGeom>
          <a:noFill/>
          <a:ln>
            <a:noFill/>
          </a:ln>
        </p:spPr>
        <p:txBody>
          <a:bodyPr wrap="square" rtlCol="0">
            <a:spAutoFit/>
          </a:bodyPr>
          <a:lstStyle/>
          <a:p>
            <a:pPr marL="0" marR="0" lvl="0" indent="0" algn="ctr" defTabSz="91432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A5A5A5"/>
                </a:solidFill>
                <a:effectLst/>
                <a:uLnTx/>
                <a:uFillTx/>
                <a:latin typeface="Calibri" panose="020F0502020204030204"/>
                <a:ea typeface="+mn-ea"/>
                <a:cs typeface="+mn-cs"/>
              </a:rPr>
              <a:t>Analysis query</a:t>
            </a:r>
          </a:p>
        </p:txBody>
      </p:sp>
      <p:sp>
        <p:nvSpPr>
          <p:cNvPr id="134" name="TextBox 15">
            <a:extLst>
              <a:ext uri="{FF2B5EF4-FFF2-40B4-BE49-F238E27FC236}">
                <a16:creationId xmlns:a16="http://schemas.microsoft.com/office/drawing/2014/main" id="{057FA105-581C-49C7-9417-178C5344C681}"/>
              </a:ext>
            </a:extLst>
          </p:cNvPr>
          <p:cNvSpPr txBox="1"/>
          <p:nvPr/>
        </p:nvSpPr>
        <p:spPr>
          <a:xfrm>
            <a:off x="4278357" y="4011884"/>
            <a:ext cx="1799747" cy="338554"/>
          </a:xfrm>
          <a:prstGeom prst="rect">
            <a:avLst/>
          </a:prstGeom>
          <a:noFill/>
          <a:ln>
            <a:noFill/>
          </a:ln>
        </p:spPr>
        <p:txBody>
          <a:bodyPr wrap="square" rtlCol="0">
            <a:spAutoFit/>
          </a:bodyPr>
          <a:lstStyle/>
          <a:p>
            <a:pPr marL="0" marR="0" lvl="0" indent="0" algn="ctr" defTabSz="91432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70AD47"/>
                </a:solidFill>
                <a:effectLst/>
                <a:uLnTx/>
                <a:uFillTx/>
                <a:latin typeface="Calibri" panose="020F0502020204030204"/>
                <a:ea typeface="+mn-ea"/>
                <a:cs typeface="+mn-cs"/>
              </a:rPr>
              <a:t>Aggregated results</a:t>
            </a:r>
          </a:p>
        </p:txBody>
      </p:sp>
      <p:sp>
        <p:nvSpPr>
          <p:cNvPr id="185" name="Rechthoek: afgeronde hoeken 184">
            <a:extLst>
              <a:ext uri="{FF2B5EF4-FFF2-40B4-BE49-F238E27FC236}">
                <a16:creationId xmlns:a16="http://schemas.microsoft.com/office/drawing/2014/main" id="{B8B8B54E-113E-451C-8BD3-0E598908052F}"/>
              </a:ext>
            </a:extLst>
          </p:cNvPr>
          <p:cNvSpPr/>
          <p:nvPr/>
        </p:nvSpPr>
        <p:spPr>
          <a:xfrm>
            <a:off x="538320" y="2810495"/>
            <a:ext cx="3308279" cy="1695249"/>
          </a:xfrm>
          <a:prstGeom prst="roundRect">
            <a:avLst>
              <a:gd name="adj" fmla="val 6541"/>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327" rtl="0" eaLnBrk="1" fontAlgn="auto" latinLnBrk="0" hangingPunct="1">
              <a:lnSpc>
                <a:spcPct val="100000"/>
              </a:lnSpc>
              <a:spcBef>
                <a:spcPts val="0"/>
              </a:spcBef>
              <a:spcAft>
                <a:spcPts val="0"/>
              </a:spcAft>
              <a:buClrTx/>
              <a:buSzTx/>
              <a:buFontTx/>
              <a:buNone/>
              <a:tabLst/>
              <a:defRPr/>
            </a:pPr>
            <a:endParaRPr kumimoji="0" lang="en-GB" sz="3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5" name="Rechthoek: afgeronde hoeken 174">
            <a:extLst>
              <a:ext uri="{FF2B5EF4-FFF2-40B4-BE49-F238E27FC236}">
                <a16:creationId xmlns:a16="http://schemas.microsoft.com/office/drawing/2014/main" id="{F1FAEEA0-F2C0-4713-944C-8EDDA5651824}"/>
              </a:ext>
            </a:extLst>
          </p:cNvPr>
          <p:cNvSpPr/>
          <p:nvPr/>
        </p:nvSpPr>
        <p:spPr>
          <a:xfrm>
            <a:off x="701088" y="3120662"/>
            <a:ext cx="2781798" cy="1252980"/>
          </a:xfrm>
          <a:prstGeom prst="roundRect">
            <a:avLst>
              <a:gd name="adj" fmla="val 9328"/>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27" rtl="0" eaLnBrk="1" fontAlgn="auto" latinLnBrk="0" hangingPunct="1">
              <a:lnSpc>
                <a:spcPct val="100000"/>
              </a:lnSpc>
              <a:spcBef>
                <a:spcPts val="0"/>
              </a:spcBef>
              <a:spcAft>
                <a:spcPts val="0"/>
              </a:spcAft>
              <a:buClrTx/>
              <a:buSzTx/>
              <a:buFontTx/>
              <a:buNone/>
              <a:tabLst/>
              <a:defRPr/>
            </a:pPr>
            <a:endParaRPr kumimoji="0" lang="en-GB" sz="30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 name="TextBox 15">
            <a:extLst>
              <a:ext uri="{FF2B5EF4-FFF2-40B4-BE49-F238E27FC236}">
                <a16:creationId xmlns:a16="http://schemas.microsoft.com/office/drawing/2014/main" id="{FD4CABFC-1789-4CF6-A929-26452AAD0138}"/>
              </a:ext>
            </a:extLst>
          </p:cNvPr>
          <p:cNvSpPr txBox="1"/>
          <p:nvPr/>
        </p:nvSpPr>
        <p:spPr>
          <a:xfrm>
            <a:off x="681848" y="3209693"/>
            <a:ext cx="586255" cy="1107996"/>
          </a:xfrm>
          <a:prstGeom prst="rect">
            <a:avLst/>
          </a:prstGeom>
          <a:noFill/>
          <a:ln>
            <a:noFill/>
          </a:ln>
        </p:spPr>
        <p:txBody>
          <a:bodyPr wrap="square" rtlCol="0">
            <a:spAutoFit/>
          </a:bodyPr>
          <a:lstStyle/>
          <a:p>
            <a:pPr marL="0" marR="0" lvl="0" indent="0" algn="r" defTabSz="914327"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lumMod val="50000"/>
                  </a:prstClr>
                </a:solidFill>
                <a:effectLst/>
                <a:uLnTx/>
                <a:uFillTx/>
                <a:latin typeface="Calibri" panose="020F0502020204030204"/>
                <a:ea typeface="+mn-ea"/>
                <a:cs typeface="+mn-cs"/>
              </a:rPr>
              <a:t>EMR</a:t>
            </a:r>
          </a:p>
          <a:p>
            <a:pPr marL="0" marR="0" lvl="0" indent="0" algn="r" defTabSz="914327"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lumMod val="50000"/>
                  </a:prstClr>
                </a:solidFill>
                <a:effectLst/>
                <a:uLnTx/>
                <a:uFillTx/>
                <a:latin typeface="Calibri" panose="020F0502020204030204"/>
                <a:ea typeface="+mn-ea"/>
                <a:cs typeface="+mn-cs"/>
              </a:rPr>
              <a:t>LIMS</a:t>
            </a:r>
          </a:p>
          <a:p>
            <a:pPr marL="0" marR="0" lvl="0" indent="0" algn="r" defTabSz="914327"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lumMod val="50000"/>
                  </a:prstClr>
                </a:solidFill>
                <a:effectLst/>
                <a:uLnTx/>
                <a:uFillTx/>
                <a:latin typeface="Calibri" panose="020F0502020204030204"/>
                <a:ea typeface="+mn-ea"/>
                <a:cs typeface="+mn-cs"/>
              </a:rPr>
              <a:t>Rx</a:t>
            </a:r>
          </a:p>
          <a:p>
            <a:pPr marL="0" marR="0" lvl="0" indent="0" algn="r" defTabSz="914327"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lumMod val="50000"/>
                  </a:prstClr>
                </a:solidFill>
                <a:effectLst/>
                <a:uLnTx/>
                <a:uFillTx/>
                <a:latin typeface="Calibri" panose="020F0502020204030204"/>
                <a:ea typeface="+mn-ea"/>
                <a:cs typeface="+mn-cs"/>
              </a:rPr>
              <a:t>Dx</a:t>
            </a:r>
          </a:p>
          <a:p>
            <a:pPr marL="0" marR="0" lvl="0" indent="0" algn="r" defTabSz="914327"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lumMod val="50000"/>
                  </a:prstClr>
                </a:solidFill>
                <a:effectLst/>
                <a:uLnTx/>
                <a:uFillTx/>
                <a:latin typeface="Calibri" panose="020F0502020204030204"/>
                <a:ea typeface="+mn-ea"/>
                <a:cs typeface="+mn-cs"/>
              </a:rPr>
              <a:t>Admin</a:t>
            </a:r>
          </a:p>
          <a:p>
            <a:pPr marL="0" marR="0" lvl="0" indent="0" algn="r" defTabSz="914327"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lumMod val="50000"/>
                  </a:prstClr>
                </a:solidFill>
                <a:effectLst/>
                <a:uLnTx/>
                <a:uFillTx/>
                <a:latin typeface="Calibri" panose="020F0502020204030204"/>
                <a:ea typeface="+mn-ea"/>
                <a:cs typeface="+mn-cs"/>
              </a:rPr>
              <a:t>…</a:t>
            </a:r>
          </a:p>
        </p:txBody>
      </p:sp>
      <p:sp>
        <p:nvSpPr>
          <p:cNvPr id="177" name="Vrije vorm: vorm 176">
            <a:extLst>
              <a:ext uri="{FF2B5EF4-FFF2-40B4-BE49-F238E27FC236}">
                <a16:creationId xmlns:a16="http://schemas.microsoft.com/office/drawing/2014/main" id="{9FB76CBD-AD24-475C-8A7A-6A9692F898E9}"/>
              </a:ext>
            </a:extLst>
          </p:cNvPr>
          <p:cNvSpPr/>
          <p:nvPr/>
        </p:nvSpPr>
        <p:spPr>
          <a:xfrm>
            <a:off x="3216657" y="3120661"/>
            <a:ext cx="882867" cy="1252980"/>
          </a:xfrm>
          <a:custGeom>
            <a:avLst/>
            <a:gdLst>
              <a:gd name="connsiteX0" fmla="*/ 0 w 616640"/>
              <a:gd name="connsiteY0" fmla="*/ 0 h 1440000"/>
              <a:gd name="connsiteX1" fmla="*/ 98400 w 616640"/>
              <a:gd name="connsiteY1" fmla="*/ 0 h 1440000"/>
              <a:gd name="connsiteX2" fmla="*/ 379103 w 616640"/>
              <a:gd name="connsiteY2" fmla="*/ 0 h 1440000"/>
              <a:gd name="connsiteX3" fmla="*/ 563325 w 616640"/>
              <a:gd name="connsiteY3" fmla="*/ 0 h 1440000"/>
              <a:gd name="connsiteX4" fmla="*/ 616640 w 616640"/>
              <a:gd name="connsiteY4" fmla="*/ 53315 h 1440000"/>
              <a:gd name="connsiteX5" fmla="*/ 616640 w 616640"/>
              <a:gd name="connsiteY5" fmla="*/ 1386685 h 1440000"/>
              <a:gd name="connsiteX6" fmla="*/ 563325 w 616640"/>
              <a:gd name="connsiteY6" fmla="*/ 1440000 h 1440000"/>
              <a:gd name="connsiteX7" fmla="*/ 379103 w 616640"/>
              <a:gd name="connsiteY7" fmla="*/ 1440000 h 1440000"/>
              <a:gd name="connsiteX8" fmla="*/ 98400 w 616640"/>
              <a:gd name="connsiteY8" fmla="*/ 1440000 h 1440000"/>
              <a:gd name="connsiteX9" fmla="*/ 0 w 616640"/>
              <a:gd name="connsiteY9" fmla="*/ 1440000 h 14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6640" h="1440000">
                <a:moveTo>
                  <a:pt x="0" y="0"/>
                </a:moveTo>
                <a:lnTo>
                  <a:pt x="98400" y="0"/>
                </a:lnTo>
                <a:lnTo>
                  <a:pt x="379103" y="0"/>
                </a:lnTo>
                <a:lnTo>
                  <a:pt x="563325" y="0"/>
                </a:lnTo>
                <a:cubicBezTo>
                  <a:pt x="592770" y="0"/>
                  <a:pt x="616640" y="23870"/>
                  <a:pt x="616640" y="53315"/>
                </a:cubicBezTo>
                <a:lnTo>
                  <a:pt x="616640" y="1386685"/>
                </a:lnTo>
                <a:cubicBezTo>
                  <a:pt x="616640" y="1416130"/>
                  <a:pt x="592770" y="1440000"/>
                  <a:pt x="563325" y="1440000"/>
                </a:cubicBezTo>
                <a:lnTo>
                  <a:pt x="379103" y="1440000"/>
                </a:lnTo>
                <a:lnTo>
                  <a:pt x="98400" y="1440000"/>
                </a:lnTo>
                <a:lnTo>
                  <a:pt x="0" y="144000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327" rtl="0" eaLnBrk="1" fontAlgn="auto" latinLnBrk="0" hangingPunct="1">
              <a:lnSpc>
                <a:spcPct val="100000"/>
              </a:lnSpc>
              <a:spcBef>
                <a:spcPts val="0"/>
              </a:spcBef>
              <a:spcAft>
                <a:spcPts val="0"/>
              </a:spcAft>
              <a:buClrTx/>
              <a:buSzTx/>
              <a:buFontTx/>
              <a:buNone/>
              <a:tabLst/>
              <a:defRPr/>
            </a:pPr>
            <a:endParaRPr kumimoji="0" lang="en-GB" sz="30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78" name="Afbeelding 177" descr="Afbeelding met object&#10;&#10;Automatisch gegenereerde beschrijving">
            <a:extLst>
              <a:ext uri="{FF2B5EF4-FFF2-40B4-BE49-F238E27FC236}">
                <a16:creationId xmlns:a16="http://schemas.microsoft.com/office/drawing/2014/main" id="{3993FDE7-3919-44E8-ABBE-33724CD0987D}"/>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629482" y="3545328"/>
            <a:ext cx="868992" cy="868990"/>
          </a:xfrm>
          <a:prstGeom prst="rect">
            <a:avLst/>
          </a:prstGeom>
        </p:spPr>
      </p:pic>
      <p:sp>
        <p:nvSpPr>
          <p:cNvPr id="181" name="TextBox 15">
            <a:extLst>
              <a:ext uri="{FF2B5EF4-FFF2-40B4-BE49-F238E27FC236}">
                <a16:creationId xmlns:a16="http://schemas.microsoft.com/office/drawing/2014/main" id="{D6EF7BFB-7F4D-4BE6-BE0A-E40487AB276A}"/>
              </a:ext>
            </a:extLst>
          </p:cNvPr>
          <p:cNvSpPr txBox="1"/>
          <p:nvPr/>
        </p:nvSpPr>
        <p:spPr>
          <a:xfrm>
            <a:off x="1537890" y="3178292"/>
            <a:ext cx="1109620" cy="523220"/>
          </a:xfrm>
          <a:prstGeom prst="rect">
            <a:avLst/>
          </a:prstGeom>
          <a:noFill/>
          <a:ln>
            <a:noFill/>
          </a:ln>
        </p:spPr>
        <p:txBody>
          <a:bodyPr wrap="square" rtlCol="0">
            <a:spAutoFit/>
          </a:bodyPr>
          <a:lstStyle/>
          <a:p>
            <a:pPr marL="0" marR="0" lvl="0" indent="0" algn="ctr" defTabSz="91432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4546A"/>
                </a:solidFill>
                <a:effectLst/>
                <a:uLnTx/>
                <a:uFillTx/>
                <a:latin typeface="Calibri" panose="020F0502020204030204"/>
                <a:ea typeface="+mn-ea"/>
                <a:cs typeface="+mn-cs"/>
              </a:rPr>
              <a:t>Local</a:t>
            </a:r>
          </a:p>
          <a:p>
            <a:pPr marL="0" marR="0" lvl="0" indent="0" algn="ctr" defTabSz="91432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4546A"/>
                </a:solidFill>
                <a:effectLst/>
                <a:uLnTx/>
                <a:uFillTx/>
                <a:latin typeface="Calibri" panose="020F0502020204030204"/>
                <a:ea typeface="+mn-ea"/>
                <a:cs typeface="+mn-cs"/>
              </a:rPr>
              <a:t>Database </a:t>
            </a:r>
          </a:p>
        </p:txBody>
      </p:sp>
      <p:cxnSp>
        <p:nvCxnSpPr>
          <p:cNvPr id="184" name="Rechte verbindingslijn met pijl 183">
            <a:extLst>
              <a:ext uri="{FF2B5EF4-FFF2-40B4-BE49-F238E27FC236}">
                <a16:creationId xmlns:a16="http://schemas.microsoft.com/office/drawing/2014/main" id="{340A74D8-3187-4E6A-BA79-DC10CEC826B6}"/>
              </a:ext>
            </a:extLst>
          </p:cNvPr>
          <p:cNvCxnSpPr>
            <a:cxnSpLocks/>
          </p:cNvCxnSpPr>
          <p:nvPr/>
        </p:nvCxnSpPr>
        <p:spPr>
          <a:xfrm>
            <a:off x="1301916" y="3958374"/>
            <a:ext cx="407802" cy="0"/>
          </a:xfrm>
          <a:prstGeom prst="straightConnector1">
            <a:avLst/>
          </a:prstGeom>
          <a:ln w="57150">
            <a:solidFill>
              <a:schemeClr val="bg1">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8" name="Rechthoek 197">
            <a:extLst>
              <a:ext uri="{FF2B5EF4-FFF2-40B4-BE49-F238E27FC236}">
                <a16:creationId xmlns:a16="http://schemas.microsoft.com/office/drawing/2014/main" id="{FA3518B9-8653-4B89-93A1-B65A73FE3C97}"/>
              </a:ext>
            </a:extLst>
          </p:cNvPr>
          <p:cNvSpPr/>
          <p:nvPr/>
        </p:nvSpPr>
        <p:spPr>
          <a:xfrm>
            <a:off x="2581935" y="3120660"/>
            <a:ext cx="1155472" cy="125297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27" rtl="0" eaLnBrk="1" fontAlgn="auto" latinLnBrk="0" hangingPunct="1">
              <a:lnSpc>
                <a:spcPct val="100000"/>
              </a:lnSpc>
              <a:spcBef>
                <a:spcPts val="0"/>
              </a:spcBef>
              <a:spcAft>
                <a:spcPts val="0"/>
              </a:spcAft>
              <a:buClrTx/>
              <a:buSzTx/>
              <a:buFontTx/>
              <a:buNone/>
              <a:tabLst/>
              <a:defRPr/>
            </a:pPr>
            <a:endParaRPr kumimoji="0" lang="en-GB" sz="30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82" name="Afbeelding 181" descr="Afbeelding met object&#10;&#10;Automatisch gegenereerde beschrijving">
            <a:extLst>
              <a:ext uri="{FF2B5EF4-FFF2-40B4-BE49-F238E27FC236}">
                <a16:creationId xmlns:a16="http://schemas.microsoft.com/office/drawing/2014/main" id="{219D1AE2-F577-4DC0-82A4-0F10C1404926}"/>
              </a:ext>
            </a:extLst>
          </p:cNvPr>
          <p:cNvPicPr>
            <a:picLocks noChangeAspect="1"/>
          </p:cNvPicPr>
          <p:nvPr/>
        </p:nvPicPr>
        <p:blipFill>
          <a:blip r:embed="rId4" cstate="hqprint">
            <a:biLevel thresh="25000"/>
            <a:extLst>
              <a:ext uri="{28A0092B-C50C-407E-A947-70E740481C1C}">
                <a14:useLocalDpi xmlns:a14="http://schemas.microsoft.com/office/drawing/2010/main" val="0"/>
              </a:ext>
            </a:extLst>
          </a:blip>
          <a:stretch>
            <a:fillRect/>
          </a:stretch>
        </p:blipFill>
        <p:spPr>
          <a:xfrm>
            <a:off x="2742079" y="3530874"/>
            <a:ext cx="868992" cy="868990"/>
          </a:xfrm>
          <a:prstGeom prst="rect">
            <a:avLst/>
          </a:prstGeom>
        </p:spPr>
      </p:pic>
      <p:sp>
        <p:nvSpPr>
          <p:cNvPr id="183" name="TextBox 15">
            <a:extLst>
              <a:ext uri="{FF2B5EF4-FFF2-40B4-BE49-F238E27FC236}">
                <a16:creationId xmlns:a16="http://schemas.microsoft.com/office/drawing/2014/main" id="{BA8C4813-F293-4F77-BCA0-7296B49000F7}"/>
              </a:ext>
            </a:extLst>
          </p:cNvPr>
          <p:cNvSpPr txBox="1"/>
          <p:nvPr/>
        </p:nvSpPr>
        <p:spPr>
          <a:xfrm>
            <a:off x="2623239" y="3171066"/>
            <a:ext cx="1109620" cy="523220"/>
          </a:xfrm>
          <a:prstGeom prst="rect">
            <a:avLst/>
          </a:prstGeom>
          <a:noFill/>
          <a:ln>
            <a:noFill/>
          </a:ln>
        </p:spPr>
        <p:txBody>
          <a:bodyPr wrap="square" rtlCol="0">
            <a:spAutoFit/>
          </a:bodyPr>
          <a:lstStyle/>
          <a:p>
            <a:pPr marL="0" marR="0" lvl="0" indent="0" algn="ctr" defTabSz="91432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4546A"/>
                </a:solidFill>
                <a:effectLst/>
                <a:uLnTx/>
                <a:uFillTx/>
                <a:latin typeface="Calibri" panose="020F0502020204030204"/>
                <a:ea typeface="+mn-ea"/>
                <a:cs typeface="+mn-cs"/>
              </a:rPr>
              <a:t>OMOP</a:t>
            </a:r>
          </a:p>
          <a:p>
            <a:pPr marL="0" marR="0" lvl="0" indent="0" algn="ctr" defTabSz="91432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4546A"/>
                </a:solidFill>
                <a:effectLst/>
                <a:uLnTx/>
                <a:uFillTx/>
                <a:latin typeface="Calibri" panose="020F0502020204030204"/>
                <a:ea typeface="+mn-ea"/>
                <a:cs typeface="+mn-cs"/>
              </a:rPr>
              <a:t>Database </a:t>
            </a:r>
          </a:p>
        </p:txBody>
      </p:sp>
      <p:sp>
        <p:nvSpPr>
          <p:cNvPr id="199" name="TextBox 15">
            <a:extLst>
              <a:ext uri="{FF2B5EF4-FFF2-40B4-BE49-F238E27FC236}">
                <a16:creationId xmlns:a16="http://schemas.microsoft.com/office/drawing/2014/main" id="{15AC24F8-35AA-4DBD-AE75-D31E45D3E848}"/>
              </a:ext>
            </a:extLst>
          </p:cNvPr>
          <p:cNvSpPr txBox="1"/>
          <p:nvPr/>
        </p:nvSpPr>
        <p:spPr>
          <a:xfrm>
            <a:off x="580250" y="2783952"/>
            <a:ext cx="3049579" cy="338554"/>
          </a:xfrm>
          <a:prstGeom prst="rect">
            <a:avLst/>
          </a:prstGeom>
          <a:noFill/>
          <a:ln>
            <a:noFill/>
          </a:ln>
        </p:spPr>
        <p:txBody>
          <a:bodyPr wrap="square" rtlCol="0">
            <a:spAutoFit/>
          </a:bodyPr>
          <a:lstStyle/>
          <a:p>
            <a:pPr marL="0" marR="0" lvl="0" indent="0" algn="l" defTabSz="91432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Calibri" panose="020F0502020204030204"/>
                <a:ea typeface="+mn-ea"/>
                <a:cs typeface="+mn-cs"/>
              </a:rPr>
              <a:t>Local Governance </a:t>
            </a:r>
          </a:p>
        </p:txBody>
      </p:sp>
      <p:grpSp>
        <p:nvGrpSpPr>
          <p:cNvPr id="201" name="Groep 200">
            <a:extLst>
              <a:ext uri="{FF2B5EF4-FFF2-40B4-BE49-F238E27FC236}">
                <a16:creationId xmlns:a16="http://schemas.microsoft.com/office/drawing/2014/main" id="{E74795AA-7962-4675-9068-D7DD2E7B56E5}"/>
              </a:ext>
            </a:extLst>
          </p:cNvPr>
          <p:cNvGrpSpPr/>
          <p:nvPr/>
        </p:nvGrpSpPr>
        <p:grpSpPr>
          <a:xfrm>
            <a:off x="550880" y="877035"/>
            <a:ext cx="3544836" cy="1707949"/>
            <a:chOff x="232917" y="2693048"/>
            <a:chExt cx="3544836" cy="1707949"/>
          </a:xfrm>
        </p:grpSpPr>
        <p:sp>
          <p:nvSpPr>
            <p:cNvPr id="202" name="Rechthoek: afgeronde hoeken 201">
              <a:extLst>
                <a:ext uri="{FF2B5EF4-FFF2-40B4-BE49-F238E27FC236}">
                  <a16:creationId xmlns:a16="http://schemas.microsoft.com/office/drawing/2014/main" id="{34E049C6-4C38-4C09-AF29-BEEAD894199E}"/>
                </a:ext>
              </a:extLst>
            </p:cNvPr>
            <p:cNvSpPr/>
            <p:nvPr/>
          </p:nvSpPr>
          <p:spPr>
            <a:xfrm>
              <a:off x="232917" y="2705748"/>
              <a:ext cx="3308279" cy="1695249"/>
            </a:xfrm>
            <a:prstGeom prst="roundRect">
              <a:avLst>
                <a:gd name="adj" fmla="val 6541"/>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327" rtl="0" eaLnBrk="1" fontAlgn="auto" latinLnBrk="0" hangingPunct="1">
                <a:lnSpc>
                  <a:spcPct val="100000"/>
                </a:lnSpc>
                <a:spcBef>
                  <a:spcPts val="0"/>
                </a:spcBef>
                <a:spcAft>
                  <a:spcPts val="0"/>
                </a:spcAft>
                <a:buClrTx/>
                <a:buSzTx/>
                <a:buFontTx/>
                <a:buNone/>
                <a:tabLst/>
                <a:defRPr/>
              </a:pPr>
              <a:endParaRPr kumimoji="0" lang="en-GB" sz="3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3" name="Rechthoek: afgeronde hoeken 202">
              <a:extLst>
                <a:ext uri="{FF2B5EF4-FFF2-40B4-BE49-F238E27FC236}">
                  <a16:creationId xmlns:a16="http://schemas.microsoft.com/office/drawing/2014/main" id="{CB3B436E-EDD4-4C53-B541-306D4CF20F4B}"/>
                </a:ext>
              </a:extLst>
            </p:cNvPr>
            <p:cNvSpPr/>
            <p:nvPr/>
          </p:nvSpPr>
          <p:spPr>
            <a:xfrm>
              <a:off x="379317" y="3029758"/>
              <a:ext cx="2781798" cy="1252980"/>
            </a:xfrm>
            <a:prstGeom prst="roundRect">
              <a:avLst>
                <a:gd name="adj" fmla="val 9328"/>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27" rtl="0" eaLnBrk="1" fontAlgn="auto" latinLnBrk="0" hangingPunct="1">
                <a:lnSpc>
                  <a:spcPct val="100000"/>
                </a:lnSpc>
                <a:spcBef>
                  <a:spcPts val="0"/>
                </a:spcBef>
                <a:spcAft>
                  <a:spcPts val="0"/>
                </a:spcAft>
                <a:buClrTx/>
                <a:buSzTx/>
                <a:buFontTx/>
                <a:buNone/>
                <a:tabLst/>
                <a:defRPr/>
              </a:pPr>
              <a:endParaRPr kumimoji="0" lang="en-GB" sz="30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4" name="TextBox 15">
              <a:extLst>
                <a:ext uri="{FF2B5EF4-FFF2-40B4-BE49-F238E27FC236}">
                  <a16:creationId xmlns:a16="http://schemas.microsoft.com/office/drawing/2014/main" id="{D45DA65F-DC5E-428E-AA23-5FA01A793645}"/>
                </a:ext>
              </a:extLst>
            </p:cNvPr>
            <p:cNvSpPr txBox="1"/>
            <p:nvPr/>
          </p:nvSpPr>
          <p:spPr>
            <a:xfrm>
              <a:off x="360077" y="3118789"/>
              <a:ext cx="586255" cy="1107996"/>
            </a:xfrm>
            <a:prstGeom prst="rect">
              <a:avLst/>
            </a:prstGeom>
            <a:noFill/>
            <a:ln>
              <a:noFill/>
            </a:ln>
          </p:spPr>
          <p:txBody>
            <a:bodyPr wrap="square" rtlCol="0">
              <a:spAutoFit/>
            </a:bodyPr>
            <a:lstStyle/>
            <a:p>
              <a:pPr marL="0" marR="0" lvl="0" indent="0" algn="r" defTabSz="914327"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lumMod val="50000"/>
                    </a:prstClr>
                  </a:solidFill>
                  <a:effectLst/>
                  <a:uLnTx/>
                  <a:uFillTx/>
                  <a:latin typeface="Calibri" panose="020F0502020204030204"/>
                  <a:ea typeface="+mn-ea"/>
                  <a:cs typeface="+mn-cs"/>
                </a:rPr>
                <a:t>EMR</a:t>
              </a:r>
            </a:p>
            <a:p>
              <a:pPr marL="0" marR="0" lvl="0" indent="0" algn="r" defTabSz="914327"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lumMod val="50000"/>
                    </a:prstClr>
                  </a:solidFill>
                  <a:effectLst/>
                  <a:uLnTx/>
                  <a:uFillTx/>
                  <a:latin typeface="Calibri" panose="020F0502020204030204"/>
                  <a:ea typeface="+mn-ea"/>
                  <a:cs typeface="+mn-cs"/>
                </a:rPr>
                <a:t>LIMS</a:t>
              </a:r>
            </a:p>
            <a:p>
              <a:pPr marL="0" marR="0" lvl="0" indent="0" algn="r" defTabSz="914327"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lumMod val="50000"/>
                    </a:prstClr>
                  </a:solidFill>
                  <a:effectLst/>
                  <a:uLnTx/>
                  <a:uFillTx/>
                  <a:latin typeface="Calibri" panose="020F0502020204030204"/>
                  <a:ea typeface="+mn-ea"/>
                  <a:cs typeface="+mn-cs"/>
                </a:rPr>
                <a:t>Rx</a:t>
              </a:r>
            </a:p>
            <a:p>
              <a:pPr marL="0" marR="0" lvl="0" indent="0" algn="r" defTabSz="914327"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lumMod val="50000"/>
                    </a:prstClr>
                  </a:solidFill>
                  <a:effectLst/>
                  <a:uLnTx/>
                  <a:uFillTx/>
                  <a:latin typeface="Calibri" panose="020F0502020204030204"/>
                  <a:ea typeface="+mn-ea"/>
                  <a:cs typeface="+mn-cs"/>
                </a:rPr>
                <a:t>Dx</a:t>
              </a:r>
            </a:p>
            <a:p>
              <a:pPr marL="0" marR="0" lvl="0" indent="0" algn="r" defTabSz="914327"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lumMod val="50000"/>
                    </a:prstClr>
                  </a:solidFill>
                  <a:effectLst/>
                  <a:uLnTx/>
                  <a:uFillTx/>
                  <a:latin typeface="Calibri" panose="020F0502020204030204"/>
                  <a:ea typeface="+mn-ea"/>
                  <a:cs typeface="+mn-cs"/>
                </a:rPr>
                <a:t>Admin</a:t>
              </a:r>
            </a:p>
            <a:p>
              <a:pPr marL="0" marR="0" lvl="0" indent="0" algn="r" defTabSz="914327"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lumMod val="50000"/>
                    </a:prstClr>
                  </a:solidFill>
                  <a:effectLst/>
                  <a:uLnTx/>
                  <a:uFillTx/>
                  <a:latin typeface="Calibri" panose="020F0502020204030204"/>
                  <a:ea typeface="+mn-ea"/>
                  <a:cs typeface="+mn-cs"/>
                </a:rPr>
                <a:t>…</a:t>
              </a:r>
            </a:p>
          </p:txBody>
        </p:sp>
        <p:sp>
          <p:nvSpPr>
            <p:cNvPr id="205" name="Vrije vorm: vorm 204">
              <a:extLst>
                <a:ext uri="{FF2B5EF4-FFF2-40B4-BE49-F238E27FC236}">
                  <a16:creationId xmlns:a16="http://schemas.microsoft.com/office/drawing/2014/main" id="{D4D86457-9841-48E8-9DE1-E5CB0C4D448E}"/>
                </a:ext>
              </a:extLst>
            </p:cNvPr>
            <p:cNvSpPr/>
            <p:nvPr/>
          </p:nvSpPr>
          <p:spPr>
            <a:xfrm>
              <a:off x="2894886" y="3029757"/>
              <a:ext cx="882867" cy="1252980"/>
            </a:xfrm>
            <a:custGeom>
              <a:avLst/>
              <a:gdLst>
                <a:gd name="connsiteX0" fmla="*/ 0 w 616640"/>
                <a:gd name="connsiteY0" fmla="*/ 0 h 1440000"/>
                <a:gd name="connsiteX1" fmla="*/ 98400 w 616640"/>
                <a:gd name="connsiteY1" fmla="*/ 0 h 1440000"/>
                <a:gd name="connsiteX2" fmla="*/ 379103 w 616640"/>
                <a:gd name="connsiteY2" fmla="*/ 0 h 1440000"/>
                <a:gd name="connsiteX3" fmla="*/ 563325 w 616640"/>
                <a:gd name="connsiteY3" fmla="*/ 0 h 1440000"/>
                <a:gd name="connsiteX4" fmla="*/ 616640 w 616640"/>
                <a:gd name="connsiteY4" fmla="*/ 53315 h 1440000"/>
                <a:gd name="connsiteX5" fmla="*/ 616640 w 616640"/>
                <a:gd name="connsiteY5" fmla="*/ 1386685 h 1440000"/>
                <a:gd name="connsiteX6" fmla="*/ 563325 w 616640"/>
                <a:gd name="connsiteY6" fmla="*/ 1440000 h 1440000"/>
                <a:gd name="connsiteX7" fmla="*/ 379103 w 616640"/>
                <a:gd name="connsiteY7" fmla="*/ 1440000 h 1440000"/>
                <a:gd name="connsiteX8" fmla="*/ 98400 w 616640"/>
                <a:gd name="connsiteY8" fmla="*/ 1440000 h 1440000"/>
                <a:gd name="connsiteX9" fmla="*/ 0 w 616640"/>
                <a:gd name="connsiteY9" fmla="*/ 1440000 h 14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6640" h="1440000">
                  <a:moveTo>
                    <a:pt x="0" y="0"/>
                  </a:moveTo>
                  <a:lnTo>
                    <a:pt x="98400" y="0"/>
                  </a:lnTo>
                  <a:lnTo>
                    <a:pt x="379103" y="0"/>
                  </a:lnTo>
                  <a:lnTo>
                    <a:pt x="563325" y="0"/>
                  </a:lnTo>
                  <a:cubicBezTo>
                    <a:pt x="592770" y="0"/>
                    <a:pt x="616640" y="23870"/>
                    <a:pt x="616640" y="53315"/>
                  </a:cubicBezTo>
                  <a:lnTo>
                    <a:pt x="616640" y="1386685"/>
                  </a:lnTo>
                  <a:cubicBezTo>
                    <a:pt x="616640" y="1416130"/>
                    <a:pt x="592770" y="1440000"/>
                    <a:pt x="563325" y="1440000"/>
                  </a:cubicBezTo>
                  <a:lnTo>
                    <a:pt x="379103" y="1440000"/>
                  </a:lnTo>
                  <a:lnTo>
                    <a:pt x="98400" y="1440000"/>
                  </a:lnTo>
                  <a:lnTo>
                    <a:pt x="0" y="144000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327" rtl="0" eaLnBrk="1" fontAlgn="auto" latinLnBrk="0" hangingPunct="1">
                <a:lnSpc>
                  <a:spcPct val="100000"/>
                </a:lnSpc>
                <a:spcBef>
                  <a:spcPts val="0"/>
                </a:spcBef>
                <a:spcAft>
                  <a:spcPts val="0"/>
                </a:spcAft>
                <a:buClrTx/>
                <a:buSzTx/>
                <a:buFontTx/>
                <a:buNone/>
                <a:tabLst/>
                <a:defRPr/>
              </a:pPr>
              <a:endParaRPr kumimoji="0" lang="en-GB" sz="30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06" name="Afbeelding 205" descr="Afbeelding met object&#10;&#10;Automatisch gegenereerde beschrijving">
              <a:extLst>
                <a:ext uri="{FF2B5EF4-FFF2-40B4-BE49-F238E27FC236}">
                  <a16:creationId xmlns:a16="http://schemas.microsoft.com/office/drawing/2014/main" id="{80F33825-1899-4B4D-82A1-DDE486A58690}"/>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307711" y="3454424"/>
              <a:ext cx="868992" cy="868990"/>
            </a:xfrm>
            <a:prstGeom prst="rect">
              <a:avLst/>
            </a:prstGeom>
          </p:spPr>
        </p:pic>
        <p:sp>
          <p:nvSpPr>
            <p:cNvPr id="208" name="TextBox 15">
              <a:extLst>
                <a:ext uri="{FF2B5EF4-FFF2-40B4-BE49-F238E27FC236}">
                  <a16:creationId xmlns:a16="http://schemas.microsoft.com/office/drawing/2014/main" id="{8F7BD4ED-8B12-4FFC-9FC7-B4D0C0DD2CE0}"/>
                </a:ext>
              </a:extLst>
            </p:cNvPr>
            <p:cNvSpPr txBox="1"/>
            <p:nvPr/>
          </p:nvSpPr>
          <p:spPr>
            <a:xfrm>
              <a:off x="1216119" y="3087389"/>
              <a:ext cx="1109620" cy="523220"/>
            </a:xfrm>
            <a:prstGeom prst="rect">
              <a:avLst/>
            </a:prstGeom>
            <a:noFill/>
            <a:ln>
              <a:noFill/>
            </a:ln>
          </p:spPr>
          <p:txBody>
            <a:bodyPr wrap="square" rtlCol="0">
              <a:spAutoFit/>
            </a:bodyPr>
            <a:lstStyle/>
            <a:p>
              <a:pPr marL="0" marR="0" lvl="0" indent="0" algn="ctr" defTabSz="91432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4546A"/>
                  </a:solidFill>
                  <a:effectLst/>
                  <a:uLnTx/>
                  <a:uFillTx/>
                  <a:latin typeface="Calibri" panose="020F0502020204030204"/>
                  <a:ea typeface="+mn-ea"/>
                  <a:cs typeface="+mn-cs"/>
                </a:rPr>
                <a:t>Local</a:t>
              </a:r>
            </a:p>
            <a:p>
              <a:pPr marL="0" marR="0" lvl="0" indent="0" algn="ctr" defTabSz="91432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4546A"/>
                  </a:solidFill>
                  <a:effectLst/>
                  <a:uLnTx/>
                  <a:uFillTx/>
                  <a:latin typeface="Calibri" panose="020F0502020204030204"/>
                  <a:ea typeface="+mn-ea"/>
                  <a:cs typeface="+mn-cs"/>
                </a:rPr>
                <a:t>Database </a:t>
              </a:r>
            </a:p>
          </p:txBody>
        </p:sp>
        <p:cxnSp>
          <p:nvCxnSpPr>
            <p:cNvPr id="209" name="Rechte verbindingslijn met pijl 208">
              <a:extLst>
                <a:ext uri="{FF2B5EF4-FFF2-40B4-BE49-F238E27FC236}">
                  <a16:creationId xmlns:a16="http://schemas.microsoft.com/office/drawing/2014/main" id="{A6B98C9D-946F-4B23-9B3D-D587E6229093}"/>
                </a:ext>
              </a:extLst>
            </p:cNvPr>
            <p:cNvCxnSpPr>
              <a:cxnSpLocks/>
            </p:cNvCxnSpPr>
            <p:nvPr/>
          </p:nvCxnSpPr>
          <p:spPr>
            <a:xfrm>
              <a:off x="980145" y="3867470"/>
              <a:ext cx="407802" cy="0"/>
            </a:xfrm>
            <a:prstGeom prst="straightConnector1">
              <a:avLst/>
            </a:prstGeom>
            <a:ln w="57150">
              <a:solidFill>
                <a:schemeClr val="bg1">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0" name="Rechthoek 209">
              <a:extLst>
                <a:ext uri="{FF2B5EF4-FFF2-40B4-BE49-F238E27FC236}">
                  <a16:creationId xmlns:a16="http://schemas.microsoft.com/office/drawing/2014/main" id="{DAD04744-81E8-498E-ACD9-1D971573652E}"/>
                </a:ext>
              </a:extLst>
            </p:cNvPr>
            <p:cNvSpPr/>
            <p:nvPr/>
          </p:nvSpPr>
          <p:spPr>
            <a:xfrm>
              <a:off x="2260164" y="3029756"/>
              <a:ext cx="1155472" cy="125297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27" rtl="0" eaLnBrk="1" fontAlgn="auto" latinLnBrk="0" hangingPunct="1">
                <a:lnSpc>
                  <a:spcPct val="100000"/>
                </a:lnSpc>
                <a:spcBef>
                  <a:spcPts val="0"/>
                </a:spcBef>
                <a:spcAft>
                  <a:spcPts val="0"/>
                </a:spcAft>
                <a:buClrTx/>
                <a:buSzTx/>
                <a:buFontTx/>
                <a:buNone/>
                <a:tabLst/>
                <a:defRPr/>
              </a:pPr>
              <a:endParaRPr kumimoji="0" lang="en-GB" sz="30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11" name="Afbeelding 210" descr="Afbeelding met object&#10;&#10;Automatisch gegenereerde beschrijving">
              <a:extLst>
                <a:ext uri="{FF2B5EF4-FFF2-40B4-BE49-F238E27FC236}">
                  <a16:creationId xmlns:a16="http://schemas.microsoft.com/office/drawing/2014/main" id="{6F736ADA-0D0D-408E-86CF-F7BA45CB1AF8}"/>
                </a:ext>
              </a:extLst>
            </p:cNvPr>
            <p:cNvPicPr>
              <a:picLocks noChangeAspect="1"/>
            </p:cNvPicPr>
            <p:nvPr/>
          </p:nvPicPr>
          <p:blipFill>
            <a:blip r:embed="rId4" cstate="hqprint">
              <a:biLevel thresh="25000"/>
              <a:extLst>
                <a:ext uri="{28A0092B-C50C-407E-A947-70E740481C1C}">
                  <a14:useLocalDpi xmlns:a14="http://schemas.microsoft.com/office/drawing/2010/main" val="0"/>
                </a:ext>
              </a:extLst>
            </a:blip>
            <a:stretch>
              <a:fillRect/>
            </a:stretch>
          </p:blipFill>
          <p:spPr>
            <a:xfrm>
              <a:off x="2420308" y="3439970"/>
              <a:ext cx="868992" cy="868990"/>
            </a:xfrm>
            <a:prstGeom prst="rect">
              <a:avLst/>
            </a:prstGeom>
          </p:spPr>
        </p:pic>
        <p:sp>
          <p:nvSpPr>
            <p:cNvPr id="212" name="TextBox 15">
              <a:extLst>
                <a:ext uri="{FF2B5EF4-FFF2-40B4-BE49-F238E27FC236}">
                  <a16:creationId xmlns:a16="http://schemas.microsoft.com/office/drawing/2014/main" id="{0E0FFB18-51AF-4CCE-8327-FC3AE6F51840}"/>
                </a:ext>
              </a:extLst>
            </p:cNvPr>
            <p:cNvSpPr txBox="1"/>
            <p:nvPr/>
          </p:nvSpPr>
          <p:spPr>
            <a:xfrm>
              <a:off x="2301468" y="3080162"/>
              <a:ext cx="1109620" cy="523220"/>
            </a:xfrm>
            <a:prstGeom prst="rect">
              <a:avLst/>
            </a:prstGeom>
            <a:noFill/>
            <a:ln>
              <a:noFill/>
            </a:ln>
          </p:spPr>
          <p:txBody>
            <a:bodyPr wrap="square" rtlCol="0">
              <a:spAutoFit/>
            </a:bodyPr>
            <a:lstStyle/>
            <a:p>
              <a:pPr marL="0" marR="0" lvl="0" indent="0" algn="ctr" defTabSz="91432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4546A"/>
                  </a:solidFill>
                  <a:effectLst/>
                  <a:uLnTx/>
                  <a:uFillTx/>
                  <a:latin typeface="Calibri" panose="020F0502020204030204"/>
                  <a:ea typeface="+mn-ea"/>
                  <a:cs typeface="+mn-cs"/>
                </a:rPr>
                <a:t>OMOP</a:t>
              </a:r>
            </a:p>
            <a:p>
              <a:pPr marL="0" marR="0" lvl="0" indent="0" algn="ctr" defTabSz="91432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4546A"/>
                  </a:solidFill>
                  <a:effectLst/>
                  <a:uLnTx/>
                  <a:uFillTx/>
                  <a:latin typeface="Calibri" panose="020F0502020204030204"/>
                  <a:ea typeface="+mn-ea"/>
                  <a:cs typeface="+mn-cs"/>
                </a:rPr>
                <a:t>Database </a:t>
              </a:r>
            </a:p>
          </p:txBody>
        </p:sp>
        <p:sp>
          <p:nvSpPr>
            <p:cNvPr id="213" name="TextBox 15">
              <a:extLst>
                <a:ext uri="{FF2B5EF4-FFF2-40B4-BE49-F238E27FC236}">
                  <a16:creationId xmlns:a16="http://schemas.microsoft.com/office/drawing/2014/main" id="{EA053B12-4D04-40A0-A101-C0384D5D4B45}"/>
                </a:ext>
              </a:extLst>
            </p:cNvPr>
            <p:cNvSpPr txBox="1"/>
            <p:nvPr/>
          </p:nvSpPr>
          <p:spPr>
            <a:xfrm>
              <a:off x="258477" y="2693048"/>
              <a:ext cx="3049579" cy="338554"/>
            </a:xfrm>
            <a:prstGeom prst="rect">
              <a:avLst/>
            </a:prstGeom>
            <a:noFill/>
            <a:ln>
              <a:noFill/>
            </a:ln>
          </p:spPr>
          <p:txBody>
            <a:bodyPr wrap="square" rtlCol="0">
              <a:spAutoFit/>
            </a:bodyPr>
            <a:lstStyle/>
            <a:p>
              <a:pPr marL="0" marR="0" lvl="0" indent="0" algn="l" defTabSz="91432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Calibri" panose="020F0502020204030204"/>
                  <a:ea typeface="+mn-ea"/>
                  <a:cs typeface="+mn-cs"/>
                </a:rPr>
                <a:t>Local Governance </a:t>
              </a:r>
            </a:p>
          </p:txBody>
        </p:sp>
      </p:grpSp>
      <p:sp>
        <p:nvSpPr>
          <p:cNvPr id="215" name="Rechthoek: afgeronde hoeken 214">
            <a:extLst>
              <a:ext uri="{FF2B5EF4-FFF2-40B4-BE49-F238E27FC236}">
                <a16:creationId xmlns:a16="http://schemas.microsoft.com/office/drawing/2014/main" id="{57BE6622-0731-42C7-B8EA-BBD67AFA80A0}"/>
              </a:ext>
            </a:extLst>
          </p:cNvPr>
          <p:cNvSpPr/>
          <p:nvPr/>
        </p:nvSpPr>
        <p:spPr>
          <a:xfrm>
            <a:off x="538320" y="4726785"/>
            <a:ext cx="3308279" cy="1695249"/>
          </a:xfrm>
          <a:prstGeom prst="roundRect">
            <a:avLst>
              <a:gd name="adj" fmla="val 654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327" rtl="0" eaLnBrk="1" fontAlgn="auto" latinLnBrk="0" hangingPunct="1">
              <a:lnSpc>
                <a:spcPct val="100000"/>
              </a:lnSpc>
              <a:spcBef>
                <a:spcPts val="0"/>
              </a:spcBef>
              <a:spcAft>
                <a:spcPts val="0"/>
              </a:spcAft>
              <a:buClrTx/>
              <a:buSzTx/>
              <a:buFontTx/>
              <a:buNone/>
              <a:tabLst/>
              <a:defRPr/>
            </a:pPr>
            <a:endParaRPr kumimoji="0" lang="en-GB" sz="3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6" name="Rechthoek: afgeronde hoeken 215">
            <a:extLst>
              <a:ext uri="{FF2B5EF4-FFF2-40B4-BE49-F238E27FC236}">
                <a16:creationId xmlns:a16="http://schemas.microsoft.com/office/drawing/2014/main" id="{98A4BE2A-7CC9-42EB-A2E7-750687E12FD8}"/>
              </a:ext>
            </a:extLst>
          </p:cNvPr>
          <p:cNvSpPr/>
          <p:nvPr/>
        </p:nvSpPr>
        <p:spPr>
          <a:xfrm>
            <a:off x="684718" y="5050793"/>
            <a:ext cx="2781798" cy="1252980"/>
          </a:xfrm>
          <a:prstGeom prst="roundRect">
            <a:avLst>
              <a:gd name="adj" fmla="val 9328"/>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27" rtl="0" eaLnBrk="1" fontAlgn="auto" latinLnBrk="0" hangingPunct="1">
              <a:lnSpc>
                <a:spcPct val="100000"/>
              </a:lnSpc>
              <a:spcBef>
                <a:spcPts val="0"/>
              </a:spcBef>
              <a:spcAft>
                <a:spcPts val="0"/>
              </a:spcAft>
              <a:buClrTx/>
              <a:buSzTx/>
              <a:buFontTx/>
              <a:buNone/>
              <a:tabLst/>
              <a:defRPr/>
            </a:pPr>
            <a:endParaRPr kumimoji="0" lang="en-GB" sz="30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7" name="TextBox 15">
            <a:extLst>
              <a:ext uri="{FF2B5EF4-FFF2-40B4-BE49-F238E27FC236}">
                <a16:creationId xmlns:a16="http://schemas.microsoft.com/office/drawing/2014/main" id="{1E5229B4-B20C-45CF-A216-DE2ACA6E446A}"/>
              </a:ext>
            </a:extLst>
          </p:cNvPr>
          <p:cNvSpPr txBox="1"/>
          <p:nvPr/>
        </p:nvSpPr>
        <p:spPr>
          <a:xfrm>
            <a:off x="665478" y="5139825"/>
            <a:ext cx="586255" cy="1107996"/>
          </a:xfrm>
          <a:prstGeom prst="rect">
            <a:avLst/>
          </a:prstGeom>
          <a:noFill/>
          <a:ln>
            <a:noFill/>
          </a:ln>
        </p:spPr>
        <p:txBody>
          <a:bodyPr wrap="square" rtlCol="0">
            <a:spAutoFit/>
          </a:bodyPr>
          <a:lstStyle/>
          <a:p>
            <a:pPr marL="0" marR="0" lvl="0" indent="0" algn="r" defTabSz="914327"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lumMod val="50000"/>
                  </a:prstClr>
                </a:solidFill>
                <a:effectLst/>
                <a:uLnTx/>
                <a:uFillTx/>
                <a:latin typeface="Calibri" panose="020F0502020204030204"/>
                <a:ea typeface="+mn-ea"/>
                <a:cs typeface="+mn-cs"/>
              </a:rPr>
              <a:t>EMR</a:t>
            </a:r>
          </a:p>
          <a:p>
            <a:pPr marL="0" marR="0" lvl="0" indent="0" algn="r" defTabSz="914327"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lumMod val="50000"/>
                  </a:prstClr>
                </a:solidFill>
                <a:effectLst/>
                <a:uLnTx/>
                <a:uFillTx/>
                <a:latin typeface="Calibri" panose="020F0502020204030204"/>
                <a:ea typeface="+mn-ea"/>
                <a:cs typeface="+mn-cs"/>
              </a:rPr>
              <a:t>LIMS</a:t>
            </a:r>
          </a:p>
          <a:p>
            <a:pPr marL="0" marR="0" lvl="0" indent="0" algn="r" defTabSz="914327"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lumMod val="50000"/>
                  </a:prstClr>
                </a:solidFill>
                <a:effectLst/>
                <a:uLnTx/>
                <a:uFillTx/>
                <a:latin typeface="Calibri" panose="020F0502020204030204"/>
                <a:ea typeface="+mn-ea"/>
                <a:cs typeface="+mn-cs"/>
              </a:rPr>
              <a:t>Rx</a:t>
            </a:r>
          </a:p>
          <a:p>
            <a:pPr marL="0" marR="0" lvl="0" indent="0" algn="r" defTabSz="914327"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lumMod val="50000"/>
                  </a:prstClr>
                </a:solidFill>
                <a:effectLst/>
                <a:uLnTx/>
                <a:uFillTx/>
                <a:latin typeface="Calibri" panose="020F0502020204030204"/>
                <a:ea typeface="+mn-ea"/>
                <a:cs typeface="+mn-cs"/>
              </a:rPr>
              <a:t>Dx</a:t>
            </a:r>
          </a:p>
          <a:p>
            <a:pPr marL="0" marR="0" lvl="0" indent="0" algn="r" defTabSz="914327"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lumMod val="50000"/>
                  </a:prstClr>
                </a:solidFill>
                <a:effectLst/>
                <a:uLnTx/>
                <a:uFillTx/>
                <a:latin typeface="Calibri" panose="020F0502020204030204"/>
                <a:ea typeface="+mn-ea"/>
                <a:cs typeface="+mn-cs"/>
              </a:rPr>
              <a:t>Admin</a:t>
            </a:r>
          </a:p>
          <a:p>
            <a:pPr marL="0" marR="0" lvl="0" indent="0" algn="r" defTabSz="914327"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lumMod val="50000"/>
                  </a:prstClr>
                </a:solidFill>
                <a:effectLst/>
                <a:uLnTx/>
                <a:uFillTx/>
                <a:latin typeface="Calibri" panose="020F0502020204030204"/>
                <a:ea typeface="+mn-ea"/>
                <a:cs typeface="+mn-cs"/>
              </a:rPr>
              <a:t>…</a:t>
            </a:r>
          </a:p>
        </p:txBody>
      </p:sp>
      <p:sp>
        <p:nvSpPr>
          <p:cNvPr id="218" name="Vrije vorm: vorm 217">
            <a:extLst>
              <a:ext uri="{FF2B5EF4-FFF2-40B4-BE49-F238E27FC236}">
                <a16:creationId xmlns:a16="http://schemas.microsoft.com/office/drawing/2014/main" id="{3C4D315C-2ABD-4406-AB35-0206C6431A12}"/>
              </a:ext>
            </a:extLst>
          </p:cNvPr>
          <p:cNvSpPr/>
          <p:nvPr/>
        </p:nvSpPr>
        <p:spPr>
          <a:xfrm>
            <a:off x="3200287" y="5050792"/>
            <a:ext cx="882867" cy="1252980"/>
          </a:xfrm>
          <a:custGeom>
            <a:avLst/>
            <a:gdLst>
              <a:gd name="connsiteX0" fmla="*/ 0 w 616640"/>
              <a:gd name="connsiteY0" fmla="*/ 0 h 1440000"/>
              <a:gd name="connsiteX1" fmla="*/ 98400 w 616640"/>
              <a:gd name="connsiteY1" fmla="*/ 0 h 1440000"/>
              <a:gd name="connsiteX2" fmla="*/ 379103 w 616640"/>
              <a:gd name="connsiteY2" fmla="*/ 0 h 1440000"/>
              <a:gd name="connsiteX3" fmla="*/ 563325 w 616640"/>
              <a:gd name="connsiteY3" fmla="*/ 0 h 1440000"/>
              <a:gd name="connsiteX4" fmla="*/ 616640 w 616640"/>
              <a:gd name="connsiteY4" fmla="*/ 53315 h 1440000"/>
              <a:gd name="connsiteX5" fmla="*/ 616640 w 616640"/>
              <a:gd name="connsiteY5" fmla="*/ 1386685 h 1440000"/>
              <a:gd name="connsiteX6" fmla="*/ 563325 w 616640"/>
              <a:gd name="connsiteY6" fmla="*/ 1440000 h 1440000"/>
              <a:gd name="connsiteX7" fmla="*/ 379103 w 616640"/>
              <a:gd name="connsiteY7" fmla="*/ 1440000 h 1440000"/>
              <a:gd name="connsiteX8" fmla="*/ 98400 w 616640"/>
              <a:gd name="connsiteY8" fmla="*/ 1440000 h 1440000"/>
              <a:gd name="connsiteX9" fmla="*/ 0 w 616640"/>
              <a:gd name="connsiteY9" fmla="*/ 1440000 h 14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6640" h="1440000">
                <a:moveTo>
                  <a:pt x="0" y="0"/>
                </a:moveTo>
                <a:lnTo>
                  <a:pt x="98400" y="0"/>
                </a:lnTo>
                <a:lnTo>
                  <a:pt x="379103" y="0"/>
                </a:lnTo>
                <a:lnTo>
                  <a:pt x="563325" y="0"/>
                </a:lnTo>
                <a:cubicBezTo>
                  <a:pt x="592770" y="0"/>
                  <a:pt x="616640" y="23870"/>
                  <a:pt x="616640" y="53315"/>
                </a:cubicBezTo>
                <a:lnTo>
                  <a:pt x="616640" y="1386685"/>
                </a:lnTo>
                <a:cubicBezTo>
                  <a:pt x="616640" y="1416130"/>
                  <a:pt x="592770" y="1440000"/>
                  <a:pt x="563325" y="1440000"/>
                </a:cubicBezTo>
                <a:lnTo>
                  <a:pt x="379103" y="1440000"/>
                </a:lnTo>
                <a:lnTo>
                  <a:pt x="98400" y="1440000"/>
                </a:lnTo>
                <a:lnTo>
                  <a:pt x="0" y="144000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327" rtl="0" eaLnBrk="1" fontAlgn="auto" latinLnBrk="0" hangingPunct="1">
              <a:lnSpc>
                <a:spcPct val="100000"/>
              </a:lnSpc>
              <a:spcBef>
                <a:spcPts val="0"/>
              </a:spcBef>
              <a:spcAft>
                <a:spcPts val="0"/>
              </a:spcAft>
              <a:buClrTx/>
              <a:buSzTx/>
              <a:buFontTx/>
              <a:buNone/>
              <a:tabLst/>
              <a:defRPr/>
            </a:pPr>
            <a:endParaRPr kumimoji="0" lang="en-GB" sz="30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19" name="Afbeelding 218" descr="Afbeelding met object&#10;&#10;Automatisch gegenereerde beschrijving">
            <a:extLst>
              <a:ext uri="{FF2B5EF4-FFF2-40B4-BE49-F238E27FC236}">
                <a16:creationId xmlns:a16="http://schemas.microsoft.com/office/drawing/2014/main" id="{4368BB69-4F97-43BF-AA7C-A27C2DB16F4D}"/>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613112" y="5475459"/>
            <a:ext cx="868992" cy="868990"/>
          </a:xfrm>
          <a:prstGeom prst="rect">
            <a:avLst/>
          </a:prstGeom>
        </p:spPr>
      </p:pic>
      <p:sp>
        <p:nvSpPr>
          <p:cNvPr id="221" name="TextBox 15">
            <a:extLst>
              <a:ext uri="{FF2B5EF4-FFF2-40B4-BE49-F238E27FC236}">
                <a16:creationId xmlns:a16="http://schemas.microsoft.com/office/drawing/2014/main" id="{768F9788-1E1A-4ECF-B684-A8797D4A255B}"/>
              </a:ext>
            </a:extLst>
          </p:cNvPr>
          <p:cNvSpPr txBox="1"/>
          <p:nvPr/>
        </p:nvSpPr>
        <p:spPr>
          <a:xfrm>
            <a:off x="1521520" y="5108424"/>
            <a:ext cx="1109620" cy="523220"/>
          </a:xfrm>
          <a:prstGeom prst="rect">
            <a:avLst/>
          </a:prstGeom>
          <a:noFill/>
          <a:ln>
            <a:noFill/>
          </a:ln>
        </p:spPr>
        <p:txBody>
          <a:bodyPr wrap="square" rtlCol="0">
            <a:spAutoFit/>
          </a:bodyPr>
          <a:lstStyle/>
          <a:p>
            <a:pPr marL="0" marR="0" lvl="0" indent="0" algn="ctr" defTabSz="91432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4546A"/>
                </a:solidFill>
                <a:effectLst/>
                <a:uLnTx/>
                <a:uFillTx/>
                <a:latin typeface="Calibri" panose="020F0502020204030204"/>
                <a:ea typeface="+mn-ea"/>
                <a:cs typeface="+mn-cs"/>
              </a:rPr>
              <a:t>Local</a:t>
            </a:r>
          </a:p>
          <a:p>
            <a:pPr marL="0" marR="0" lvl="0" indent="0" algn="ctr" defTabSz="91432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4546A"/>
                </a:solidFill>
                <a:effectLst/>
                <a:uLnTx/>
                <a:uFillTx/>
                <a:latin typeface="Calibri" panose="020F0502020204030204"/>
                <a:ea typeface="+mn-ea"/>
                <a:cs typeface="+mn-cs"/>
              </a:rPr>
              <a:t>Database </a:t>
            </a:r>
          </a:p>
        </p:txBody>
      </p:sp>
      <p:cxnSp>
        <p:nvCxnSpPr>
          <p:cNvPr id="222" name="Rechte verbindingslijn met pijl 221">
            <a:extLst>
              <a:ext uri="{FF2B5EF4-FFF2-40B4-BE49-F238E27FC236}">
                <a16:creationId xmlns:a16="http://schemas.microsoft.com/office/drawing/2014/main" id="{2AE4C8FD-3A5E-414F-912F-2C9F9BFD3CDE}"/>
              </a:ext>
            </a:extLst>
          </p:cNvPr>
          <p:cNvCxnSpPr>
            <a:cxnSpLocks/>
          </p:cNvCxnSpPr>
          <p:nvPr/>
        </p:nvCxnSpPr>
        <p:spPr>
          <a:xfrm>
            <a:off x="1285546" y="5888505"/>
            <a:ext cx="407802" cy="0"/>
          </a:xfrm>
          <a:prstGeom prst="straightConnector1">
            <a:avLst/>
          </a:prstGeom>
          <a:ln w="57150">
            <a:solidFill>
              <a:schemeClr val="bg1">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3" name="Rechthoek 222">
            <a:extLst>
              <a:ext uri="{FF2B5EF4-FFF2-40B4-BE49-F238E27FC236}">
                <a16:creationId xmlns:a16="http://schemas.microsoft.com/office/drawing/2014/main" id="{F1B84E87-0038-4533-A625-6E05CC3BC024}"/>
              </a:ext>
            </a:extLst>
          </p:cNvPr>
          <p:cNvSpPr/>
          <p:nvPr/>
        </p:nvSpPr>
        <p:spPr>
          <a:xfrm>
            <a:off x="2565565" y="5050791"/>
            <a:ext cx="1155472" cy="125297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27" rtl="0" eaLnBrk="1" fontAlgn="auto" latinLnBrk="0" hangingPunct="1">
              <a:lnSpc>
                <a:spcPct val="100000"/>
              </a:lnSpc>
              <a:spcBef>
                <a:spcPts val="0"/>
              </a:spcBef>
              <a:spcAft>
                <a:spcPts val="0"/>
              </a:spcAft>
              <a:buClrTx/>
              <a:buSzTx/>
              <a:buFontTx/>
              <a:buNone/>
              <a:tabLst/>
              <a:defRPr/>
            </a:pPr>
            <a:endParaRPr kumimoji="0" lang="en-GB" sz="30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24" name="Afbeelding 223" descr="Afbeelding met object&#10;&#10;Automatisch gegenereerde beschrijving">
            <a:extLst>
              <a:ext uri="{FF2B5EF4-FFF2-40B4-BE49-F238E27FC236}">
                <a16:creationId xmlns:a16="http://schemas.microsoft.com/office/drawing/2014/main" id="{25DA281B-E8DB-489D-A4FF-EF437D84B70B}"/>
              </a:ext>
            </a:extLst>
          </p:cNvPr>
          <p:cNvPicPr>
            <a:picLocks noChangeAspect="1"/>
          </p:cNvPicPr>
          <p:nvPr/>
        </p:nvPicPr>
        <p:blipFill>
          <a:blip r:embed="rId4" cstate="hqprint">
            <a:biLevel thresh="25000"/>
            <a:extLst>
              <a:ext uri="{28A0092B-C50C-407E-A947-70E740481C1C}">
                <a14:useLocalDpi xmlns:a14="http://schemas.microsoft.com/office/drawing/2010/main" val="0"/>
              </a:ext>
            </a:extLst>
          </a:blip>
          <a:stretch>
            <a:fillRect/>
          </a:stretch>
        </p:blipFill>
        <p:spPr>
          <a:xfrm>
            <a:off x="2725709" y="5461005"/>
            <a:ext cx="868992" cy="868990"/>
          </a:xfrm>
          <a:prstGeom prst="rect">
            <a:avLst/>
          </a:prstGeom>
        </p:spPr>
      </p:pic>
      <p:sp>
        <p:nvSpPr>
          <p:cNvPr id="225" name="TextBox 15">
            <a:extLst>
              <a:ext uri="{FF2B5EF4-FFF2-40B4-BE49-F238E27FC236}">
                <a16:creationId xmlns:a16="http://schemas.microsoft.com/office/drawing/2014/main" id="{4043DCA0-E033-4ED3-84F4-AEE30222ABB9}"/>
              </a:ext>
            </a:extLst>
          </p:cNvPr>
          <p:cNvSpPr txBox="1"/>
          <p:nvPr/>
        </p:nvSpPr>
        <p:spPr>
          <a:xfrm>
            <a:off x="2606869" y="5101197"/>
            <a:ext cx="1109620" cy="523220"/>
          </a:xfrm>
          <a:prstGeom prst="rect">
            <a:avLst/>
          </a:prstGeom>
          <a:noFill/>
          <a:ln>
            <a:noFill/>
          </a:ln>
        </p:spPr>
        <p:txBody>
          <a:bodyPr wrap="square" rtlCol="0">
            <a:spAutoFit/>
          </a:bodyPr>
          <a:lstStyle/>
          <a:p>
            <a:pPr marL="0" marR="0" lvl="0" indent="0" algn="ctr" defTabSz="91432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4546A"/>
                </a:solidFill>
                <a:effectLst/>
                <a:uLnTx/>
                <a:uFillTx/>
                <a:latin typeface="Calibri" panose="020F0502020204030204"/>
                <a:ea typeface="+mn-ea"/>
                <a:cs typeface="+mn-cs"/>
              </a:rPr>
              <a:t>OMOP</a:t>
            </a:r>
          </a:p>
          <a:p>
            <a:pPr marL="0" marR="0" lvl="0" indent="0" algn="ctr" defTabSz="91432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4546A"/>
                </a:solidFill>
                <a:effectLst/>
                <a:uLnTx/>
                <a:uFillTx/>
                <a:latin typeface="Calibri" panose="020F0502020204030204"/>
                <a:ea typeface="+mn-ea"/>
                <a:cs typeface="+mn-cs"/>
              </a:rPr>
              <a:t>Database </a:t>
            </a:r>
          </a:p>
        </p:txBody>
      </p:sp>
      <p:sp>
        <p:nvSpPr>
          <p:cNvPr id="226" name="TextBox 15">
            <a:extLst>
              <a:ext uri="{FF2B5EF4-FFF2-40B4-BE49-F238E27FC236}">
                <a16:creationId xmlns:a16="http://schemas.microsoft.com/office/drawing/2014/main" id="{65622FB2-15C4-4223-BC54-9727C46054B2}"/>
              </a:ext>
            </a:extLst>
          </p:cNvPr>
          <p:cNvSpPr txBox="1"/>
          <p:nvPr/>
        </p:nvSpPr>
        <p:spPr>
          <a:xfrm>
            <a:off x="563880" y="4714083"/>
            <a:ext cx="3049579" cy="338554"/>
          </a:xfrm>
          <a:prstGeom prst="rect">
            <a:avLst/>
          </a:prstGeom>
          <a:noFill/>
          <a:ln>
            <a:noFill/>
          </a:ln>
        </p:spPr>
        <p:txBody>
          <a:bodyPr wrap="square" rtlCol="0">
            <a:spAutoFit/>
          </a:bodyPr>
          <a:lstStyle/>
          <a:p>
            <a:pPr marL="0" marR="0" lvl="0" indent="0" algn="l" defTabSz="91432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Calibri" panose="020F0502020204030204"/>
                <a:ea typeface="+mn-ea"/>
                <a:cs typeface="+mn-cs"/>
              </a:rPr>
              <a:t>Local Governance </a:t>
            </a:r>
          </a:p>
        </p:txBody>
      </p:sp>
      <p:cxnSp>
        <p:nvCxnSpPr>
          <p:cNvPr id="227" name="Rechte verbindingslijn met pijl 226">
            <a:extLst>
              <a:ext uri="{FF2B5EF4-FFF2-40B4-BE49-F238E27FC236}">
                <a16:creationId xmlns:a16="http://schemas.microsoft.com/office/drawing/2014/main" id="{A945177D-2424-4E8D-AFB4-972CCD14CCED}"/>
              </a:ext>
            </a:extLst>
          </p:cNvPr>
          <p:cNvCxnSpPr>
            <a:cxnSpLocks/>
          </p:cNvCxnSpPr>
          <p:nvPr/>
        </p:nvCxnSpPr>
        <p:spPr>
          <a:xfrm>
            <a:off x="2385593" y="2058208"/>
            <a:ext cx="407802" cy="0"/>
          </a:xfrm>
          <a:prstGeom prst="straightConnector1">
            <a:avLst/>
          </a:prstGeom>
          <a:ln w="57150">
            <a:solidFill>
              <a:schemeClr val="bg2">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3" name="Rechte verbindingslijn met pijl 62">
            <a:extLst>
              <a:ext uri="{FF2B5EF4-FFF2-40B4-BE49-F238E27FC236}">
                <a16:creationId xmlns:a16="http://schemas.microsoft.com/office/drawing/2014/main" id="{23A9EEA5-B05E-4D8C-9FF2-06DBDE14BA75}"/>
              </a:ext>
            </a:extLst>
          </p:cNvPr>
          <p:cNvCxnSpPr>
            <a:cxnSpLocks/>
          </p:cNvCxnSpPr>
          <p:nvPr/>
        </p:nvCxnSpPr>
        <p:spPr>
          <a:xfrm>
            <a:off x="2385593" y="3958374"/>
            <a:ext cx="407802" cy="0"/>
          </a:xfrm>
          <a:prstGeom prst="straightConnector1">
            <a:avLst/>
          </a:prstGeom>
          <a:ln w="57150">
            <a:solidFill>
              <a:schemeClr val="bg2">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6" name="Rechte verbindingslijn met pijl 65">
            <a:extLst>
              <a:ext uri="{FF2B5EF4-FFF2-40B4-BE49-F238E27FC236}">
                <a16:creationId xmlns:a16="http://schemas.microsoft.com/office/drawing/2014/main" id="{087F400B-3946-43F2-9453-ADDC0FA82FF5}"/>
              </a:ext>
            </a:extLst>
          </p:cNvPr>
          <p:cNvCxnSpPr>
            <a:cxnSpLocks/>
          </p:cNvCxnSpPr>
          <p:nvPr/>
        </p:nvCxnSpPr>
        <p:spPr>
          <a:xfrm>
            <a:off x="2385593" y="5888505"/>
            <a:ext cx="407802" cy="0"/>
          </a:xfrm>
          <a:prstGeom prst="straightConnector1">
            <a:avLst/>
          </a:prstGeom>
          <a:ln w="57150">
            <a:solidFill>
              <a:schemeClr val="bg2">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8" name="Verbindingslijn: gebogen 67">
            <a:extLst>
              <a:ext uri="{FF2B5EF4-FFF2-40B4-BE49-F238E27FC236}">
                <a16:creationId xmlns:a16="http://schemas.microsoft.com/office/drawing/2014/main" id="{D8629488-7E3F-4292-BE83-623B6C5678F8}"/>
              </a:ext>
            </a:extLst>
          </p:cNvPr>
          <p:cNvCxnSpPr>
            <a:cxnSpLocks/>
            <a:stCxn id="65" idx="2"/>
            <a:endCxn id="93" idx="0"/>
          </p:cNvCxnSpPr>
          <p:nvPr/>
        </p:nvCxnSpPr>
        <p:spPr>
          <a:xfrm rot="16200000" flipH="1">
            <a:off x="8156889" y="4808684"/>
            <a:ext cx="431960" cy="1525"/>
          </a:xfrm>
          <a:prstGeom prst="bentConnector3">
            <a:avLst>
              <a:gd name="adj1" fmla="val 50000"/>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2" name="Afbeelding 11">
            <a:extLst>
              <a:ext uri="{FF2B5EF4-FFF2-40B4-BE49-F238E27FC236}">
                <a16:creationId xmlns:a16="http://schemas.microsoft.com/office/drawing/2014/main" id="{8AF0B63E-E25A-4864-B2DD-C8F7B1343644}"/>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8122151" y="5139091"/>
            <a:ext cx="549934" cy="669920"/>
          </a:xfrm>
          <a:prstGeom prst="rect">
            <a:avLst/>
          </a:prstGeom>
        </p:spPr>
      </p:pic>
      <p:sp>
        <p:nvSpPr>
          <p:cNvPr id="76" name="TextBox 15">
            <a:extLst>
              <a:ext uri="{FF2B5EF4-FFF2-40B4-BE49-F238E27FC236}">
                <a16:creationId xmlns:a16="http://schemas.microsoft.com/office/drawing/2014/main" id="{BF0ABC3A-20F2-4489-B407-AC1AA476C9F7}"/>
              </a:ext>
            </a:extLst>
          </p:cNvPr>
          <p:cNvSpPr txBox="1"/>
          <p:nvPr/>
        </p:nvSpPr>
        <p:spPr>
          <a:xfrm>
            <a:off x="7810779" y="5861461"/>
            <a:ext cx="1109620" cy="307777"/>
          </a:xfrm>
          <a:prstGeom prst="rect">
            <a:avLst/>
          </a:prstGeom>
          <a:noFill/>
          <a:ln>
            <a:noFill/>
          </a:ln>
        </p:spPr>
        <p:txBody>
          <a:bodyPr wrap="square" rtlCol="0">
            <a:spAutoFit/>
          </a:bodyPr>
          <a:lstStyle/>
          <a:p>
            <a:pPr marL="0" marR="0" lvl="0" indent="0" algn="ctr" defTabSz="91432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4546A"/>
                </a:solidFill>
                <a:effectLst/>
                <a:uLnTx/>
                <a:uFillTx/>
                <a:latin typeface="Calibri" panose="020F0502020204030204"/>
                <a:ea typeface="+mn-ea"/>
                <a:cs typeface="+mn-cs"/>
              </a:rPr>
              <a:t>ATLAS</a:t>
            </a:r>
          </a:p>
        </p:txBody>
      </p:sp>
      <p:sp>
        <p:nvSpPr>
          <p:cNvPr id="79" name="Rechthoek: afgeronde hoeken 78">
            <a:extLst>
              <a:ext uri="{FF2B5EF4-FFF2-40B4-BE49-F238E27FC236}">
                <a16:creationId xmlns:a16="http://schemas.microsoft.com/office/drawing/2014/main" id="{832285C7-5B85-45B0-8A73-033F8E588A93}"/>
              </a:ext>
            </a:extLst>
          </p:cNvPr>
          <p:cNvSpPr/>
          <p:nvPr/>
        </p:nvSpPr>
        <p:spPr>
          <a:xfrm>
            <a:off x="8874511" y="5025428"/>
            <a:ext cx="2609498" cy="1163525"/>
          </a:xfrm>
          <a:prstGeom prst="roundRect">
            <a:avLst>
              <a:gd name="adj" fmla="val 932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27" rtl="0" eaLnBrk="1" fontAlgn="auto" latinLnBrk="0" hangingPunct="1">
              <a:lnSpc>
                <a:spcPct val="100000"/>
              </a:lnSpc>
              <a:spcBef>
                <a:spcPts val="0"/>
              </a:spcBef>
              <a:spcAft>
                <a:spcPts val="0"/>
              </a:spcAft>
              <a:buClrTx/>
              <a:buSzTx/>
              <a:buFontTx/>
              <a:buNone/>
              <a:tabLst/>
              <a:defRPr/>
            </a:pPr>
            <a:endParaRPr kumimoji="0" lang="en-GB" sz="30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 name="Rechthoek: afgeronde hoeken 82">
            <a:extLst>
              <a:ext uri="{FF2B5EF4-FFF2-40B4-BE49-F238E27FC236}">
                <a16:creationId xmlns:a16="http://schemas.microsoft.com/office/drawing/2014/main" id="{0B2F1B4F-A532-4C5A-9294-30367FC7F7AF}"/>
              </a:ext>
            </a:extLst>
          </p:cNvPr>
          <p:cNvSpPr/>
          <p:nvPr/>
        </p:nvSpPr>
        <p:spPr>
          <a:xfrm>
            <a:off x="8858142" y="5025428"/>
            <a:ext cx="1028069" cy="1163525"/>
          </a:xfrm>
          <a:prstGeom prst="roundRect">
            <a:avLst>
              <a:gd name="adj" fmla="val 0"/>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27" rtl="0" eaLnBrk="1" fontAlgn="auto" latinLnBrk="0" hangingPunct="1">
              <a:lnSpc>
                <a:spcPct val="100000"/>
              </a:lnSpc>
              <a:spcBef>
                <a:spcPts val="0"/>
              </a:spcBef>
              <a:spcAft>
                <a:spcPts val="0"/>
              </a:spcAft>
              <a:buClrTx/>
              <a:buSzTx/>
              <a:buFontTx/>
              <a:buNone/>
              <a:tabLst/>
              <a:defRPr/>
            </a:pPr>
            <a:endParaRPr kumimoji="0" lang="en-GB" sz="30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TextBox 15">
            <a:extLst>
              <a:ext uri="{FF2B5EF4-FFF2-40B4-BE49-F238E27FC236}">
                <a16:creationId xmlns:a16="http://schemas.microsoft.com/office/drawing/2014/main" id="{994D3A99-67F8-45CC-A24A-E61DED49F100}"/>
              </a:ext>
            </a:extLst>
          </p:cNvPr>
          <p:cNvSpPr txBox="1"/>
          <p:nvPr/>
        </p:nvSpPr>
        <p:spPr>
          <a:xfrm>
            <a:off x="9019161" y="5139091"/>
            <a:ext cx="2346542" cy="954107"/>
          </a:xfrm>
          <a:prstGeom prst="rect">
            <a:avLst/>
          </a:prstGeom>
          <a:noFill/>
          <a:ln>
            <a:noFill/>
          </a:ln>
        </p:spPr>
        <p:txBody>
          <a:bodyPr wrap="square" rtlCol="0">
            <a:spAutoFit/>
          </a:bodyPr>
          <a:lstStyle/>
          <a:p>
            <a:pPr marL="0" marR="0" lvl="0" indent="0" algn="ctr" defTabSz="91432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4546A"/>
                </a:solidFill>
                <a:effectLst/>
                <a:uLnTx/>
                <a:uFillTx/>
                <a:latin typeface="Calibri" panose="020F0502020204030204"/>
                <a:ea typeface="+mn-ea"/>
                <a:cs typeface="+mn-cs"/>
              </a:rPr>
              <a:t>Many different open source tools </a:t>
            </a:r>
            <a:r>
              <a:rPr kumimoji="0" lang="en-US" sz="1400" b="0" i="0" u="none" strike="noStrike" kern="1200" cap="none" spc="0" normalizeH="0" baseline="0" noProof="0">
                <a:ln>
                  <a:noFill/>
                </a:ln>
                <a:solidFill>
                  <a:srgbClr val="44546A"/>
                </a:solidFill>
                <a:effectLst/>
                <a:uLnTx/>
                <a:uFillTx/>
                <a:latin typeface="Calibri" panose="020F0502020204030204"/>
                <a:ea typeface="+mn-ea"/>
                <a:cs typeface="+mn-cs"/>
              </a:rPr>
              <a:t>(cohort builder, estimation, incidence rate, ….)</a:t>
            </a:r>
          </a:p>
        </p:txBody>
      </p:sp>
      <p:sp>
        <p:nvSpPr>
          <p:cNvPr id="98" name="Rechthoek: afgeronde hoeken 97">
            <a:extLst>
              <a:ext uri="{FF2B5EF4-FFF2-40B4-BE49-F238E27FC236}">
                <a16:creationId xmlns:a16="http://schemas.microsoft.com/office/drawing/2014/main" id="{45722FBA-3D2A-4D7E-AFEF-E3A9ADAA5D0D}"/>
              </a:ext>
            </a:extLst>
          </p:cNvPr>
          <p:cNvSpPr/>
          <p:nvPr/>
        </p:nvSpPr>
        <p:spPr>
          <a:xfrm>
            <a:off x="7802542" y="1304631"/>
            <a:ext cx="1165330" cy="1163526"/>
          </a:xfrm>
          <a:prstGeom prst="roundRect">
            <a:avLst>
              <a:gd name="adj" fmla="val 9328"/>
            </a:avLst>
          </a:prstGeom>
          <a:solidFill>
            <a:srgbClr val="BBE9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27" rtl="0" eaLnBrk="1" fontAlgn="auto" latinLnBrk="0" hangingPunct="1">
              <a:lnSpc>
                <a:spcPct val="100000"/>
              </a:lnSpc>
              <a:spcBef>
                <a:spcPts val="0"/>
              </a:spcBef>
              <a:spcAft>
                <a:spcPts val="0"/>
              </a:spcAft>
              <a:buClrTx/>
              <a:buSzTx/>
              <a:buFontTx/>
              <a:buNone/>
              <a:tabLst/>
              <a:defRPr/>
            </a:pPr>
            <a:endParaRPr kumimoji="0" lang="en-GB" sz="30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1" name="Rechthoek: afgeronde hoeken 100">
            <a:extLst>
              <a:ext uri="{FF2B5EF4-FFF2-40B4-BE49-F238E27FC236}">
                <a16:creationId xmlns:a16="http://schemas.microsoft.com/office/drawing/2014/main" id="{42FC549A-7B68-4C7D-9042-0B6857E1C106}"/>
              </a:ext>
            </a:extLst>
          </p:cNvPr>
          <p:cNvSpPr/>
          <p:nvPr/>
        </p:nvSpPr>
        <p:spPr>
          <a:xfrm>
            <a:off x="8886086" y="1304633"/>
            <a:ext cx="2609498" cy="1163525"/>
          </a:xfrm>
          <a:prstGeom prst="roundRect">
            <a:avLst>
              <a:gd name="adj" fmla="val 932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27" rtl="0" eaLnBrk="1" fontAlgn="auto" latinLnBrk="0" hangingPunct="1">
              <a:lnSpc>
                <a:spcPct val="100000"/>
              </a:lnSpc>
              <a:spcBef>
                <a:spcPts val="0"/>
              </a:spcBef>
              <a:spcAft>
                <a:spcPts val="0"/>
              </a:spcAft>
              <a:buClrTx/>
              <a:buSzTx/>
              <a:buFontTx/>
              <a:buNone/>
              <a:tabLst/>
              <a:defRPr/>
            </a:pPr>
            <a:endParaRPr kumimoji="0" lang="en-GB" sz="30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 name="Rechthoek: afgeronde hoeken 101">
            <a:extLst>
              <a:ext uri="{FF2B5EF4-FFF2-40B4-BE49-F238E27FC236}">
                <a16:creationId xmlns:a16="http://schemas.microsoft.com/office/drawing/2014/main" id="{4573F793-DE24-47F1-9DE8-78DA8DC15ECF}"/>
              </a:ext>
            </a:extLst>
          </p:cNvPr>
          <p:cNvSpPr/>
          <p:nvPr/>
        </p:nvSpPr>
        <p:spPr>
          <a:xfrm>
            <a:off x="8869717" y="1304633"/>
            <a:ext cx="1028069" cy="1163525"/>
          </a:xfrm>
          <a:prstGeom prst="roundRect">
            <a:avLst>
              <a:gd name="adj" fmla="val 0"/>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27" rtl="0" eaLnBrk="1" fontAlgn="auto" latinLnBrk="0" hangingPunct="1">
              <a:lnSpc>
                <a:spcPct val="100000"/>
              </a:lnSpc>
              <a:spcBef>
                <a:spcPts val="0"/>
              </a:spcBef>
              <a:spcAft>
                <a:spcPts val="0"/>
              </a:spcAft>
              <a:buClrTx/>
              <a:buSzTx/>
              <a:buFontTx/>
              <a:buNone/>
              <a:tabLst/>
              <a:defRPr/>
            </a:pPr>
            <a:endParaRPr kumimoji="0" lang="en-GB" sz="30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 name="TextBox 15">
            <a:extLst>
              <a:ext uri="{FF2B5EF4-FFF2-40B4-BE49-F238E27FC236}">
                <a16:creationId xmlns:a16="http://schemas.microsoft.com/office/drawing/2014/main" id="{DFC7C091-D0E2-4A74-BDB5-8E3586EAF859}"/>
              </a:ext>
            </a:extLst>
          </p:cNvPr>
          <p:cNvSpPr txBox="1"/>
          <p:nvPr/>
        </p:nvSpPr>
        <p:spPr>
          <a:xfrm>
            <a:off x="9030736" y="1638217"/>
            <a:ext cx="2346542" cy="523220"/>
          </a:xfrm>
          <a:prstGeom prst="rect">
            <a:avLst/>
          </a:prstGeom>
          <a:noFill/>
          <a:ln>
            <a:noFill/>
          </a:ln>
        </p:spPr>
        <p:txBody>
          <a:bodyPr wrap="square" rtlCol="0">
            <a:spAutoFit/>
          </a:bodyPr>
          <a:lstStyle/>
          <a:p>
            <a:pPr marL="0" marR="0" lvl="0" indent="0" algn="ctr" defTabSz="91432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44546A"/>
                </a:solidFill>
                <a:effectLst/>
                <a:uLnTx/>
                <a:uFillTx/>
                <a:latin typeface="Calibri" panose="020F0502020204030204"/>
                <a:ea typeface="+mn-ea"/>
                <a:cs typeface="+mn-cs"/>
              </a:rPr>
              <a:t>EHDEN will develop new tools and dashboards.</a:t>
            </a:r>
            <a:endParaRPr kumimoji="0" lang="en-US" sz="1400" b="0" i="0" u="none" strike="noStrike" kern="1200" cap="none" spc="0" normalizeH="0" baseline="0" noProof="0" dirty="0">
              <a:ln>
                <a:noFill/>
              </a:ln>
              <a:solidFill>
                <a:srgbClr val="44546A"/>
              </a:solidFill>
              <a:effectLst/>
              <a:uLnTx/>
              <a:uFillTx/>
              <a:latin typeface="Calibri" panose="020F0502020204030204"/>
              <a:ea typeface="+mn-ea"/>
              <a:cs typeface="+mn-cs"/>
            </a:endParaRPr>
          </a:p>
        </p:txBody>
      </p:sp>
      <p:cxnSp>
        <p:nvCxnSpPr>
          <p:cNvPr id="104" name="Verbindingslijn: gebogen 103">
            <a:extLst>
              <a:ext uri="{FF2B5EF4-FFF2-40B4-BE49-F238E27FC236}">
                <a16:creationId xmlns:a16="http://schemas.microsoft.com/office/drawing/2014/main" id="{17E15977-0BA7-49D6-B0B7-A096C8BA23BA}"/>
              </a:ext>
            </a:extLst>
          </p:cNvPr>
          <p:cNvCxnSpPr>
            <a:cxnSpLocks/>
            <a:stCxn id="70" idx="0"/>
          </p:cNvCxnSpPr>
          <p:nvPr/>
        </p:nvCxnSpPr>
        <p:spPr>
          <a:xfrm rot="5400000" flipH="1" flipV="1">
            <a:off x="8163013" y="2662091"/>
            <a:ext cx="427802" cy="500"/>
          </a:xfrm>
          <a:prstGeom prst="bentConnector3">
            <a:avLst>
              <a:gd name="adj1" fmla="val 50000"/>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5" name="Afbeelding 14">
            <a:extLst>
              <a:ext uri="{FF2B5EF4-FFF2-40B4-BE49-F238E27FC236}">
                <a16:creationId xmlns:a16="http://schemas.microsoft.com/office/drawing/2014/main" id="{8901DCBC-5C63-49D6-B65A-353225753DBA}"/>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7764480" y="1302775"/>
            <a:ext cx="1145666" cy="1145666"/>
          </a:xfrm>
          <a:prstGeom prst="rect">
            <a:avLst/>
          </a:prstGeom>
        </p:spPr>
      </p:pic>
      <p:sp>
        <p:nvSpPr>
          <p:cNvPr id="105" name="TextBox 15">
            <a:extLst>
              <a:ext uri="{FF2B5EF4-FFF2-40B4-BE49-F238E27FC236}">
                <a16:creationId xmlns:a16="http://schemas.microsoft.com/office/drawing/2014/main" id="{A5DE7710-9E6E-45CF-B503-1F7E9971CD31}"/>
              </a:ext>
            </a:extLst>
          </p:cNvPr>
          <p:cNvSpPr txBox="1"/>
          <p:nvPr/>
        </p:nvSpPr>
        <p:spPr>
          <a:xfrm>
            <a:off x="9250162" y="3511813"/>
            <a:ext cx="2346542" cy="1015663"/>
          </a:xfrm>
          <a:prstGeom prst="rect">
            <a:avLst/>
          </a:prstGeom>
          <a:noFill/>
          <a:ln>
            <a:noFill/>
          </a:ln>
        </p:spPr>
        <p:txBody>
          <a:bodyPr wrap="square" rtlCol="0">
            <a:spAutoFit/>
          </a:bodyPr>
          <a:lstStyle/>
          <a:p>
            <a:pPr marL="0" marR="0" lvl="0" indent="0" algn="l" defTabSz="914327"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a:ln>
                  <a:noFill/>
                </a:ln>
                <a:solidFill>
                  <a:srgbClr val="44546A"/>
                </a:solidFill>
                <a:effectLst/>
                <a:uLnTx/>
                <a:uFillTx/>
                <a:latin typeface="Calibri" panose="020F0502020204030204"/>
                <a:ea typeface="+mn-ea"/>
                <a:cs typeface="+mn-cs"/>
              </a:rPr>
              <a:t>The EHDEN platform</a:t>
            </a:r>
            <a:endParaRPr kumimoji="0" lang="en-US" sz="3000" b="0" i="0" u="none" strike="noStrike" kern="1200" cap="none" spc="0" normalizeH="0" baseline="0" noProof="0">
              <a:ln>
                <a:noFill/>
              </a:ln>
              <a:solidFill>
                <a:srgbClr val="44546A"/>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2277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BD220-0544-48C4-92D8-7AE5BCC47327}"/>
              </a:ext>
            </a:extLst>
          </p:cNvPr>
          <p:cNvSpPr>
            <a:spLocks noGrp="1"/>
          </p:cNvSpPr>
          <p:nvPr>
            <p:ph type="title"/>
          </p:nvPr>
        </p:nvSpPr>
        <p:spPr/>
        <p:txBody>
          <a:bodyPr>
            <a:normAutofit/>
          </a:bodyPr>
          <a:lstStyle/>
          <a:p>
            <a:r>
              <a:rPr lang="en-GB" dirty="0"/>
              <a:t>The OMOP common data model</a:t>
            </a:r>
          </a:p>
        </p:txBody>
      </p:sp>
      <p:sp>
        <p:nvSpPr>
          <p:cNvPr id="5" name="Rectangle 18">
            <a:extLst>
              <a:ext uri="{FF2B5EF4-FFF2-40B4-BE49-F238E27FC236}">
                <a16:creationId xmlns:a16="http://schemas.microsoft.com/office/drawing/2014/main" id="{7771684F-5211-4F53-A3C1-D8794EC44826}"/>
              </a:ext>
            </a:extLst>
          </p:cNvPr>
          <p:cNvSpPr/>
          <p:nvPr/>
        </p:nvSpPr>
        <p:spPr>
          <a:xfrm>
            <a:off x="305730" y="1330147"/>
            <a:ext cx="2934296" cy="4440460"/>
          </a:xfrm>
          <a:prstGeom prst="roundRect">
            <a:avLst>
              <a:gd name="adj" fmla="val 4640"/>
            </a:avLst>
          </a:prstGeom>
          <a:solidFill>
            <a:srgbClr val="59B9D3">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27432" rtlCol="0" anchor="t" anchorCtr="1"/>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465B64"/>
                </a:solidFill>
                <a:effectLst/>
                <a:uLnTx/>
                <a:uFillTx/>
                <a:latin typeface="NimbusSanL" panose="00000500000000000000" pitchFamily="50" charset="0"/>
                <a:ea typeface="+mn-ea"/>
                <a:cs typeface="+mn-cs"/>
              </a:rPr>
              <a:t>Standardized clinical data</a:t>
            </a:r>
          </a:p>
        </p:txBody>
      </p:sp>
      <p:sp>
        <p:nvSpPr>
          <p:cNvPr id="6" name="Rectangle 27">
            <a:extLst>
              <a:ext uri="{FF2B5EF4-FFF2-40B4-BE49-F238E27FC236}">
                <a16:creationId xmlns:a16="http://schemas.microsoft.com/office/drawing/2014/main" id="{270806B6-828A-4512-A15E-B5BD7B63FE26}"/>
              </a:ext>
            </a:extLst>
          </p:cNvPr>
          <p:cNvSpPr/>
          <p:nvPr/>
        </p:nvSpPr>
        <p:spPr>
          <a:xfrm>
            <a:off x="3314689" y="2446851"/>
            <a:ext cx="2785728" cy="1442129"/>
          </a:xfrm>
          <a:prstGeom prst="roundRect">
            <a:avLst>
              <a:gd name="adj" fmla="val 8907"/>
            </a:avLst>
          </a:prstGeom>
          <a:solidFill>
            <a:srgbClr val="ECA42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lIns="27432" rIns="18288" rtlCol="0" anchor="t" anchorCtr="1"/>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917" b="1" i="0" u="none" strike="noStrike" kern="1200" cap="none" spc="0" normalizeH="0" baseline="0" noProof="0">
                <a:ln>
                  <a:noFill/>
                </a:ln>
                <a:solidFill>
                  <a:srgbClr val="ECA421"/>
                </a:solidFill>
                <a:effectLst/>
                <a:uLnTx/>
                <a:uFillTx/>
                <a:latin typeface="NimbusSanL" panose="00000500000000000000" pitchFamily="50" charset="0"/>
                <a:ea typeface="+mn-ea"/>
                <a:cs typeface="+mn-cs"/>
              </a:rPr>
              <a:t>Standardized health economies</a:t>
            </a:r>
          </a:p>
        </p:txBody>
      </p:sp>
      <p:sp>
        <p:nvSpPr>
          <p:cNvPr id="7" name="Rectangle 28">
            <a:extLst>
              <a:ext uri="{FF2B5EF4-FFF2-40B4-BE49-F238E27FC236}">
                <a16:creationId xmlns:a16="http://schemas.microsoft.com/office/drawing/2014/main" id="{504CA55F-D399-4D95-8950-4625A041A4AE}"/>
              </a:ext>
            </a:extLst>
          </p:cNvPr>
          <p:cNvSpPr/>
          <p:nvPr/>
        </p:nvSpPr>
        <p:spPr>
          <a:xfrm>
            <a:off x="3314689" y="3937625"/>
            <a:ext cx="2785728" cy="1832984"/>
          </a:xfrm>
          <a:prstGeom prst="roundRect">
            <a:avLst>
              <a:gd name="adj" fmla="val 6852"/>
            </a:avLst>
          </a:prstGeom>
          <a:solidFill>
            <a:srgbClr val="92327C">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lIns="27432" rIns="18288" rtlCol="0" anchor="t" anchorCtr="1"/>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917" b="1" i="0" u="none" strike="noStrike" kern="1200" cap="none" spc="0" normalizeH="0" baseline="0" noProof="0">
                <a:ln>
                  <a:noFill/>
                </a:ln>
                <a:solidFill>
                  <a:srgbClr val="92327C"/>
                </a:solidFill>
                <a:effectLst/>
                <a:uLnTx/>
                <a:uFillTx/>
                <a:latin typeface="NimbusSanL" panose="00000500000000000000" pitchFamily="50" charset="0"/>
                <a:ea typeface="+mn-ea"/>
                <a:cs typeface="+mn-cs"/>
              </a:rPr>
              <a:t>Standardized derived elements</a:t>
            </a:r>
          </a:p>
        </p:txBody>
      </p:sp>
      <p:sp>
        <p:nvSpPr>
          <p:cNvPr id="8" name="Rectangle 29">
            <a:extLst>
              <a:ext uri="{FF2B5EF4-FFF2-40B4-BE49-F238E27FC236}">
                <a16:creationId xmlns:a16="http://schemas.microsoft.com/office/drawing/2014/main" id="{9EF7470A-FFFA-42FF-BC53-AD8D4B0C68C0}"/>
              </a:ext>
            </a:extLst>
          </p:cNvPr>
          <p:cNvSpPr/>
          <p:nvPr/>
        </p:nvSpPr>
        <p:spPr>
          <a:xfrm>
            <a:off x="6172658" y="2199318"/>
            <a:ext cx="2481000" cy="3571291"/>
          </a:xfrm>
          <a:prstGeom prst="roundRect">
            <a:avLst>
              <a:gd name="adj" fmla="val 3830"/>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lIns="27432" rIns="18288" rtlCol="0" anchor="t" anchorCtr="1"/>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lumMod val="50000"/>
                  </a:prstClr>
                </a:solidFill>
                <a:effectLst/>
                <a:uLnTx/>
                <a:uFillTx/>
                <a:latin typeface="NimbusSanL" panose="00000500000000000000" pitchFamily="50" charset="0"/>
                <a:ea typeface="+mn-ea"/>
                <a:cs typeface="+mn-cs"/>
              </a:rPr>
              <a:t>Standardized vocabularies</a:t>
            </a:r>
          </a:p>
        </p:txBody>
      </p:sp>
      <p:sp>
        <p:nvSpPr>
          <p:cNvPr id="9" name="Rectangle 30">
            <a:extLst>
              <a:ext uri="{FF2B5EF4-FFF2-40B4-BE49-F238E27FC236}">
                <a16:creationId xmlns:a16="http://schemas.microsoft.com/office/drawing/2014/main" id="{648B3DCA-23B9-4CEF-82B3-7515941668F3}"/>
              </a:ext>
            </a:extLst>
          </p:cNvPr>
          <p:cNvSpPr/>
          <p:nvPr/>
        </p:nvSpPr>
        <p:spPr>
          <a:xfrm>
            <a:off x="6169518" y="1326177"/>
            <a:ext cx="2481000" cy="828175"/>
          </a:xfrm>
          <a:prstGeom prst="roundRect">
            <a:avLst/>
          </a:prstGeom>
          <a:solidFill>
            <a:srgbClr val="55AFA1">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7432" rtlCol="0" anchor="t" anchorCtr="1"/>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5AFA1"/>
                </a:solidFill>
                <a:effectLst/>
                <a:uLnTx/>
                <a:uFillTx/>
                <a:latin typeface="NimbusSanL" panose="00000500000000000000" pitchFamily="50" charset="0"/>
                <a:ea typeface="+mn-ea"/>
                <a:cs typeface="+mn-cs"/>
              </a:rPr>
              <a:t>Standardized meta-data</a:t>
            </a:r>
          </a:p>
        </p:txBody>
      </p:sp>
      <p:sp>
        <p:nvSpPr>
          <p:cNvPr id="10" name="Rectangle 31">
            <a:extLst>
              <a:ext uri="{FF2B5EF4-FFF2-40B4-BE49-F238E27FC236}">
                <a16:creationId xmlns:a16="http://schemas.microsoft.com/office/drawing/2014/main" id="{5CEEBC9E-AB77-43A6-A368-08A1471E8AFF}"/>
              </a:ext>
            </a:extLst>
          </p:cNvPr>
          <p:cNvSpPr/>
          <p:nvPr/>
        </p:nvSpPr>
        <p:spPr>
          <a:xfrm>
            <a:off x="3314688" y="1326175"/>
            <a:ext cx="2786202" cy="1073813"/>
          </a:xfrm>
          <a:prstGeom prst="roundRect">
            <a:avLst>
              <a:gd name="adj" fmla="val 11056"/>
            </a:avLst>
          </a:prstGeom>
          <a:solidFill>
            <a:srgbClr val="40387C">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40387C"/>
                </a:solidFill>
                <a:effectLst/>
                <a:uLnTx/>
                <a:uFillTx/>
                <a:latin typeface="NimbusSanL" panose="00000500000000000000" pitchFamily="50" charset="0"/>
                <a:ea typeface="+mn-ea"/>
                <a:cs typeface="+mn-cs"/>
              </a:rPr>
              <a:t>Standardized health system data</a:t>
            </a:r>
          </a:p>
        </p:txBody>
      </p:sp>
      <p:sp>
        <p:nvSpPr>
          <p:cNvPr id="11" name="Rectangle 32">
            <a:extLst>
              <a:ext uri="{FF2B5EF4-FFF2-40B4-BE49-F238E27FC236}">
                <a16:creationId xmlns:a16="http://schemas.microsoft.com/office/drawing/2014/main" id="{46BA5DEB-EF40-40FA-899E-CBA94D238A7F}"/>
              </a:ext>
            </a:extLst>
          </p:cNvPr>
          <p:cNvSpPr/>
          <p:nvPr/>
        </p:nvSpPr>
        <p:spPr>
          <a:xfrm>
            <a:off x="392754" y="1407680"/>
            <a:ext cx="685972" cy="216534"/>
          </a:xfrm>
          <a:prstGeom prst="rect">
            <a:avLst/>
          </a:prstGeom>
          <a:solidFill>
            <a:srgbClr val="59B9D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Person</a:t>
            </a:r>
          </a:p>
        </p:txBody>
      </p:sp>
      <p:sp>
        <p:nvSpPr>
          <p:cNvPr id="12" name="Rectangle 33">
            <a:extLst>
              <a:ext uri="{FF2B5EF4-FFF2-40B4-BE49-F238E27FC236}">
                <a16:creationId xmlns:a16="http://schemas.microsoft.com/office/drawing/2014/main" id="{EA1A02F9-E1A1-4D46-A082-80B37F046FEC}"/>
              </a:ext>
            </a:extLst>
          </p:cNvPr>
          <p:cNvSpPr/>
          <p:nvPr/>
        </p:nvSpPr>
        <p:spPr>
          <a:xfrm>
            <a:off x="1024041" y="1680382"/>
            <a:ext cx="2002346" cy="216534"/>
          </a:xfrm>
          <a:prstGeom prst="rect">
            <a:avLst/>
          </a:prstGeom>
          <a:solidFill>
            <a:srgbClr val="59B9D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Observation period</a:t>
            </a:r>
          </a:p>
        </p:txBody>
      </p:sp>
      <p:sp>
        <p:nvSpPr>
          <p:cNvPr id="13" name="Rectangle 34">
            <a:extLst>
              <a:ext uri="{FF2B5EF4-FFF2-40B4-BE49-F238E27FC236}">
                <a16:creationId xmlns:a16="http://schemas.microsoft.com/office/drawing/2014/main" id="{C712A3B9-08DB-48D4-B805-4E53735C1CA6}"/>
              </a:ext>
            </a:extLst>
          </p:cNvPr>
          <p:cNvSpPr/>
          <p:nvPr/>
        </p:nvSpPr>
        <p:spPr>
          <a:xfrm>
            <a:off x="1024041" y="1991163"/>
            <a:ext cx="2002346" cy="216534"/>
          </a:xfrm>
          <a:prstGeom prst="rect">
            <a:avLst/>
          </a:prstGeom>
          <a:solidFill>
            <a:srgbClr val="59B9D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Specimen</a:t>
            </a:r>
          </a:p>
        </p:txBody>
      </p:sp>
      <p:sp>
        <p:nvSpPr>
          <p:cNvPr id="14" name="Rectangle 35">
            <a:extLst>
              <a:ext uri="{FF2B5EF4-FFF2-40B4-BE49-F238E27FC236}">
                <a16:creationId xmlns:a16="http://schemas.microsoft.com/office/drawing/2014/main" id="{07348CF5-BF20-46A9-9889-61C29BED8ACD}"/>
              </a:ext>
            </a:extLst>
          </p:cNvPr>
          <p:cNvSpPr/>
          <p:nvPr/>
        </p:nvSpPr>
        <p:spPr>
          <a:xfrm>
            <a:off x="1024041" y="2301944"/>
            <a:ext cx="2002346" cy="216534"/>
          </a:xfrm>
          <a:prstGeom prst="rect">
            <a:avLst/>
          </a:prstGeom>
          <a:solidFill>
            <a:srgbClr val="59B9D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Death</a:t>
            </a:r>
          </a:p>
        </p:txBody>
      </p:sp>
      <p:sp>
        <p:nvSpPr>
          <p:cNvPr id="15" name="Rectangle 36">
            <a:extLst>
              <a:ext uri="{FF2B5EF4-FFF2-40B4-BE49-F238E27FC236}">
                <a16:creationId xmlns:a16="http://schemas.microsoft.com/office/drawing/2014/main" id="{E22B4B10-318C-449E-AA09-4EC5C8FE8995}"/>
              </a:ext>
            </a:extLst>
          </p:cNvPr>
          <p:cNvSpPr/>
          <p:nvPr/>
        </p:nvSpPr>
        <p:spPr>
          <a:xfrm>
            <a:off x="1024043" y="2612725"/>
            <a:ext cx="2002345" cy="216534"/>
          </a:xfrm>
          <a:prstGeom prst="rect">
            <a:avLst/>
          </a:prstGeom>
          <a:solidFill>
            <a:srgbClr val="59B9D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Visit occurrence</a:t>
            </a:r>
          </a:p>
        </p:txBody>
      </p:sp>
      <p:sp>
        <p:nvSpPr>
          <p:cNvPr id="16" name="Rectangle 37">
            <a:extLst>
              <a:ext uri="{FF2B5EF4-FFF2-40B4-BE49-F238E27FC236}">
                <a16:creationId xmlns:a16="http://schemas.microsoft.com/office/drawing/2014/main" id="{F29D4307-3696-4AC4-95E3-E554E16FFDE8}"/>
              </a:ext>
            </a:extLst>
          </p:cNvPr>
          <p:cNvSpPr/>
          <p:nvPr/>
        </p:nvSpPr>
        <p:spPr>
          <a:xfrm>
            <a:off x="1350127" y="2928927"/>
            <a:ext cx="1667145" cy="190821"/>
          </a:xfrm>
          <a:prstGeom prst="rect">
            <a:avLst/>
          </a:prstGeom>
          <a:solidFill>
            <a:srgbClr val="59B9D3">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Procedure occurrence</a:t>
            </a:r>
          </a:p>
        </p:txBody>
      </p:sp>
      <p:sp>
        <p:nvSpPr>
          <p:cNvPr id="17" name="Rectangle 38">
            <a:extLst>
              <a:ext uri="{FF2B5EF4-FFF2-40B4-BE49-F238E27FC236}">
                <a16:creationId xmlns:a16="http://schemas.microsoft.com/office/drawing/2014/main" id="{D399D0AF-849D-4096-A1D6-E7E8ED219747}"/>
              </a:ext>
            </a:extLst>
          </p:cNvPr>
          <p:cNvSpPr/>
          <p:nvPr/>
        </p:nvSpPr>
        <p:spPr>
          <a:xfrm>
            <a:off x="1350127" y="3228935"/>
            <a:ext cx="1667145" cy="190821"/>
          </a:xfrm>
          <a:prstGeom prst="rect">
            <a:avLst/>
          </a:prstGeom>
          <a:solidFill>
            <a:srgbClr val="59B9D3">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Drug exposure</a:t>
            </a:r>
          </a:p>
        </p:txBody>
      </p:sp>
      <p:sp>
        <p:nvSpPr>
          <p:cNvPr id="18" name="Rectangle 39">
            <a:extLst>
              <a:ext uri="{FF2B5EF4-FFF2-40B4-BE49-F238E27FC236}">
                <a16:creationId xmlns:a16="http://schemas.microsoft.com/office/drawing/2014/main" id="{763F6770-7182-4016-822B-3150A5E3C7C6}"/>
              </a:ext>
            </a:extLst>
          </p:cNvPr>
          <p:cNvSpPr/>
          <p:nvPr/>
        </p:nvSpPr>
        <p:spPr>
          <a:xfrm>
            <a:off x="1350127" y="3528945"/>
            <a:ext cx="1667145" cy="190821"/>
          </a:xfrm>
          <a:prstGeom prst="rect">
            <a:avLst/>
          </a:prstGeom>
          <a:solidFill>
            <a:srgbClr val="59B9D3">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Device exposure</a:t>
            </a:r>
          </a:p>
        </p:txBody>
      </p:sp>
      <p:sp>
        <p:nvSpPr>
          <p:cNvPr id="19" name="Rectangle 40">
            <a:extLst>
              <a:ext uri="{FF2B5EF4-FFF2-40B4-BE49-F238E27FC236}">
                <a16:creationId xmlns:a16="http://schemas.microsoft.com/office/drawing/2014/main" id="{7D1B69FC-60B1-470D-96C1-534D2FC31AA1}"/>
              </a:ext>
            </a:extLst>
          </p:cNvPr>
          <p:cNvSpPr/>
          <p:nvPr/>
        </p:nvSpPr>
        <p:spPr>
          <a:xfrm>
            <a:off x="1350127" y="3828955"/>
            <a:ext cx="1667145" cy="190821"/>
          </a:xfrm>
          <a:prstGeom prst="rect">
            <a:avLst/>
          </a:prstGeom>
          <a:solidFill>
            <a:srgbClr val="59B9D3">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Condition occurrence</a:t>
            </a:r>
          </a:p>
        </p:txBody>
      </p:sp>
      <p:sp>
        <p:nvSpPr>
          <p:cNvPr id="20" name="Rectangle 41">
            <a:extLst>
              <a:ext uri="{FF2B5EF4-FFF2-40B4-BE49-F238E27FC236}">
                <a16:creationId xmlns:a16="http://schemas.microsoft.com/office/drawing/2014/main" id="{D109FCCA-9455-49A3-A290-ED0D2CD4EA6D}"/>
              </a:ext>
            </a:extLst>
          </p:cNvPr>
          <p:cNvSpPr/>
          <p:nvPr/>
        </p:nvSpPr>
        <p:spPr>
          <a:xfrm>
            <a:off x="1350127" y="4128963"/>
            <a:ext cx="1667145" cy="190821"/>
          </a:xfrm>
          <a:prstGeom prst="rect">
            <a:avLst/>
          </a:prstGeom>
          <a:solidFill>
            <a:srgbClr val="59B9D3">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Measurement</a:t>
            </a:r>
          </a:p>
        </p:txBody>
      </p:sp>
      <p:sp>
        <p:nvSpPr>
          <p:cNvPr id="21" name="Rectangle 42">
            <a:extLst>
              <a:ext uri="{FF2B5EF4-FFF2-40B4-BE49-F238E27FC236}">
                <a16:creationId xmlns:a16="http://schemas.microsoft.com/office/drawing/2014/main" id="{8A9B420F-25C8-492B-8B12-093062AF65DF}"/>
              </a:ext>
            </a:extLst>
          </p:cNvPr>
          <p:cNvSpPr/>
          <p:nvPr/>
        </p:nvSpPr>
        <p:spPr>
          <a:xfrm>
            <a:off x="1350127" y="4428972"/>
            <a:ext cx="1667145" cy="190821"/>
          </a:xfrm>
          <a:prstGeom prst="rect">
            <a:avLst/>
          </a:prstGeom>
          <a:solidFill>
            <a:srgbClr val="59B9D3">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Observation</a:t>
            </a:r>
          </a:p>
        </p:txBody>
      </p:sp>
      <p:sp>
        <p:nvSpPr>
          <p:cNvPr id="22" name="Rectangle 43">
            <a:extLst>
              <a:ext uri="{FF2B5EF4-FFF2-40B4-BE49-F238E27FC236}">
                <a16:creationId xmlns:a16="http://schemas.microsoft.com/office/drawing/2014/main" id="{4043281B-BF36-4239-8847-DF17B61A2EF2}"/>
              </a:ext>
            </a:extLst>
          </p:cNvPr>
          <p:cNvSpPr/>
          <p:nvPr/>
        </p:nvSpPr>
        <p:spPr>
          <a:xfrm>
            <a:off x="1350127" y="4728980"/>
            <a:ext cx="1667145" cy="190821"/>
          </a:xfrm>
          <a:prstGeom prst="rect">
            <a:avLst/>
          </a:prstGeom>
          <a:solidFill>
            <a:srgbClr val="59B9D3">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Note</a:t>
            </a:r>
          </a:p>
        </p:txBody>
      </p:sp>
      <p:sp>
        <p:nvSpPr>
          <p:cNvPr id="23" name="Rectangle 44">
            <a:extLst>
              <a:ext uri="{FF2B5EF4-FFF2-40B4-BE49-F238E27FC236}">
                <a16:creationId xmlns:a16="http://schemas.microsoft.com/office/drawing/2014/main" id="{8F5881C3-1625-4199-9886-CB97E58CB3EB}"/>
              </a:ext>
            </a:extLst>
          </p:cNvPr>
          <p:cNvSpPr/>
          <p:nvPr/>
        </p:nvSpPr>
        <p:spPr>
          <a:xfrm>
            <a:off x="1350126" y="5028990"/>
            <a:ext cx="1667144" cy="190821"/>
          </a:xfrm>
          <a:prstGeom prst="rect">
            <a:avLst/>
          </a:prstGeom>
          <a:solidFill>
            <a:srgbClr val="59B9D3">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Note NLP</a:t>
            </a:r>
          </a:p>
        </p:txBody>
      </p:sp>
      <p:sp>
        <p:nvSpPr>
          <p:cNvPr id="24" name="Rectangle 45">
            <a:extLst>
              <a:ext uri="{FF2B5EF4-FFF2-40B4-BE49-F238E27FC236}">
                <a16:creationId xmlns:a16="http://schemas.microsoft.com/office/drawing/2014/main" id="{469029C9-9A81-4E00-B7FE-6B5F6318C2BA}"/>
              </a:ext>
            </a:extLst>
          </p:cNvPr>
          <p:cNvSpPr/>
          <p:nvPr/>
        </p:nvSpPr>
        <p:spPr>
          <a:xfrm>
            <a:off x="1024041" y="5316145"/>
            <a:ext cx="2002346" cy="216534"/>
          </a:xfrm>
          <a:prstGeom prst="rect">
            <a:avLst/>
          </a:prstGeom>
          <a:solidFill>
            <a:srgbClr val="59B9D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Fact relationship</a:t>
            </a:r>
          </a:p>
        </p:txBody>
      </p:sp>
      <p:sp>
        <p:nvSpPr>
          <p:cNvPr id="25" name="Rectangle 46">
            <a:extLst>
              <a:ext uri="{FF2B5EF4-FFF2-40B4-BE49-F238E27FC236}">
                <a16:creationId xmlns:a16="http://schemas.microsoft.com/office/drawing/2014/main" id="{601CBC33-EF66-4A7A-9610-C96CF80CAD92}"/>
              </a:ext>
            </a:extLst>
          </p:cNvPr>
          <p:cNvSpPr/>
          <p:nvPr/>
        </p:nvSpPr>
        <p:spPr>
          <a:xfrm>
            <a:off x="4967289" y="1824052"/>
            <a:ext cx="1028843" cy="216534"/>
          </a:xfrm>
          <a:prstGeom prst="rect">
            <a:avLst/>
          </a:prstGeom>
          <a:solidFill>
            <a:srgbClr val="40387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Care site</a:t>
            </a:r>
          </a:p>
        </p:txBody>
      </p:sp>
      <p:sp>
        <p:nvSpPr>
          <p:cNvPr id="26" name="Rectangle 47">
            <a:extLst>
              <a:ext uri="{FF2B5EF4-FFF2-40B4-BE49-F238E27FC236}">
                <a16:creationId xmlns:a16="http://schemas.microsoft.com/office/drawing/2014/main" id="{41EB3EB7-8F7E-40FE-830C-3C6ED50F6E4A}"/>
              </a:ext>
            </a:extLst>
          </p:cNvPr>
          <p:cNvSpPr/>
          <p:nvPr/>
        </p:nvSpPr>
        <p:spPr>
          <a:xfrm>
            <a:off x="3595346" y="2501145"/>
            <a:ext cx="1770864" cy="216534"/>
          </a:xfrm>
          <a:prstGeom prst="rect">
            <a:avLst/>
          </a:prstGeom>
          <a:solidFill>
            <a:srgbClr val="ECA42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Payer plan period</a:t>
            </a:r>
          </a:p>
        </p:txBody>
      </p:sp>
      <p:sp>
        <p:nvSpPr>
          <p:cNvPr id="27" name="Rectangle 48">
            <a:extLst>
              <a:ext uri="{FF2B5EF4-FFF2-40B4-BE49-F238E27FC236}">
                <a16:creationId xmlns:a16="http://schemas.microsoft.com/office/drawing/2014/main" id="{B76E63AA-BE0C-403E-BE7C-1F2774783B7E}"/>
              </a:ext>
            </a:extLst>
          </p:cNvPr>
          <p:cNvSpPr/>
          <p:nvPr/>
        </p:nvSpPr>
        <p:spPr>
          <a:xfrm>
            <a:off x="6403503" y="1680859"/>
            <a:ext cx="1957015" cy="216534"/>
          </a:xfrm>
          <a:prstGeom prst="rect">
            <a:avLst/>
          </a:prstGeom>
          <a:solidFill>
            <a:srgbClr val="55AFA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CDM source</a:t>
            </a:r>
          </a:p>
        </p:txBody>
      </p:sp>
      <p:sp>
        <p:nvSpPr>
          <p:cNvPr id="28" name="Rectangle 49">
            <a:extLst>
              <a:ext uri="{FF2B5EF4-FFF2-40B4-BE49-F238E27FC236}">
                <a16:creationId xmlns:a16="http://schemas.microsoft.com/office/drawing/2014/main" id="{BCCF06C5-84F2-4BEF-B8B8-F0998E86CA83}"/>
              </a:ext>
            </a:extLst>
          </p:cNvPr>
          <p:cNvSpPr/>
          <p:nvPr/>
        </p:nvSpPr>
        <p:spPr>
          <a:xfrm>
            <a:off x="6403504" y="2258988"/>
            <a:ext cx="1957015" cy="21653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Concept</a:t>
            </a:r>
          </a:p>
        </p:txBody>
      </p:sp>
      <p:sp>
        <p:nvSpPr>
          <p:cNvPr id="29" name="Rectangle 50">
            <a:extLst>
              <a:ext uri="{FF2B5EF4-FFF2-40B4-BE49-F238E27FC236}">
                <a16:creationId xmlns:a16="http://schemas.microsoft.com/office/drawing/2014/main" id="{ECF37773-FFAF-4C0F-8F63-923A8E91E7C1}"/>
              </a:ext>
            </a:extLst>
          </p:cNvPr>
          <p:cNvSpPr/>
          <p:nvPr/>
        </p:nvSpPr>
        <p:spPr>
          <a:xfrm>
            <a:off x="6403504" y="2543144"/>
            <a:ext cx="1957015" cy="21653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Vocabulary</a:t>
            </a:r>
          </a:p>
        </p:txBody>
      </p:sp>
      <p:sp>
        <p:nvSpPr>
          <p:cNvPr id="30" name="Rectangle 51">
            <a:extLst>
              <a:ext uri="{FF2B5EF4-FFF2-40B4-BE49-F238E27FC236}">
                <a16:creationId xmlns:a16="http://schemas.microsoft.com/office/drawing/2014/main" id="{4FA4C5F1-737C-499F-90FB-91548E0A2C90}"/>
              </a:ext>
            </a:extLst>
          </p:cNvPr>
          <p:cNvSpPr/>
          <p:nvPr/>
        </p:nvSpPr>
        <p:spPr>
          <a:xfrm>
            <a:off x="6403504" y="2827300"/>
            <a:ext cx="1957015" cy="21653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Domain</a:t>
            </a:r>
          </a:p>
        </p:txBody>
      </p:sp>
      <p:sp>
        <p:nvSpPr>
          <p:cNvPr id="31" name="Rectangle 52">
            <a:extLst>
              <a:ext uri="{FF2B5EF4-FFF2-40B4-BE49-F238E27FC236}">
                <a16:creationId xmlns:a16="http://schemas.microsoft.com/office/drawing/2014/main" id="{C82F9DB4-5CC6-4C79-886D-F32A134CABCB}"/>
              </a:ext>
            </a:extLst>
          </p:cNvPr>
          <p:cNvSpPr/>
          <p:nvPr/>
        </p:nvSpPr>
        <p:spPr>
          <a:xfrm>
            <a:off x="6403504" y="3111457"/>
            <a:ext cx="1957015" cy="21653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Concept class</a:t>
            </a:r>
          </a:p>
        </p:txBody>
      </p:sp>
      <p:sp>
        <p:nvSpPr>
          <p:cNvPr id="32" name="Rectangle 53">
            <a:extLst>
              <a:ext uri="{FF2B5EF4-FFF2-40B4-BE49-F238E27FC236}">
                <a16:creationId xmlns:a16="http://schemas.microsoft.com/office/drawing/2014/main" id="{36918870-9290-4772-83E6-70EFF57963C4}"/>
              </a:ext>
            </a:extLst>
          </p:cNvPr>
          <p:cNvSpPr/>
          <p:nvPr/>
        </p:nvSpPr>
        <p:spPr>
          <a:xfrm>
            <a:off x="6403504" y="3395614"/>
            <a:ext cx="1957015" cy="21653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Concept relationship</a:t>
            </a:r>
          </a:p>
        </p:txBody>
      </p:sp>
      <p:sp>
        <p:nvSpPr>
          <p:cNvPr id="33" name="Rectangle 54">
            <a:extLst>
              <a:ext uri="{FF2B5EF4-FFF2-40B4-BE49-F238E27FC236}">
                <a16:creationId xmlns:a16="http://schemas.microsoft.com/office/drawing/2014/main" id="{6DC612D2-AEC5-43CA-AEF5-6AF20E3AE0B2}"/>
              </a:ext>
            </a:extLst>
          </p:cNvPr>
          <p:cNvSpPr/>
          <p:nvPr/>
        </p:nvSpPr>
        <p:spPr>
          <a:xfrm>
            <a:off x="6403504" y="3679770"/>
            <a:ext cx="1957015" cy="21653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Relationship</a:t>
            </a:r>
          </a:p>
        </p:txBody>
      </p:sp>
      <p:sp>
        <p:nvSpPr>
          <p:cNvPr id="34" name="Rectangle 55">
            <a:extLst>
              <a:ext uri="{FF2B5EF4-FFF2-40B4-BE49-F238E27FC236}">
                <a16:creationId xmlns:a16="http://schemas.microsoft.com/office/drawing/2014/main" id="{496E2181-7C66-4D86-99FA-29573CCF7E49}"/>
              </a:ext>
            </a:extLst>
          </p:cNvPr>
          <p:cNvSpPr/>
          <p:nvPr/>
        </p:nvSpPr>
        <p:spPr>
          <a:xfrm>
            <a:off x="3598058" y="4572749"/>
            <a:ext cx="1767365" cy="216534"/>
          </a:xfrm>
          <a:prstGeom prst="rect">
            <a:avLst/>
          </a:prstGeom>
          <a:solidFill>
            <a:srgbClr val="92327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Condition era</a:t>
            </a:r>
          </a:p>
        </p:txBody>
      </p:sp>
      <p:sp>
        <p:nvSpPr>
          <p:cNvPr id="35" name="Rectangle 56">
            <a:extLst>
              <a:ext uri="{FF2B5EF4-FFF2-40B4-BE49-F238E27FC236}">
                <a16:creationId xmlns:a16="http://schemas.microsoft.com/office/drawing/2014/main" id="{B2530F3C-1D1D-46B8-8EFF-834C1C9A63D4}"/>
              </a:ext>
            </a:extLst>
          </p:cNvPr>
          <p:cNvSpPr/>
          <p:nvPr/>
        </p:nvSpPr>
        <p:spPr>
          <a:xfrm>
            <a:off x="3598058" y="4865447"/>
            <a:ext cx="1767365" cy="216534"/>
          </a:xfrm>
          <a:prstGeom prst="rect">
            <a:avLst/>
          </a:prstGeom>
          <a:solidFill>
            <a:srgbClr val="92327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Drug era</a:t>
            </a:r>
          </a:p>
        </p:txBody>
      </p:sp>
      <p:sp>
        <p:nvSpPr>
          <p:cNvPr id="36" name="Rectangle 57">
            <a:extLst>
              <a:ext uri="{FF2B5EF4-FFF2-40B4-BE49-F238E27FC236}">
                <a16:creationId xmlns:a16="http://schemas.microsoft.com/office/drawing/2014/main" id="{E6CEFA81-4BC3-42AD-AC8D-7734F3DED46B}"/>
              </a:ext>
            </a:extLst>
          </p:cNvPr>
          <p:cNvSpPr/>
          <p:nvPr/>
        </p:nvSpPr>
        <p:spPr>
          <a:xfrm>
            <a:off x="3598058" y="5166140"/>
            <a:ext cx="1767365" cy="216534"/>
          </a:xfrm>
          <a:prstGeom prst="rect">
            <a:avLst/>
          </a:prstGeom>
          <a:solidFill>
            <a:srgbClr val="92327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Dose era</a:t>
            </a:r>
          </a:p>
        </p:txBody>
      </p:sp>
      <p:sp>
        <p:nvSpPr>
          <p:cNvPr id="37" name="Rectangle 58">
            <a:extLst>
              <a:ext uri="{FF2B5EF4-FFF2-40B4-BE49-F238E27FC236}">
                <a16:creationId xmlns:a16="http://schemas.microsoft.com/office/drawing/2014/main" id="{3141EDAE-6453-4C37-93F3-4062060A47F7}"/>
              </a:ext>
            </a:extLst>
          </p:cNvPr>
          <p:cNvSpPr/>
          <p:nvPr/>
        </p:nvSpPr>
        <p:spPr>
          <a:xfrm>
            <a:off x="3479864" y="1824052"/>
            <a:ext cx="1028843" cy="216534"/>
          </a:xfrm>
          <a:prstGeom prst="rect">
            <a:avLst/>
          </a:prstGeom>
          <a:solidFill>
            <a:srgbClr val="40387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Location</a:t>
            </a:r>
          </a:p>
        </p:txBody>
      </p:sp>
      <p:sp>
        <p:nvSpPr>
          <p:cNvPr id="38" name="Rectangle 59">
            <a:extLst>
              <a:ext uri="{FF2B5EF4-FFF2-40B4-BE49-F238E27FC236}">
                <a16:creationId xmlns:a16="http://schemas.microsoft.com/office/drawing/2014/main" id="{78E04022-7C6E-4BEF-A253-9E6130287CDA}"/>
              </a:ext>
            </a:extLst>
          </p:cNvPr>
          <p:cNvSpPr/>
          <p:nvPr/>
        </p:nvSpPr>
        <p:spPr>
          <a:xfrm>
            <a:off x="3595346" y="3065393"/>
            <a:ext cx="1770864" cy="216534"/>
          </a:xfrm>
          <a:prstGeom prst="rect">
            <a:avLst/>
          </a:prstGeom>
          <a:solidFill>
            <a:srgbClr val="ECA42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Cost</a:t>
            </a:r>
          </a:p>
        </p:txBody>
      </p:sp>
      <p:sp>
        <p:nvSpPr>
          <p:cNvPr id="39" name="Rectangle 60">
            <a:extLst>
              <a:ext uri="{FF2B5EF4-FFF2-40B4-BE49-F238E27FC236}">
                <a16:creationId xmlns:a16="http://schemas.microsoft.com/office/drawing/2014/main" id="{349344E6-3830-4AB1-97AB-B3B40C6159AD}"/>
              </a:ext>
            </a:extLst>
          </p:cNvPr>
          <p:cNvSpPr/>
          <p:nvPr/>
        </p:nvSpPr>
        <p:spPr>
          <a:xfrm>
            <a:off x="3595346" y="3990745"/>
            <a:ext cx="1770864" cy="216534"/>
          </a:xfrm>
          <a:prstGeom prst="rect">
            <a:avLst/>
          </a:prstGeom>
          <a:solidFill>
            <a:srgbClr val="92327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Cohort</a:t>
            </a:r>
          </a:p>
        </p:txBody>
      </p:sp>
      <p:sp>
        <p:nvSpPr>
          <p:cNvPr id="40" name="Rectangle 61">
            <a:extLst>
              <a:ext uri="{FF2B5EF4-FFF2-40B4-BE49-F238E27FC236}">
                <a16:creationId xmlns:a16="http://schemas.microsoft.com/office/drawing/2014/main" id="{DFA4E248-AEF2-4F3E-8411-A1ED3B774C97}"/>
              </a:ext>
            </a:extLst>
          </p:cNvPr>
          <p:cNvSpPr/>
          <p:nvPr/>
        </p:nvSpPr>
        <p:spPr>
          <a:xfrm>
            <a:off x="3595346" y="4273450"/>
            <a:ext cx="1770864" cy="216534"/>
          </a:xfrm>
          <a:prstGeom prst="rect">
            <a:avLst/>
          </a:prstGeom>
          <a:solidFill>
            <a:srgbClr val="92327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Cohort attribute</a:t>
            </a:r>
          </a:p>
        </p:txBody>
      </p:sp>
      <p:sp>
        <p:nvSpPr>
          <p:cNvPr id="41" name="Rectangle 62">
            <a:extLst>
              <a:ext uri="{FF2B5EF4-FFF2-40B4-BE49-F238E27FC236}">
                <a16:creationId xmlns:a16="http://schemas.microsoft.com/office/drawing/2014/main" id="{851D7C7A-7011-4075-A6AC-533CCC14D729}"/>
              </a:ext>
            </a:extLst>
          </p:cNvPr>
          <p:cNvSpPr/>
          <p:nvPr/>
        </p:nvSpPr>
        <p:spPr>
          <a:xfrm>
            <a:off x="6403504" y="3963927"/>
            <a:ext cx="1957015" cy="21653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Concept synonym</a:t>
            </a:r>
          </a:p>
        </p:txBody>
      </p:sp>
      <p:sp>
        <p:nvSpPr>
          <p:cNvPr id="42" name="Rectangle 63">
            <a:extLst>
              <a:ext uri="{FF2B5EF4-FFF2-40B4-BE49-F238E27FC236}">
                <a16:creationId xmlns:a16="http://schemas.microsoft.com/office/drawing/2014/main" id="{B829426E-5DFB-482F-BC32-3A616D82046E}"/>
              </a:ext>
            </a:extLst>
          </p:cNvPr>
          <p:cNvSpPr/>
          <p:nvPr/>
        </p:nvSpPr>
        <p:spPr>
          <a:xfrm>
            <a:off x="6403504" y="4248083"/>
            <a:ext cx="1957015" cy="21653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Concept ancestor</a:t>
            </a:r>
          </a:p>
        </p:txBody>
      </p:sp>
      <p:sp>
        <p:nvSpPr>
          <p:cNvPr id="43" name="Rectangle 64">
            <a:extLst>
              <a:ext uri="{FF2B5EF4-FFF2-40B4-BE49-F238E27FC236}">
                <a16:creationId xmlns:a16="http://schemas.microsoft.com/office/drawing/2014/main" id="{2C0EAD81-13DC-4EEF-A90C-ACD60B89450A}"/>
              </a:ext>
            </a:extLst>
          </p:cNvPr>
          <p:cNvSpPr/>
          <p:nvPr/>
        </p:nvSpPr>
        <p:spPr>
          <a:xfrm>
            <a:off x="6403504" y="4532239"/>
            <a:ext cx="1957015" cy="21653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Source-to-concept map</a:t>
            </a:r>
          </a:p>
        </p:txBody>
      </p:sp>
      <p:sp>
        <p:nvSpPr>
          <p:cNvPr id="44" name="Rectangle 65">
            <a:extLst>
              <a:ext uri="{FF2B5EF4-FFF2-40B4-BE49-F238E27FC236}">
                <a16:creationId xmlns:a16="http://schemas.microsoft.com/office/drawing/2014/main" id="{E1E0535E-D3F4-4EF2-A07A-F024C1EB0338}"/>
              </a:ext>
            </a:extLst>
          </p:cNvPr>
          <p:cNvSpPr/>
          <p:nvPr/>
        </p:nvSpPr>
        <p:spPr>
          <a:xfrm>
            <a:off x="6403504" y="4816395"/>
            <a:ext cx="1957015" cy="21653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Drug strength</a:t>
            </a:r>
          </a:p>
        </p:txBody>
      </p:sp>
      <p:sp>
        <p:nvSpPr>
          <p:cNvPr id="45" name="Rectangle 66">
            <a:extLst>
              <a:ext uri="{FF2B5EF4-FFF2-40B4-BE49-F238E27FC236}">
                <a16:creationId xmlns:a16="http://schemas.microsoft.com/office/drawing/2014/main" id="{9603646B-264D-4C80-B2B9-71F6126951B9}"/>
              </a:ext>
            </a:extLst>
          </p:cNvPr>
          <p:cNvSpPr/>
          <p:nvPr/>
        </p:nvSpPr>
        <p:spPr>
          <a:xfrm>
            <a:off x="6403504" y="5100552"/>
            <a:ext cx="1957015" cy="21653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Cohort definition</a:t>
            </a:r>
          </a:p>
        </p:txBody>
      </p:sp>
      <p:sp>
        <p:nvSpPr>
          <p:cNvPr id="46" name="Rectangle 67">
            <a:extLst>
              <a:ext uri="{FF2B5EF4-FFF2-40B4-BE49-F238E27FC236}">
                <a16:creationId xmlns:a16="http://schemas.microsoft.com/office/drawing/2014/main" id="{0EB675E3-D8E7-4939-BCFF-5E403E886843}"/>
              </a:ext>
            </a:extLst>
          </p:cNvPr>
          <p:cNvSpPr/>
          <p:nvPr/>
        </p:nvSpPr>
        <p:spPr>
          <a:xfrm>
            <a:off x="6403504" y="5384705"/>
            <a:ext cx="1957015" cy="21653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Attribute definition</a:t>
            </a:r>
          </a:p>
        </p:txBody>
      </p:sp>
      <p:cxnSp>
        <p:nvCxnSpPr>
          <p:cNvPr id="47" name="Connector: Elbow 69">
            <a:extLst>
              <a:ext uri="{FF2B5EF4-FFF2-40B4-BE49-F238E27FC236}">
                <a16:creationId xmlns:a16="http://schemas.microsoft.com/office/drawing/2014/main" id="{21851AF6-66E1-4D42-A982-44483A575364}"/>
              </a:ext>
            </a:extLst>
          </p:cNvPr>
          <p:cNvCxnSpPr>
            <a:cxnSpLocks/>
            <a:stCxn id="11" idx="2"/>
            <a:endCxn id="64" idx="1"/>
          </p:cNvCxnSpPr>
          <p:nvPr/>
        </p:nvCxnSpPr>
        <p:spPr>
          <a:xfrm rot="16200000" flipH="1">
            <a:off x="2541508" y="-181555"/>
            <a:ext cx="620012" cy="4231549"/>
          </a:xfrm>
          <a:prstGeom prst="bentConnector2">
            <a:avLst/>
          </a:prstGeom>
          <a:ln w="285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70">
            <a:extLst>
              <a:ext uri="{FF2B5EF4-FFF2-40B4-BE49-F238E27FC236}">
                <a16:creationId xmlns:a16="http://schemas.microsoft.com/office/drawing/2014/main" id="{971DC3DB-71C9-47F9-9C92-CD5F72E1D597}"/>
              </a:ext>
            </a:extLst>
          </p:cNvPr>
          <p:cNvCxnSpPr>
            <a:cxnSpLocks/>
          </p:cNvCxnSpPr>
          <p:nvPr/>
        </p:nvCxnSpPr>
        <p:spPr>
          <a:xfrm rot="16200000" flipH="1">
            <a:off x="1718411" y="685596"/>
            <a:ext cx="894264" cy="2859607"/>
          </a:xfrm>
          <a:prstGeom prst="bentConnector2">
            <a:avLst/>
          </a:prstGeom>
          <a:ln w="285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71">
            <a:extLst>
              <a:ext uri="{FF2B5EF4-FFF2-40B4-BE49-F238E27FC236}">
                <a16:creationId xmlns:a16="http://schemas.microsoft.com/office/drawing/2014/main" id="{72856B5F-A592-4D68-844D-8E03E503C266}"/>
              </a:ext>
            </a:extLst>
          </p:cNvPr>
          <p:cNvCxnSpPr>
            <a:stCxn id="11" idx="2"/>
            <a:endCxn id="17" idx="1"/>
          </p:cNvCxnSpPr>
          <p:nvPr/>
        </p:nvCxnSpPr>
        <p:spPr>
          <a:xfrm rot="16200000" flipH="1">
            <a:off x="192867" y="2167086"/>
            <a:ext cx="1700132" cy="614387"/>
          </a:xfrm>
          <a:prstGeom prst="bentConnector2">
            <a:avLst/>
          </a:prstGeom>
          <a:ln w="285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72">
            <a:extLst>
              <a:ext uri="{FF2B5EF4-FFF2-40B4-BE49-F238E27FC236}">
                <a16:creationId xmlns:a16="http://schemas.microsoft.com/office/drawing/2014/main" id="{2C0CCDD6-66AF-4B44-B0BB-1B3BA7CB3A1D}"/>
              </a:ext>
            </a:extLst>
          </p:cNvPr>
          <p:cNvCxnSpPr>
            <a:stCxn id="11" idx="2"/>
            <a:endCxn id="18" idx="1"/>
          </p:cNvCxnSpPr>
          <p:nvPr/>
        </p:nvCxnSpPr>
        <p:spPr>
          <a:xfrm rot="16200000" flipH="1">
            <a:off x="42862" y="2317091"/>
            <a:ext cx="2000142" cy="614387"/>
          </a:xfrm>
          <a:prstGeom prst="bentConnector2">
            <a:avLst/>
          </a:prstGeom>
          <a:ln w="285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or: Elbow 73">
            <a:extLst>
              <a:ext uri="{FF2B5EF4-FFF2-40B4-BE49-F238E27FC236}">
                <a16:creationId xmlns:a16="http://schemas.microsoft.com/office/drawing/2014/main" id="{0B14D38C-50D1-442A-B36F-C38AF9696EAE}"/>
              </a:ext>
            </a:extLst>
          </p:cNvPr>
          <p:cNvCxnSpPr>
            <a:stCxn id="11" idx="2"/>
            <a:endCxn id="19" idx="1"/>
          </p:cNvCxnSpPr>
          <p:nvPr/>
        </p:nvCxnSpPr>
        <p:spPr>
          <a:xfrm rot="16200000" flipH="1">
            <a:off x="-107143" y="2467096"/>
            <a:ext cx="2300152" cy="614387"/>
          </a:xfrm>
          <a:prstGeom prst="bentConnector2">
            <a:avLst/>
          </a:prstGeom>
          <a:ln w="285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nector: Elbow 74">
            <a:extLst>
              <a:ext uri="{FF2B5EF4-FFF2-40B4-BE49-F238E27FC236}">
                <a16:creationId xmlns:a16="http://schemas.microsoft.com/office/drawing/2014/main" id="{75F6D2AC-2FBD-4A0C-A4C0-F484D20A4D08}"/>
              </a:ext>
            </a:extLst>
          </p:cNvPr>
          <p:cNvCxnSpPr>
            <a:stCxn id="11" idx="2"/>
            <a:endCxn id="20" idx="1"/>
          </p:cNvCxnSpPr>
          <p:nvPr/>
        </p:nvCxnSpPr>
        <p:spPr>
          <a:xfrm rot="16200000" flipH="1">
            <a:off x="-257147" y="2617100"/>
            <a:ext cx="2600160" cy="614387"/>
          </a:xfrm>
          <a:prstGeom prst="bentConnector2">
            <a:avLst/>
          </a:prstGeom>
          <a:ln w="285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75">
            <a:extLst>
              <a:ext uri="{FF2B5EF4-FFF2-40B4-BE49-F238E27FC236}">
                <a16:creationId xmlns:a16="http://schemas.microsoft.com/office/drawing/2014/main" id="{5322879F-FF64-44CC-B054-A3504A677BD2}"/>
              </a:ext>
            </a:extLst>
          </p:cNvPr>
          <p:cNvCxnSpPr>
            <a:cxnSpLocks/>
            <a:stCxn id="11" idx="2"/>
            <a:endCxn id="22" idx="1"/>
          </p:cNvCxnSpPr>
          <p:nvPr/>
        </p:nvCxnSpPr>
        <p:spPr>
          <a:xfrm rot="16200000" flipH="1">
            <a:off x="-557155" y="2917108"/>
            <a:ext cx="3200177" cy="614387"/>
          </a:xfrm>
          <a:prstGeom prst="bentConnector2">
            <a:avLst/>
          </a:prstGeom>
          <a:ln w="285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76">
            <a:extLst>
              <a:ext uri="{FF2B5EF4-FFF2-40B4-BE49-F238E27FC236}">
                <a16:creationId xmlns:a16="http://schemas.microsoft.com/office/drawing/2014/main" id="{A6D2AF90-1E88-458F-B02B-B50A778E0DC5}"/>
              </a:ext>
            </a:extLst>
          </p:cNvPr>
          <p:cNvCxnSpPr>
            <a:cxnSpLocks/>
            <a:stCxn id="22" idx="3"/>
            <a:endCxn id="25" idx="2"/>
          </p:cNvCxnSpPr>
          <p:nvPr/>
        </p:nvCxnSpPr>
        <p:spPr>
          <a:xfrm flipV="1">
            <a:off x="3017272" y="2040586"/>
            <a:ext cx="2464439" cy="2783805"/>
          </a:xfrm>
          <a:prstGeom prst="bentConnector2">
            <a:avLst/>
          </a:prstGeom>
          <a:ln w="285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Connector: Elbow 77">
            <a:extLst>
              <a:ext uri="{FF2B5EF4-FFF2-40B4-BE49-F238E27FC236}">
                <a16:creationId xmlns:a16="http://schemas.microsoft.com/office/drawing/2014/main" id="{D8249495-85BB-42F7-8E00-51A085E03348}"/>
              </a:ext>
            </a:extLst>
          </p:cNvPr>
          <p:cNvCxnSpPr>
            <a:cxnSpLocks/>
            <a:stCxn id="25" idx="2"/>
            <a:endCxn id="15" idx="3"/>
          </p:cNvCxnSpPr>
          <p:nvPr/>
        </p:nvCxnSpPr>
        <p:spPr>
          <a:xfrm rot="5400000">
            <a:off x="3913847" y="1153128"/>
            <a:ext cx="680406" cy="2455323"/>
          </a:xfrm>
          <a:prstGeom prst="bentConnector2">
            <a:avLst/>
          </a:prstGeom>
          <a:ln w="28575">
            <a:noFill/>
            <a:tailEnd type="triangle"/>
          </a:ln>
        </p:spPr>
        <p:style>
          <a:lnRef idx="1">
            <a:schemeClr val="accent1"/>
          </a:lnRef>
          <a:fillRef idx="0">
            <a:schemeClr val="accent1"/>
          </a:fillRef>
          <a:effectRef idx="0">
            <a:schemeClr val="accent1"/>
          </a:effectRef>
          <a:fontRef idx="minor">
            <a:schemeClr val="tx1"/>
          </a:fontRef>
        </p:style>
      </p:cxnSp>
      <p:cxnSp>
        <p:nvCxnSpPr>
          <p:cNvPr id="56" name="Connector: Elbow 78">
            <a:extLst>
              <a:ext uri="{FF2B5EF4-FFF2-40B4-BE49-F238E27FC236}">
                <a16:creationId xmlns:a16="http://schemas.microsoft.com/office/drawing/2014/main" id="{583CAD1C-6FFA-4645-85B1-9B467C3A7260}"/>
              </a:ext>
            </a:extLst>
          </p:cNvPr>
          <p:cNvCxnSpPr>
            <a:cxnSpLocks/>
            <a:stCxn id="25" idx="2"/>
            <a:endCxn id="16" idx="3"/>
          </p:cNvCxnSpPr>
          <p:nvPr/>
        </p:nvCxnSpPr>
        <p:spPr>
          <a:xfrm rot="5400000">
            <a:off x="3757616" y="1300243"/>
            <a:ext cx="983752" cy="2464439"/>
          </a:xfrm>
          <a:prstGeom prst="bentConnector2">
            <a:avLst/>
          </a:prstGeom>
          <a:ln w="285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79">
            <a:extLst>
              <a:ext uri="{FF2B5EF4-FFF2-40B4-BE49-F238E27FC236}">
                <a16:creationId xmlns:a16="http://schemas.microsoft.com/office/drawing/2014/main" id="{4769FAED-D4F1-4A93-BCE8-5362DA21D20C}"/>
              </a:ext>
            </a:extLst>
          </p:cNvPr>
          <p:cNvCxnSpPr>
            <a:cxnSpLocks/>
            <a:stCxn id="25" idx="2"/>
            <a:endCxn id="17" idx="3"/>
          </p:cNvCxnSpPr>
          <p:nvPr/>
        </p:nvCxnSpPr>
        <p:spPr>
          <a:xfrm rot="5400000">
            <a:off x="3607612" y="1450247"/>
            <a:ext cx="1283760" cy="2464439"/>
          </a:xfrm>
          <a:prstGeom prst="bentConnector2">
            <a:avLst/>
          </a:prstGeom>
          <a:ln w="285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onnector: Elbow 80">
            <a:extLst>
              <a:ext uri="{FF2B5EF4-FFF2-40B4-BE49-F238E27FC236}">
                <a16:creationId xmlns:a16="http://schemas.microsoft.com/office/drawing/2014/main" id="{E151AF65-0FCD-4FCB-A03F-103D23847241}"/>
              </a:ext>
            </a:extLst>
          </p:cNvPr>
          <p:cNvCxnSpPr>
            <a:cxnSpLocks/>
            <a:stCxn id="25" idx="2"/>
            <a:endCxn id="18" idx="3"/>
          </p:cNvCxnSpPr>
          <p:nvPr/>
        </p:nvCxnSpPr>
        <p:spPr>
          <a:xfrm rot="5400000">
            <a:off x="3457607" y="1600252"/>
            <a:ext cx="1583770" cy="2464439"/>
          </a:xfrm>
          <a:prstGeom prst="bentConnector2">
            <a:avLst/>
          </a:prstGeom>
          <a:ln w="285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81">
            <a:extLst>
              <a:ext uri="{FF2B5EF4-FFF2-40B4-BE49-F238E27FC236}">
                <a16:creationId xmlns:a16="http://schemas.microsoft.com/office/drawing/2014/main" id="{10A7E95F-DB80-45CC-9B61-01BA21B2A19E}"/>
              </a:ext>
            </a:extLst>
          </p:cNvPr>
          <p:cNvCxnSpPr>
            <a:cxnSpLocks/>
            <a:stCxn id="25" idx="2"/>
            <a:endCxn id="19" idx="3"/>
          </p:cNvCxnSpPr>
          <p:nvPr/>
        </p:nvCxnSpPr>
        <p:spPr>
          <a:xfrm rot="5400000">
            <a:off x="3307602" y="1750257"/>
            <a:ext cx="1883780" cy="2464439"/>
          </a:xfrm>
          <a:prstGeom prst="bentConnector2">
            <a:avLst/>
          </a:prstGeom>
          <a:ln w="285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82">
            <a:extLst>
              <a:ext uri="{FF2B5EF4-FFF2-40B4-BE49-F238E27FC236}">
                <a16:creationId xmlns:a16="http://schemas.microsoft.com/office/drawing/2014/main" id="{8C68D064-ED00-4182-B62A-D7674008C364}"/>
              </a:ext>
            </a:extLst>
          </p:cNvPr>
          <p:cNvCxnSpPr>
            <a:cxnSpLocks/>
            <a:stCxn id="25" idx="2"/>
            <a:endCxn id="20" idx="3"/>
          </p:cNvCxnSpPr>
          <p:nvPr/>
        </p:nvCxnSpPr>
        <p:spPr>
          <a:xfrm rot="5400000">
            <a:off x="3157598" y="1900261"/>
            <a:ext cx="2183788" cy="2464439"/>
          </a:xfrm>
          <a:prstGeom prst="bentConnector2">
            <a:avLst/>
          </a:prstGeom>
          <a:ln w="285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83">
            <a:extLst>
              <a:ext uri="{FF2B5EF4-FFF2-40B4-BE49-F238E27FC236}">
                <a16:creationId xmlns:a16="http://schemas.microsoft.com/office/drawing/2014/main" id="{0ACC55CF-5485-4FF4-AD9D-B4467C48B6BB}"/>
              </a:ext>
            </a:extLst>
          </p:cNvPr>
          <p:cNvCxnSpPr>
            <a:cxnSpLocks/>
            <a:stCxn id="25" idx="2"/>
            <a:endCxn id="21" idx="3"/>
          </p:cNvCxnSpPr>
          <p:nvPr/>
        </p:nvCxnSpPr>
        <p:spPr>
          <a:xfrm rot="5400000">
            <a:off x="3007594" y="2050265"/>
            <a:ext cx="2483797" cy="2464439"/>
          </a:xfrm>
          <a:prstGeom prst="bentConnector2">
            <a:avLst/>
          </a:prstGeom>
          <a:ln w="285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nector: Elbow 84">
            <a:extLst>
              <a:ext uri="{FF2B5EF4-FFF2-40B4-BE49-F238E27FC236}">
                <a16:creationId xmlns:a16="http://schemas.microsoft.com/office/drawing/2014/main" id="{0C629139-2EE4-4209-8526-25AB64C68719}"/>
              </a:ext>
            </a:extLst>
          </p:cNvPr>
          <p:cNvCxnSpPr>
            <a:cxnSpLocks/>
            <a:stCxn id="15" idx="2"/>
            <a:endCxn id="38" idx="0"/>
          </p:cNvCxnSpPr>
          <p:nvPr/>
        </p:nvCxnSpPr>
        <p:spPr>
          <a:xfrm rot="16200000" flipH="1">
            <a:off x="3134930" y="1719545"/>
            <a:ext cx="236134" cy="2455562"/>
          </a:xfrm>
          <a:prstGeom prst="bentConnector3">
            <a:avLst>
              <a:gd name="adj1" fmla="val 50000"/>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Connector: Elbow 85">
            <a:extLst>
              <a:ext uri="{FF2B5EF4-FFF2-40B4-BE49-F238E27FC236}">
                <a16:creationId xmlns:a16="http://schemas.microsoft.com/office/drawing/2014/main" id="{7CD87AA8-131B-489F-8615-9D987C7B27DC}"/>
              </a:ext>
            </a:extLst>
          </p:cNvPr>
          <p:cNvCxnSpPr>
            <a:cxnSpLocks/>
            <a:stCxn id="17" idx="2"/>
            <a:endCxn id="38" idx="2"/>
          </p:cNvCxnSpPr>
          <p:nvPr/>
        </p:nvCxnSpPr>
        <p:spPr>
          <a:xfrm rot="5400000" flipH="1" flipV="1">
            <a:off x="3263324" y="2202303"/>
            <a:ext cx="137829" cy="2297078"/>
          </a:xfrm>
          <a:prstGeom prst="bentConnector3">
            <a:avLst>
              <a:gd name="adj1" fmla="val -165858"/>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4" name="Rectangle 86">
            <a:extLst>
              <a:ext uri="{FF2B5EF4-FFF2-40B4-BE49-F238E27FC236}">
                <a16:creationId xmlns:a16="http://schemas.microsoft.com/office/drawing/2014/main" id="{9B3395D7-801C-4AFE-91FD-1F2E4389A7AC}"/>
              </a:ext>
            </a:extLst>
          </p:cNvPr>
          <p:cNvSpPr/>
          <p:nvPr/>
        </p:nvSpPr>
        <p:spPr>
          <a:xfrm>
            <a:off x="4967289" y="2135959"/>
            <a:ext cx="1028843" cy="216534"/>
          </a:xfrm>
          <a:prstGeom prst="rect">
            <a:avLst/>
          </a:prstGeom>
          <a:solidFill>
            <a:srgbClr val="40387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9144" rIns="45720" bIns="27432" rtlCol="0" anchor="ctr">
            <a:spAutoFit/>
          </a:bodyPr>
          <a:lstStyle/>
          <a:p>
            <a:pPr marL="0" marR="0" lvl="0" indent="0" algn="ctr" defTabSz="608461"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a:ln>
                  <a:noFill/>
                </a:ln>
                <a:solidFill>
                  <a:prstClr val="white"/>
                </a:solidFill>
                <a:effectLst/>
                <a:uLnTx/>
                <a:uFillTx/>
                <a:latin typeface="NimbusSanL" panose="00000500000000000000" pitchFamily="50" charset="0"/>
                <a:ea typeface="+mn-ea"/>
                <a:cs typeface="+mn-cs"/>
              </a:rPr>
              <a:t>Provider</a:t>
            </a:r>
          </a:p>
        </p:txBody>
      </p:sp>
      <p:cxnSp>
        <p:nvCxnSpPr>
          <p:cNvPr id="65" name="Verbindingslijn: gebogen 64">
            <a:extLst>
              <a:ext uri="{FF2B5EF4-FFF2-40B4-BE49-F238E27FC236}">
                <a16:creationId xmlns:a16="http://schemas.microsoft.com/office/drawing/2014/main" id="{B49FEF7D-8939-4253-AD68-89C2E67FF163}"/>
              </a:ext>
            </a:extLst>
          </p:cNvPr>
          <p:cNvCxnSpPr>
            <a:cxnSpLocks/>
            <a:stCxn id="11" idx="2"/>
            <a:endCxn id="12" idx="1"/>
          </p:cNvCxnSpPr>
          <p:nvPr/>
        </p:nvCxnSpPr>
        <p:spPr>
          <a:xfrm rot="16200000" flipH="1">
            <a:off x="797673" y="1562280"/>
            <a:ext cx="164435" cy="288301"/>
          </a:xfrm>
          <a:prstGeom prst="bentConnector2">
            <a:avLst/>
          </a:prstGeom>
          <a:ln w="285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Verbindingslijn: gebogen 65">
            <a:extLst>
              <a:ext uri="{FF2B5EF4-FFF2-40B4-BE49-F238E27FC236}">
                <a16:creationId xmlns:a16="http://schemas.microsoft.com/office/drawing/2014/main" id="{E259D865-EB0C-48CC-AC49-F065A53AABFA}"/>
              </a:ext>
            </a:extLst>
          </p:cNvPr>
          <p:cNvCxnSpPr>
            <a:cxnSpLocks/>
            <a:stCxn id="11" idx="2"/>
            <a:endCxn id="13" idx="1"/>
          </p:cNvCxnSpPr>
          <p:nvPr/>
        </p:nvCxnSpPr>
        <p:spPr>
          <a:xfrm rot="16200000" flipH="1">
            <a:off x="642282" y="1717671"/>
            <a:ext cx="475216" cy="288301"/>
          </a:xfrm>
          <a:prstGeom prst="bentConnector2">
            <a:avLst/>
          </a:prstGeom>
          <a:ln w="285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7" name="Verbindingslijn: gebogen 66">
            <a:extLst>
              <a:ext uri="{FF2B5EF4-FFF2-40B4-BE49-F238E27FC236}">
                <a16:creationId xmlns:a16="http://schemas.microsoft.com/office/drawing/2014/main" id="{6F733B29-1111-4B47-B1C2-2F819EDA956B}"/>
              </a:ext>
            </a:extLst>
          </p:cNvPr>
          <p:cNvCxnSpPr>
            <a:cxnSpLocks/>
            <a:stCxn id="11" idx="2"/>
            <a:endCxn id="14" idx="1"/>
          </p:cNvCxnSpPr>
          <p:nvPr/>
        </p:nvCxnSpPr>
        <p:spPr>
          <a:xfrm rot="16200000" flipH="1">
            <a:off x="486892" y="1873061"/>
            <a:ext cx="785997" cy="288301"/>
          </a:xfrm>
          <a:prstGeom prst="bentConnector2">
            <a:avLst/>
          </a:prstGeom>
          <a:ln w="285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8" name="Verbindingslijn: gebogen 67">
            <a:extLst>
              <a:ext uri="{FF2B5EF4-FFF2-40B4-BE49-F238E27FC236}">
                <a16:creationId xmlns:a16="http://schemas.microsoft.com/office/drawing/2014/main" id="{5C029ED0-2AAC-4531-8BBF-502A2A53CFB4}"/>
              </a:ext>
            </a:extLst>
          </p:cNvPr>
          <p:cNvCxnSpPr>
            <a:cxnSpLocks/>
            <a:stCxn id="11" idx="2"/>
            <a:endCxn id="37" idx="1"/>
          </p:cNvCxnSpPr>
          <p:nvPr/>
        </p:nvCxnSpPr>
        <p:spPr>
          <a:xfrm rot="16200000" flipH="1">
            <a:off x="1953750" y="406204"/>
            <a:ext cx="308105" cy="2744124"/>
          </a:xfrm>
          <a:prstGeom prst="bentConnector2">
            <a:avLst/>
          </a:prstGeom>
          <a:ln w="285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9" name="Rechte verbindingslijn met pijl 68">
            <a:extLst>
              <a:ext uri="{FF2B5EF4-FFF2-40B4-BE49-F238E27FC236}">
                <a16:creationId xmlns:a16="http://schemas.microsoft.com/office/drawing/2014/main" id="{243C589C-89CD-48D9-9ACA-DDE7E39A0E2C}"/>
              </a:ext>
            </a:extLst>
          </p:cNvPr>
          <p:cNvCxnSpPr>
            <a:endCxn id="37" idx="3"/>
          </p:cNvCxnSpPr>
          <p:nvPr/>
        </p:nvCxnSpPr>
        <p:spPr>
          <a:xfrm flipH="1">
            <a:off x="4508707" y="1932318"/>
            <a:ext cx="458584" cy="1"/>
          </a:xfrm>
          <a:prstGeom prst="straightConnector1">
            <a:avLst/>
          </a:prstGeom>
          <a:ln w="28575">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ctor: Curved 19">
            <a:extLst>
              <a:ext uri="{FF2B5EF4-FFF2-40B4-BE49-F238E27FC236}">
                <a16:creationId xmlns:a16="http://schemas.microsoft.com/office/drawing/2014/main" id="{1C25BEF5-EBEB-44DA-B724-9F6CAA7C49B8}"/>
              </a:ext>
            </a:extLst>
          </p:cNvPr>
          <p:cNvCxnSpPr>
            <a:cxnSpLocks/>
            <a:stCxn id="15" idx="1"/>
            <a:endCxn id="16" idx="1"/>
          </p:cNvCxnSpPr>
          <p:nvPr/>
        </p:nvCxnSpPr>
        <p:spPr>
          <a:xfrm rot="10800000" flipH="1" flipV="1">
            <a:off x="1024043" y="2720992"/>
            <a:ext cx="326084" cy="303346"/>
          </a:xfrm>
          <a:prstGeom prst="curvedConnector3">
            <a:avLst>
              <a:gd name="adj1" fmla="val -70105"/>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nector: Curved 20">
            <a:extLst>
              <a:ext uri="{FF2B5EF4-FFF2-40B4-BE49-F238E27FC236}">
                <a16:creationId xmlns:a16="http://schemas.microsoft.com/office/drawing/2014/main" id="{DB42CA3A-FFA2-4672-AD5A-ABE4F19ADA98}"/>
              </a:ext>
            </a:extLst>
          </p:cNvPr>
          <p:cNvCxnSpPr>
            <a:cxnSpLocks/>
            <a:stCxn id="15" idx="1"/>
            <a:endCxn id="17" idx="1"/>
          </p:cNvCxnSpPr>
          <p:nvPr/>
        </p:nvCxnSpPr>
        <p:spPr>
          <a:xfrm rot="10800000" flipH="1" flipV="1">
            <a:off x="1024043" y="2720992"/>
            <a:ext cx="326084" cy="603354"/>
          </a:xfrm>
          <a:prstGeom prst="curvedConnector3">
            <a:avLst>
              <a:gd name="adj1" fmla="val -70105"/>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 name="Connector: Curved 21">
            <a:extLst>
              <a:ext uri="{FF2B5EF4-FFF2-40B4-BE49-F238E27FC236}">
                <a16:creationId xmlns:a16="http://schemas.microsoft.com/office/drawing/2014/main" id="{6E338E57-4384-4675-A019-039A58B7EB95}"/>
              </a:ext>
            </a:extLst>
          </p:cNvPr>
          <p:cNvCxnSpPr>
            <a:cxnSpLocks/>
            <a:stCxn id="15" idx="1"/>
            <a:endCxn id="18" idx="1"/>
          </p:cNvCxnSpPr>
          <p:nvPr/>
        </p:nvCxnSpPr>
        <p:spPr>
          <a:xfrm rot="10800000" flipH="1" flipV="1">
            <a:off x="1024043" y="2720992"/>
            <a:ext cx="326084" cy="903364"/>
          </a:xfrm>
          <a:prstGeom prst="curvedConnector3">
            <a:avLst>
              <a:gd name="adj1" fmla="val -70105"/>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Curved 22">
            <a:extLst>
              <a:ext uri="{FF2B5EF4-FFF2-40B4-BE49-F238E27FC236}">
                <a16:creationId xmlns:a16="http://schemas.microsoft.com/office/drawing/2014/main" id="{15EA91C1-0215-4BFB-BC77-3B4498489105}"/>
              </a:ext>
            </a:extLst>
          </p:cNvPr>
          <p:cNvCxnSpPr>
            <a:cxnSpLocks/>
            <a:stCxn id="15" idx="1"/>
            <a:endCxn id="19" idx="1"/>
          </p:cNvCxnSpPr>
          <p:nvPr/>
        </p:nvCxnSpPr>
        <p:spPr>
          <a:xfrm rot="10800000" flipH="1" flipV="1">
            <a:off x="1024043" y="2720992"/>
            <a:ext cx="326084" cy="1203374"/>
          </a:xfrm>
          <a:prstGeom prst="curvedConnector3">
            <a:avLst>
              <a:gd name="adj1" fmla="val -70105"/>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4" name="Connector: Curved 23">
            <a:extLst>
              <a:ext uri="{FF2B5EF4-FFF2-40B4-BE49-F238E27FC236}">
                <a16:creationId xmlns:a16="http://schemas.microsoft.com/office/drawing/2014/main" id="{D7AB38B6-63FC-4522-9826-13F2A92E02D2}"/>
              </a:ext>
            </a:extLst>
          </p:cNvPr>
          <p:cNvCxnSpPr>
            <a:cxnSpLocks/>
            <a:stCxn id="15" idx="1"/>
            <a:endCxn id="20" idx="1"/>
          </p:cNvCxnSpPr>
          <p:nvPr/>
        </p:nvCxnSpPr>
        <p:spPr>
          <a:xfrm rot="10800000" flipH="1" flipV="1">
            <a:off x="1024043" y="2720992"/>
            <a:ext cx="326084" cy="1503382"/>
          </a:xfrm>
          <a:prstGeom prst="curvedConnector3">
            <a:avLst>
              <a:gd name="adj1" fmla="val -70105"/>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Connector: Curved 24">
            <a:extLst>
              <a:ext uri="{FF2B5EF4-FFF2-40B4-BE49-F238E27FC236}">
                <a16:creationId xmlns:a16="http://schemas.microsoft.com/office/drawing/2014/main" id="{01330A8C-06EB-40E9-AD73-5727ABCDEACF}"/>
              </a:ext>
            </a:extLst>
          </p:cNvPr>
          <p:cNvCxnSpPr>
            <a:cxnSpLocks/>
            <a:stCxn id="15" idx="1"/>
            <a:endCxn id="21" idx="1"/>
          </p:cNvCxnSpPr>
          <p:nvPr/>
        </p:nvCxnSpPr>
        <p:spPr>
          <a:xfrm rot="10800000" flipH="1" flipV="1">
            <a:off x="1024043" y="2720991"/>
            <a:ext cx="326084" cy="1803391"/>
          </a:xfrm>
          <a:prstGeom prst="curvedConnector3">
            <a:avLst>
              <a:gd name="adj1" fmla="val -70105"/>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6" name="Connector: Curved 25">
            <a:extLst>
              <a:ext uri="{FF2B5EF4-FFF2-40B4-BE49-F238E27FC236}">
                <a16:creationId xmlns:a16="http://schemas.microsoft.com/office/drawing/2014/main" id="{441038F8-1C81-4C81-9AA4-16D6249F1E11}"/>
              </a:ext>
            </a:extLst>
          </p:cNvPr>
          <p:cNvCxnSpPr>
            <a:cxnSpLocks/>
            <a:stCxn id="15" idx="1"/>
            <a:endCxn id="22" idx="1"/>
          </p:cNvCxnSpPr>
          <p:nvPr/>
        </p:nvCxnSpPr>
        <p:spPr>
          <a:xfrm rot="10800000" flipH="1" flipV="1">
            <a:off x="1024043" y="2720991"/>
            <a:ext cx="326084" cy="2103399"/>
          </a:xfrm>
          <a:prstGeom prst="curvedConnector3">
            <a:avLst>
              <a:gd name="adj1" fmla="val -70105"/>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7" name="Connector: Curved 26">
            <a:extLst>
              <a:ext uri="{FF2B5EF4-FFF2-40B4-BE49-F238E27FC236}">
                <a16:creationId xmlns:a16="http://schemas.microsoft.com/office/drawing/2014/main" id="{4D6CCC7A-D37E-4398-B5F9-514055238B43}"/>
              </a:ext>
            </a:extLst>
          </p:cNvPr>
          <p:cNvCxnSpPr>
            <a:cxnSpLocks/>
            <a:stCxn id="22" idx="1"/>
            <a:endCxn id="23" idx="1"/>
          </p:cNvCxnSpPr>
          <p:nvPr/>
        </p:nvCxnSpPr>
        <p:spPr>
          <a:xfrm rot="10800000" flipV="1">
            <a:off x="1350127" y="4824391"/>
            <a:ext cx="1" cy="300010"/>
          </a:xfrm>
          <a:prstGeom prst="curvedConnector3">
            <a:avLst>
              <a:gd name="adj1" fmla="val 2286010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Content Placeholder 3">
            <a:extLst>
              <a:ext uri="{FF2B5EF4-FFF2-40B4-BE49-F238E27FC236}">
                <a16:creationId xmlns:a16="http://schemas.microsoft.com/office/drawing/2014/main" id="{7986E263-85E3-4302-98F7-BB9FFA72FBBD}"/>
              </a:ext>
            </a:extLst>
          </p:cNvPr>
          <p:cNvSpPr txBox="1">
            <a:spLocks/>
          </p:cNvSpPr>
          <p:nvPr/>
        </p:nvSpPr>
        <p:spPr>
          <a:xfrm>
            <a:off x="8884505" y="2224915"/>
            <a:ext cx="3228931" cy="2591479"/>
          </a:xfrm>
          <a:prstGeom prst="rect">
            <a:avLst/>
          </a:prstGeom>
          <a:noFill/>
        </p:spPr>
        <p:txBody>
          <a:bodyPr wrap="square" rtlCol="0" anchor="t">
            <a:sp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ctr" defTabSz="76194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srgbClr val="1F497D">
                    <a:lumMod val="60000"/>
                    <a:lumOff val="40000"/>
                  </a:srgbClr>
                </a:solidFill>
                <a:effectLst/>
                <a:uLnTx/>
                <a:uFillTx/>
                <a:latin typeface="Calibri"/>
                <a:ea typeface="+mn-ea"/>
                <a:cs typeface="+mn-cs"/>
              </a:rPr>
              <a:t>Patient-centric</a:t>
            </a:r>
          </a:p>
          <a:p>
            <a:pPr marL="342900" marR="0" lvl="0" indent="-342900" algn="ctr" defTabSz="76194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srgbClr val="1F497D">
                    <a:lumMod val="60000"/>
                    <a:lumOff val="40000"/>
                  </a:srgbClr>
                </a:solidFill>
                <a:effectLst/>
                <a:uLnTx/>
                <a:uFillTx/>
                <a:latin typeface="Calibri"/>
                <a:ea typeface="+mn-ea"/>
                <a:cs typeface="+mn-cs"/>
              </a:rPr>
              <a:t>Tabular</a:t>
            </a:r>
          </a:p>
          <a:p>
            <a:pPr marL="342900" marR="0" lvl="0" indent="-342900" algn="ctr" defTabSz="76194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srgbClr val="1F497D">
                    <a:lumMod val="60000"/>
                    <a:lumOff val="40000"/>
                  </a:srgbClr>
                </a:solidFill>
                <a:effectLst/>
                <a:uLnTx/>
                <a:uFillTx/>
                <a:latin typeface="Calibri"/>
                <a:ea typeface="+mn-ea"/>
                <a:cs typeface="+mn-cs"/>
              </a:rPr>
              <a:t>Extendable</a:t>
            </a:r>
          </a:p>
          <a:p>
            <a:pPr marL="342900" marR="0" lvl="0" indent="-342900" algn="ctr" defTabSz="76194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srgbClr val="1F497D">
                    <a:lumMod val="60000"/>
                    <a:lumOff val="40000"/>
                  </a:srgbClr>
                </a:solidFill>
                <a:effectLst/>
                <a:uLnTx/>
                <a:uFillTx/>
                <a:latin typeface="Calibri"/>
                <a:ea typeface="+mn-ea"/>
                <a:cs typeface="+mn-cs"/>
              </a:rPr>
              <a:t>Built for analytics</a:t>
            </a:r>
          </a:p>
          <a:p>
            <a:pPr marL="342900" marR="0" lvl="0" indent="-342900" algn="ctr" defTabSz="76194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800" b="0" i="0" u="none" strike="noStrike" kern="1200" cap="none" spc="0" normalizeH="0" baseline="0" noProof="0">
                <a:ln>
                  <a:noFill/>
                </a:ln>
                <a:solidFill>
                  <a:srgbClr val="1F497D">
                    <a:lumMod val="60000"/>
                    <a:lumOff val="40000"/>
                  </a:srgbClr>
                </a:solidFill>
                <a:effectLst/>
                <a:uLnTx/>
                <a:uFillTx/>
                <a:latin typeface="Calibri"/>
                <a:ea typeface="+mn-ea"/>
                <a:cs typeface="+mn-cs"/>
              </a:rPr>
              <a:t>Relational design</a:t>
            </a:r>
          </a:p>
        </p:txBody>
      </p:sp>
      <p:sp>
        <p:nvSpPr>
          <p:cNvPr id="78" name="Text Placeholder 7">
            <a:extLst>
              <a:ext uri="{FF2B5EF4-FFF2-40B4-BE49-F238E27FC236}">
                <a16:creationId xmlns:a16="http://schemas.microsoft.com/office/drawing/2014/main" id="{D338D0DC-82E4-43B0-A2B4-15B39E7071E9}"/>
              </a:ext>
            </a:extLst>
          </p:cNvPr>
          <p:cNvSpPr txBox="1">
            <a:spLocks/>
          </p:cNvSpPr>
          <p:nvPr/>
        </p:nvSpPr>
        <p:spPr>
          <a:xfrm>
            <a:off x="305728" y="5913631"/>
            <a:ext cx="2844220" cy="470766"/>
          </a:xfrm>
          <a:prstGeom prst="rect">
            <a:avLst/>
          </a:prstGeom>
        </p:spPr>
        <p:txBody>
          <a:bodyPr vert="horz"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61940" rtl="0" eaLnBrk="1" fontAlgn="auto" latinLnBrk="0" hangingPunct="1">
              <a:lnSpc>
                <a:spcPct val="100000"/>
              </a:lnSpc>
              <a:spcBef>
                <a:spcPts val="0"/>
              </a:spcBef>
              <a:spcAft>
                <a:spcPts val="0"/>
              </a:spcAft>
              <a:buClrTx/>
              <a:buSzTx/>
              <a:buFontTx/>
              <a:buNone/>
              <a:tabLst/>
              <a:defRPr/>
            </a:pPr>
            <a:r>
              <a:rPr kumimoji="0" lang="en-GB" sz="1333" b="1" i="0" u="none" strike="noStrike" kern="1200" cap="none" spc="0" normalizeH="0" baseline="0" noProof="0">
                <a:ln>
                  <a:noFill/>
                </a:ln>
                <a:solidFill>
                  <a:prstClr val="white">
                    <a:lumMod val="65000"/>
                  </a:prstClr>
                </a:solidFill>
                <a:effectLst/>
                <a:uLnTx/>
                <a:uFillTx/>
                <a:latin typeface="Calibri"/>
                <a:ea typeface="+mn-ea"/>
                <a:cs typeface="+mn-cs"/>
              </a:rPr>
              <a:t>v 5.0.1</a:t>
            </a:r>
            <a:endParaRPr kumimoji="0" lang="en-GB" sz="917" b="0" i="0" u="none" strike="noStrike" kern="1200" cap="none" spc="0" normalizeH="0" baseline="0" noProof="0">
              <a:ln>
                <a:noFill/>
              </a:ln>
              <a:solidFill>
                <a:prstClr val="white">
                  <a:lumMod val="65000"/>
                </a:prstClr>
              </a:solidFill>
              <a:effectLst/>
              <a:uLnTx/>
              <a:uFillTx/>
              <a:latin typeface="Calibri"/>
              <a:ea typeface="+mn-ea"/>
              <a:cs typeface="+mn-cs"/>
            </a:endParaRPr>
          </a:p>
        </p:txBody>
      </p:sp>
      <p:sp>
        <p:nvSpPr>
          <p:cNvPr id="80" name="Footer Placeholder 4">
            <a:extLst>
              <a:ext uri="{FF2B5EF4-FFF2-40B4-BE49-F238E27FC236}">
                <a16:creationId xmlns:a16="http://schemas.microsoft.com/office/drawing/2014/main" id="{FBCEDE26-F428-99C4-B27B-2F6E163B54EE}"/>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81" name="Slide Number Placeholder 5">
            <a:extLst>
              <a:ext uri="{FF2B5EF4-FFF2-40B4-BE49-F238E27FC236}">
                <a16:creationId xmlns:a16="http://schemas.microsoft.com/office/drawing/2014/main" id="{491BEEBE-FC98-EB1D-E165-6836C592D626}"/>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603530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67658-8AD4-B9AB-8F9B-A138A2C08539}"/>
              </a:ext>
            </a:extLst>
          </p:cNvPr>
          <p:cNvSpPr>
            <a:spLocks noGrp="1"/>
          </p:cNvSpPr>
          <p:nvPr>
            <p:ph type="title"/>
          </p:nvPr>
        </p:nvSpPr>
        <p:spPr/>
        <p:txBody>
          <a:bodyPr>
            <a:normAutofit/>
          </a:bodyPr>
          <a:lstStyle/>
          <a:p>
            <a:r>
              <a:rPr lang="en-US" sz="3200" dirty="0"/>
              <a:t>Key Advantages of CDM-based Federated Phenotypes</a:t>
            </a:r>
          </a:p>
        </p:txBody>
      </p:sp>
      <p:sp>
        <p:nvSpPr>
          <p:cNvPr id="3" name="Content Placeholder 2">
            <a:extLst>
              <a:ext uri="{FF2B5EF4-FFF2-40B4-BE49-F238E27FC236}">
                <a16:creationId xmlns:a16="http://schemas.microsoft.com/office/drawing/2014/main" id="{5D148B79-B94F-1DC4-8775-43B505AC4ED2}"/>
              </a:ext>
            </a:extLst>
          </p:cNvPr>
          <p:cNvSpPr>
            <a:spLocks noGrp="1"/>
          </p:cNvSpPr>
          <p:nvPr>
            <p:ph idx="1"/>
          </p:nvPr>
        </p:nvSpPr>
        <p:spPr/>
        <p:txBody>
          <a:bodyPr>
            <a:normAutofit/>
          </a:bodyPr>
          <a:lstStyle/>
          <a:p>
            <a:r>
              <a:rPr lang="en-US" sz="3200" dirty="0"/>
              <a:t>Enable international research (while preserving privacy)</a:t>
            </a:r>
          </a:p>
          <a:p>
            <a:r>
              <a:rPr lang="en-US" sz="3200" dirty="0"/>
              <a:t>Encourage collaboration</a:t>
            </a:r>
          </a:p>
          <a:p>
            <a:r>
              <a:rPr lang="en-US" sz="3200" dirty="0"/>
              <a:t>Improve transparency and reproducibility</a:t>
            </a:r>
          </a:p>
          <a:p>
            <a:r>
              <a:rPr lang="en-US" sz="3200" dirty="0"/>
              <a:t>Allow </a:t>
            </a:r>
            <a:r>
              <a:rPr lang="en-US" sz="3200" b="1" dirty="0"/>
              <a:t>re-use and refinement of phenotypes</a:t>
            </a:r>
          </a:p>
          <a:p>
            <a:r>
              <a:rPr lang="en-US" sz="3200" dirty="0"/>
              <a:t>Allow </a:t>
            </a:r>
            <a:r>
              <a:rPr lang="en-US" sz="3200" b="1" dirty="0"/>
              <a:t>standardized process/es </a:t>
            </a:r>
          </a:p>
          <a:p>
            <a:r>
              <a:rPr lang="en-US" sz="3200" dirty="0"/>
              <a:t>Allow development of phenotyping </a:t>
            </a:r>
            <a:r>
              <a:rPr lang="en-US" sz="3200" b="1" dirty="0"/>
              <a:t>tools</a:t>
            </a:r>
          </a:p>
          <a:p>
            <a:endParaRPr lang="en-US" sz="3200" dirty="0"/>
          </a:p>
        </p:txBody>
      </p:sp>
      <p:sp>
        <p:nvSpPr>
          <p:cNvPr id="5" name="Footer Placeholder 4">
            <a:extLst>
              <a:ext uri="{FF2B5EF4-FFF2-40B4-BE49-F238E27FC236}">
                <a16:creationId xmlns:a16="http://schemas.microsoft.com/office/drawing/2014/main" id="{770B8D7F-A81C-1AE6-F3E2-1A8DA63C95CB}"/>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6" name="Slide Number Placeholder 5">
            <a:extLst>
              <a:ext uri="{FF2B5EF4-FFF2-40B4-BE49-F238E27FC236}">
                <a16:creationId xmlns:a16="http://schemas.microsoft.com/office/drawing/2014/main" id="{458E1C80-5EDD-B93E-C3E3-37464E4BB396}"/>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93645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DA9C9-5090-869A-0698-97E94CBDA4DD}"/>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E9B51FD9-11B9-0857-DB85-099E954227F7}"/>
              </a:ext>
            </a:extLst>
          </p:cNvPr>
          <p:cNvSpPr>
            <a:spLocks noGrp="1" noChangeArrowheads="1"/>
          </p:cNvSpPr>
          <p:nvPr>
            <p:ph type="title"/>
          </p:nvPr>
        </p:nvSpPr>
        <p:spPr/>
        <p:txBody>
          <a:bodyPr/>
          <a:lstStyle/>
          <a:p>
            <a:pPr>
              <a:defRPr/>
            </a:pPr>
            <a:r>
              <a:rPr lang="en-GB" dirty="0">
                <a:ea typeface="+mn-ea"/>
              </a:rPr>
              <a:t>Diabetes in </a:t>
            </a:r>
            <a:r>
              <a:rPr lang="en-GB" dirty="0">
                <a:solidFill>
                  <a:srgbClr val="FF0000"/>
                </a:solidFill>
                <a:ea typeface="+mn-ea"/>
              </a:rPr>
              <a:t>Multiple Datasets</a:t>
            </a:r>
            <a:endParaRPr lang="en-GB" kern="1200" dirty="0">
              <a:solidFill>
                <a:srgbClr val="FF0000"/>
              </a:solidFill>
              <a:ea typeface="+mn-ea"/>
            </a:endParaRPr>
          </a:p>
        </p:txBody>
      </p:sp>
      <p:pic>
        <p:nvPicPr>
          <p:cNvPr id="5" name="Gráfico 4">
            <a:extLst>
              <a:ext uri="{FF2B5EF4-FFF2-40B4-BE49-F238E27FC236}">
                <a16:creationId xmlns:a16="http://schemas.microsoft.com/office/drawing/2014/main" id="{B6863F0E-3700-E9AB-714A-5F636BE4BA35}"/>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7964105" y="241171"/>
            <a:ext cx="786735" cy="786735"/>
          </a:xfrm>
          <a:prstGeom prst="rect">
            <a:avLst/>
          </a:prstGeom>
        </p:spPr>
      </p:pic>
      <p:sp>
        <p:nvSpPr>
          <p:cNvPr id="7" name="CuadroTexto 6">
            <a:extLst>
              <a:ext uri="{FF2B5EF4-FFF2-40B4-BE49-F238E27FC236}">
                <a16:creationId xmlns:a16="http://schemas.microsoft.com/office/drawing/2014/main" id="{02B325D4-4AC9-7082-D02A-9C67330FBA89}"/>
              </a:ext>
            </a:extLst>
          </p:cNvPr>
          <p:cNvSpPr txBox="1"/>
          <p:nvPr/>
        </p:nvSpPr>
        <p:spPr>
          <a:xfrm>
            <a:off x="926768" y="1287234"/>
            <a:ext cx="149879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7030A0"/>
                </a:solidFill>
                <a:effectLst/>
                <a:uLnTx/>
                <a:uFillTx/>
                <a:latin typeface="Arial" panose="020B0604020202020204" pitchFamily="34" charset="0"/>
                <a:ea typeface="+mn-ea"/>
                <a:cs typeface="Arial" panose="020B0604020202020204" pitchFamily="34" charset="0"/>
              </a:rPr>
              <a:t>Symptoms</a:t>
            </a:r>
            <a:endParaRPr kumimoji="0" lang="en-GB"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
        <p:nvSpPr>
          <p:cNvPr id="8" name="CuadroTexto 7">
            <a:extLst>
              <a:ext uri="{FF2B5EF4-FFF2-40B4-BE49-F238E27FC236}">
                <a16:creationId xmlns:a16="http://schemas.microsoft.com/office/drawing/2014/main" id="{20DDA865-FFA3-724D-93E9-6D43E969CB79}"/>
              </a:ext>
            </a:extLst>
          </p:cNvPr>
          <p:cNvSpPr txBox="1"/>
          <p:nvPr/>
        </p:nvSpPr>
        <p:spPr>
          <a:xfrm>
            <a:off x="5684409" y="1287234"/>
            <a:ext cx="149879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7030A0"/>
                </a:solidFill>
                <a:effectLst/>
                <a:uLnTx/>
                <a:uFillTx/>
                <a:latin typeface="Arial" panose="020B0604020202020204" pitchFamily="34" charset="0"/>
                <a:ea typeface="+mn-ea"/>
                <a:cs typeface="Arial" panose="020B0604020202020204" pitchFamily="34" charset="0"/>
              </a:rPr>
              <a:t>Tests</a:t>
            </a:r>
            <a:endParaRPr kumimoji="0" lang="en-GB"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
        <p:nvSpPr>
          <p:cNvPr id="9" name="CuadroTexto 8">
            <a:extLst>
              <a:ext uri="{FF2B5EF4-FFF2-40B4-BE49-F238E27FC236}">
                <a16:creationId xmlns:a16="http://schemas.microsoft.com/office/drawing/2014/main" id="{5DC284FF-1FDD-A94D-1F83-1CCA32500C8B}"/>
              </a:ext>
            </a:extLst>
          </p:cNvPr>
          <p:cNvSpPr txBox="1"/>
          <p:nvPr/>
        </p:nvSpPr>
        <p:spPr>
          <a:xfrm>
            <a:off x="1126147" y="4162445"/>
            <a:ext cx="149879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7030A0"/>
                </a:solidFill>
                <a:effectLst/>
                <a:uLnTx/>
                <a:uFillTx/>
                <a:latin typeface="Arial" panose="020B0604020202020204" pitchFamily="34" charset="0"/>
                <a:ea typeface="+mn-ea"/>
                <a:cs typeface="Arial" panose="020B0604020202020204" pitchFamily="34" charset="0"/>
              </a:rPr>
              <a:t>Treatment</a:t>
            </a:r>
            <a:endParaRPr kumimoji="0" lang="en-GB"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
        <p:nvSpPr>
          <p:cNvPr id="10" name="CuadroTexto 9">
            <a:extLst>
              <a:ext uri="{FF2B5EF4-FFF2-40B4-BE49-F238E27FC236}">
                <a16:creationId xmlns:a16="http://schemas.microsoft.com/office/drawing/2014/main" id="{67F6B425-6CC0-803F-27B1-AC6CD2EFD750}"/>
              </a:ext>
            </a:extLst>
          </p:cNvPr>
          <p:cNvSpPr txBox="1"/>
          <p:nvPr/>
        </p:nvSpPr>
        <p:spPr>
          <a:xfrm>
            <a:off x="9534525" y="1287234"/>
            <a:ext cx="149879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7030A0"/>
                </a:solidFill>
                <a:effectLst/>
                <a:uLnTx/>
                <a:uFillTx/>
                <a:latin typeface="Arial" panose="020B0604020202020204" pitchFamily="34" charset="0"/>
                <a:ea typeface="+mn-ea"/>
                <a:cs typeface="Arial" panose="020B0604020202020204" pitchFamily="34" charset="0"/>
              </a:rPr>
              <a:t>Diagnosis</a:t>
            </a:r>
            <a:endParaRPr kumimoji="0" lang="en-GB" sz="1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
        <p:nvSpPr>
          <p:cNvPr id="12" name="CuadroTexto 11">
            <a:extLst>
              <a:ext uri="{FF2B5EF4-FFF2-40B4-BE49-F238E27FC236}">
                <a16:creationId xmlns:a16="http://schemas.microsoft.com/office/drawing/2014/main" id="{D7833784-E740-0E00-4A2F-72B48286AA9F}"/>
              </a:ext>
            </a:extLst>
          </p:cNvPr>
          <p:cNvSpPr txBox="1"/>
          <p:nvPr/>
        </p:nvSpPr>
        <p:spPr>
          <a:xfrm>
            <a:off x="5284264" y="3998416"/>
            <a:ext cx="6146418"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7030A0"/>
                </a:solidFill>
                <a:effectLst/>
                <a:uLnTx/>
                <a:uFillTx/>
                <a:latin typeface="Arial" panose="020B0604020202020204" pitchFamily="34" charset="0"/>
                <a:ea typeface="+mn-ea"/>
                <a:cs typeface="Arial" panose="020B0604020202020204" pitchFamily="34" charset="0"/>
              </a:rPr>
              <a:t>Long-term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7030A0"/>
                </a:solidFill>
                <a:effectLst/>
                <a:uLnTx/>
                <a:uFillTx/>
                <a:latin typeface="Arial" panose="020B0604020202020204" pitchFamily="34" charset="0"/>
                <a:ea typeface="+mn-ea"/>
                <a:cs typeface="Arial" panose="020B0604020202020204" pitchFamily="34" charset="0"/>
              </a:rPr>
              <a:t>complications</a:t>
            </a:r>
          </a:p>
        </p:txBody>
      </p:sp>
      <p:sp>
        <p:nvSpPr>
          <p:cNvPr id="13" name="CuadroTexto 12">
            <a:extLst>
              <a:ext uri="{FF2B5EF4-FFF2-40B4-BE49-F238E27FC236}">
                <a16:creationId xmlns:a16="http://schemas.microsoft.com/office/drawing/2014/main" id="{229DB969-5A1B-BB4B-D702-4FF0F6AF5080}"/>
              </a:ext>
            </a:extLst>
          </p:cNvPr>
          <p:cNvSpPr txBox="1"/>
          <p:nvPr/>
        </p:nvSpPr>
        <p:spPr>
          <a:xfrm>
            <a:off x="9307623" y="3998415"/>
            <a:ext cx="6146418"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7030A0"/>
                </a:solidFill>
                <a:effectLst/>
                <a:uLnTx/>
                <a:uFillTx/>
                <a:latin typeface="Arial" panose="020B0604020202020204" pitchFamily="34" charset="0"/>
                <a:ea typeface="+mn-ea"/>
                <a:cs typeface="Arial" panose="020B0604020202020204" pitchFamily="34" charset="0"/>
              </a:rPr>
              <a:t>Short-term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7030A0"/>
                </a:solidFill>
                <a:effectLst/>
                <a:uLnTx/>
                <a:uFillTx/>
                <a:latin typeface="Arial" panose="020B0604020202020204" pitchFamily="34" charset="0"/>
                <a:ea typeface="+mn-ea"/>
                <a:cs typeface="Arial" panose="020B0604020202020204" pitchFamily="34" charset="0"/>
              </a:rPr>
              <a:t>complications</a:t>
            </a:r>
          </a:p>
        </p:txBody>
      </p:sp>
      <p:sp>
        <p:nvSpPr>
          <p:cNvPr id="2" name="CuadroTexto 1">
            <a:extLst>
              <a:ext uri="{FF2B5EF4-FFF2-40B4-BE49-F238E27FC236}">
                <a16:creationId xmlns:a16="http://schemas.microsoft.com/office/drawing/2014/main" id="{93F01AAB-7E1C-0BCC-BFD4-2B9B5AF0E65C}"/>
              </a:ext>
            </a:extLst>
          </p:cNvPr>
          <p:cNvSpPr txBox="1"/>
          <p:nvPr/>
        </p:nvSpPr>
        <p:spPr>
          <a:xfrm>
            <a:off x="1236940" y="1896284"/>
            <a:ext cx="3195911"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ICD-9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ICD-10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MeSH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Read (e.g. CPRD GOLD)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SNOMED (e.g. CPRD AURUM)</a:t>
            </a:r>
          </a:p>
        </p:txBody>
      </p:sp>
      <p:sp>
        <p:nvSpPr>
          <p:cNvPr id="6" name="CuadroTexto 5">
            <a:extLst>
              <a:ext uri="{FF2B5EF4-FFF2-40B4-BE49-F238E27FC236}">
                <a16:creationId xmlns:a16="http://schemas.microsoft.com/office/drawing/2014/main" id="{A2A0D197-1D93-878B-2047-9FE477A30A1F}"/>
              </a:ext>
            </a:extLst>
          </p:cNvPr>
          <p:cNvSpPr txBox="1"/>
          <p:nvPr/>
        </p:nvSpPr>
        <p:spPr>
          <a:xfrm>
            <a:off x="5545986" y="1850117"/>
            <a:ext cx="1498790" cy="17543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Cpt4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Edi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MeSH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SNOMED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CuadroTexto 10">
            <a:extLst>
              <a:ext uri="{FF2B5EF4-FFF2-40B4-BE49-F238E27FC236}">
                <a16:creationId xmlns:a16="http://schemas.microsoft.com/office/drawing/2014/main" id="{181DEE36-34E3-EFBD-90E3-D20CA3994749}"/>
              </a:ext>
            </a:extLst>
          </p:cNvPr>
          <p:cNvSpPr txBox="1"/>
          <p:nvPr/>
        </p:nvSpPr>
        <p:spPr>
          <a:xfrm>
            <a:off x="9709532" y="1809460"/>
            <a:ext cx="1498790"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ICD-9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ICD-10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MeSH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English</a:t>
            </a:r>
          </a:p>
        </p:txBody>
      </p:sp>
      <p:sp>
        <p:nvSpPr>
          <p:cNvPr id="14" name="CuadroTexto 13">
            <a:extLst>
              <a:ext uri="{FF2B5EF4-FFF2-40B4-BE49-F238E27FC236}">
                <a16:creationId xmlns:a16="http://schemas.microsoft.com/office/drawing/2014/main" id="{884D3C07-E39C-2558-F3FC-33B39B49A871}"/>
              </a:ext>
            </a:extLst>
          </p:cNvPr>
          <p:cNvSpPr txBox="1"/>
          <p:nvPr/>
        </p:nvSpPr>
        <p:spPr>
          <a:xfrm>
            <a:off x="5468687" y="4776134"/>
            <a:ext cx="1498790"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ICD-9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ICD-10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MeSH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English</a:t>
            </a:r>
          </a:p>
        </p:txBody>
      </p:sp>
      <p:sp>
        <p:nvSpPr>
          <p:cNvPr id="15" name="CuadroTexto 14">
            <a:extLst>
              <a:ext uri="{FF2B5EF4-FFF2-40B4-BE49-F238E27FC236}">
                <a16:creationId xmlns:a16="http://schemas.microsoft.com/office/drawing/2014/main" id="{563B734A-AFB5-A3A7-58E2-6F8C2CF64A57}"/>
              </a:ext>
            </a:extLst>
          </p:cNvPr>
          <p:cNvSpPr txBox="1"/>
          <p:nvPr/>
        </p:nvSpPr>
        <p:spPr>
          <a:xfrm>
            <a:off x="9698501" y="4783246"/>
            <a:ext cx="1498790"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ICD-9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ICD-10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MeSH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Read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rPr>
              <a:t>English</a:t>
            </a:r>
          </a:p>
        </p:txBody>
      </p:sp>
      <p:sp>
        <p:nvSpPr>
          <p:cNvPr id="16" name="CuadroTexto 15">
            <a:extLst>
              <a:ext uri="{FF2B5EF4-FFF2-40B4-BE49-F238E27FC236}">
                <a16:creationId xmlns:a16="http://schemas.microsoft.com/office/drawing/2014/main" id="{034FF47A-8B38-53B0-6E72-30D99E9DBA67}"/>
              </a:ext>
            </a:extLst>
          </p:cNvPr>
          <p:cNvSpPr txBox="1"/>
          <p:nvPr/>
        </p:nvSpPr>
        <p:spPr>
          <a:xfrm>
            <a:off x="1318892" y="4615011"/>
            <a:ext cx="1498790"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Dm+d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MeSH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SNOMED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Footer Placeholder 4">
            <a:extLst>
              <a:ext uri="{FF2B5EF4-FFF2-40B4-BE49-F238E27FC236}">
                <a16:creationId xmlns:a16="http://schemas.microsoft.com/office/drawing/2014/main" id="{260F5A35-6E1E-F386-01AF-DBFCC6CC404A}"/>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20" name="Slide Number Placeholder 5">
            <a:extLst>
              <a:ext uri="{FF2B5EF4-FFF2-40B4-BE49-F238E27FC236}">
                <a16:creationId xmlns:a16="http://schemas.microsoft.com/office/drawing/2014/main" id="{1BDFF8BD-5AFD-93BF-07B4-E930D2631666}"/>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33198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91D6497-F8F2-41A3-8933-3606E738060E}"/>
              </a:ext>
            </a:extLst>
          </p:cNvPr>
          <p:cNvSpPr>
            <a:spLocks noGrp="1" noChangeArrowheads="1"/>
          </p:cNvSpPr>
          <p:nvPr>
            <p:ph type="title"/>
          </p:nvPr>
        </p:nvSpPr>
        <p:spPr/>
        <p:txBody>
          <a:bodyPr>
            <a:normAutofit/>
          </a:bodyPr>
          <a:lstStyle/>
          <a:p>
            <a:pPr>
              <a:defRPr/>
            </a:pPr>
            <a:r>
              <a:rPr lang="en-GB" sz="2800" dirty="0">
                <a:ea typeface="+mn-ea"/>
              </a:rPr>
              <a:t>Diabetes in </a:t>
            </a:r>
            <a:r>
              <a:rPr lang="en-GB" sz="2800" dirty="0">
                <a:solidFill>
                  <a:srgbClr val="FF0000"/>
                </a:solidFill>
                <a:ea typeface="+mn-ea"/>
              </a:rPr>
              <a:t>Multiple Datasets </a:t>
            </a:r>
            <a:r>
              <a:rPr lang="en-GB" sz="2800" dirty="0">
                <a:ea typeface="+mn-ea"/>
              </a:rPr>
              <a:t>after </a:t>
            </a:r>
            <a:r>
              <a:rPr lang="en-GB" sz="2800" dirty="0">
                <a:solidFill>
                  <a:schemeClr val="accent6">
                    <a:lumMod val="50000"/>
                  </a:schemeClr>
                </a:solidFill>
                <a:ea typeface="+mn-ea"/>
              </a:rPr>
              <a:t>OMOP mapping</a:t>
            </a:r>
            <a:endParaRPr lang="en-GB" sz="2800" kern="1200" dirty="0">
              <a:solidFill>
                <a:schemeClr val="accent6">
                  <a:lumMod val="50000"/>
                </a:schemeClr>
              </a:solidFill>
              <a:ea typeface="+mn-ea"/>
            </a:endParaRPr>
          </a:p>
        </p:txBody>
      </p:sp>
      <p:pic>
        <p:nvPicPr>
          <p:cNvPr id="5" name="Gráfico 4">
            <a:extLst>
              <a:ext uri="{FF2B5EF4-FFF2-40B4-BE49-F238E27FC236}">
                <a16:creationId xmlns:a16="http://schemas.microsoft.com/office/drawing/2014/main" id="{5AB5178B-6E58-6F94-FC5C-B7CD4E233B09}"/>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8610600" y="-35192"/>
            <a:ext cx="786735" cy="786735"/>
          </a:xfrm>
          <a:prstGeom prst="rect">
            <a:avLst/>
          </a:prstGeom>
        </p:spPr>
      </p:pic>
      <p:sp>
        <p:nvSpPr>
          <p:cNvPr id="7" name="CuadroTexto 6">
            <a:extLst>
              <a:ext uri="{FF2B5EF4-FFF2-40B4-BE49-F238E27FC236}">
                <a16:creationId xmlns:a16="http://schemas.microsoft.com/office/drawing/2014/main" id="{E5591335-BA3C-EC85-CF43-E484D82C61B6}"/>
              </a:ext>
            </a:extLst>
          </p:cNvPr>
          <p:cNvSpPr txBox="1"/>
          <p:nvPr/>
        </p:nvSpPr>
        <p:spPr>
          <a:xfrm>
            <a:off x="926768" y="1257498"/>
            <a:ext cx="1498790" cy="369332"/>
          </a:xfrm>
          <a:prstGeom prst="rect">
            <a:avLst/>
          </a:prstGeom>
          <a:noFill/>
        </p:spPr>
        <p:txBody>
          <a:bodyPr wrap="square">
            <a:spAutoFit/>
          </a:bodyPr>
          <a:lstStyle/>
          <a:p>
            <a:r>
              <a:rPr lang="de-DE" sz="1800" b="1" dirty="0">
                <a:solidFill>
                  <a:srgbClr val="7030A0"/>
                </a:solidFill>
                <a:latin typeface="Arial" panose="020B0604020202020204" pitchFamily="34" charset="0"/>
                <a:cs typeface="Arial" panose="020B0604020202020204" pitchFamily="34" charset="0"/>
              </a:rPr>
              <a:t>Symptoms</a:t>
            </a:r>
            <a:endParaRPr lang="en-GB" b="1" dirty="0">
              <a:solidFill>
                <a:srgbClr val="7030A0"/>
              </a:solidFill>
            </a:endParaRPr>
          </a:p>
        </p:txBody>
      </p:sp>
      <p:sp>
        <p:nvSpPr>
          <p:cNvPr id="8" name="CuadroTexto 7">
            <a:extLst>
              <a:ext uri="{FF2B5EF4-FFF2-40B4-BE49-F238E27FC236}">
                <a16:creationId xmlns:a16="http://schemas.microsoft.com/office/drawing/2014/main" id="{35F30466-85B2-512B-643B-0848883ED7BA}"/>
              </a:ext>
            </a:extLst>
          </p:cNvPr>
          <p:cNvSpPr txBox="1"/>
          <p:nvPr/>
        </p:nvSpPr>
        <p:spPr>
          <a:xfrm>
            <a:off x="5684409" y="1257498"/>
            <a:ext cx="1498790" cy="369332"/>
          </a:xfrm>
          <a:prstGeom prst="rect">
            <a:avLst/>
          </a:prstGeom>
          <a:noFill/>
        </p:spPr>
        <p:txBody>
          <a:bodyPr wrap="square">
            <a:spAutoFit/>
          </a:bodyPr>
          <a:lstStyle/>
          <a:p>
            <a:r>
              <a:rPr lang="de-DE" sz="1800" b="1" dirty="0">
                <a:solidFill>
                  <a:srgbClr val="7030A0"/>
                </a:solidFill>
                <a:latin typeface="Arial" panose="020B0604020202020204" pitchFamily="34" charset="0"/>
                <a:cs typeface="Arial" panose="020B0604020202020204" pitchFamily="34" charset="0"/>
              </a:rPr>
              <a:t>Tests</a:t>
            </a:r>
            <a:endParaRPr lang="en-GB" b="1" dirty="0">
              <a:solidFill>
                <a:srgbClr val="7030A0"/>
              </a:solidFill>
            </a:endParaRPr>
          </a:p>
        </p:txBody>
      </p:sp>
      <p:sp>
        <p:nvSpPr>
          <p:cNvPr id="9" name="CuadroTexto 8">
            <a:extLst>
              <a:ext uri="{FF2B5EF4-FFF2-40B4-BE49-F238E27FC236}">
                <a16:creationId xmlns:a16="http://schemas.microsoft.com/office/drawing/2014/main" id="{582CBE6F-7AE2-5820-200D-C307C45CBB9C}"/>
              </a:ext>
            </a:extLst>
          </p:cNvPr>
          <p:cNvSpPr txBox="1"/>
          <p:nvPr/>
        </p:nvSpPr>
        <p:spPr>
          <a:xfrm>
            <a:off x="1126147" y="4132709"/>
            <a:ext cx="1498790" cy="369332"/>
          </a:xfrm>
          <a:prstGeom prst="rect">
            <a:avLst/>
          </a:prstGeom>
          <a:noFill/>
        </p:spPr>
        <p:txBody>
          <a:bodyPr wrap="square">
            <a:spAutoFit/>
          </a:bodyPr>
          <a:lstStyle/>
          <a:p>
            <a:r>
              <a:rPr lang="de-DE" sz="1800" b="1" dirty="0">
                <a:solidFill>
                  <a:srgbClr val="7030A0"/>
                </a:solidFill>
                <a:latin typeface="Arial" panose="020B0604020202020204" pitchFamily="34" charset="0"/>
                <a:cs typeface="Arial" panose="020B0604020202020204" pitchFamily="34" charset="0"/>
              </a:rPr>
              <a:t>Treatment</a:t>
            </a:r>
            <a:endParaRPr lang="en-GB" b="1" dirty="0">
              <a:solidFill>
                <a:srgbClr val="7030A0"/>
              </a:solidFill>
            </a:endParaRPr>
          </a:p>
        </p:txBody>
      </p:sp>
      <p:sp>
        <p:nvSpPr>
          <p:cNvPr id="10" name="CuadroTexto 9">
            <a:extLst>
              <a:ext uri="{FF2B5EF4-FFF2-40B4-BE49-F238E27FC236}">
                <a16:creationId xmlns:a16="http://schemas.microsoft.com/office/drawing/2014/main" id="{927E8237-CB95-3B28-4101-BAB49CEB9DFB}"/>
              </a:ext>
            </a:extLst>
          </p:cNvPr>
          <p:cNvSpPr txBox="1"/>
          <p:nvPr/>
        </p:nvSpPr>
        <p:spPr>
          <a:xfrm>
            <a:off x="9534525" y="1257498"/>
            <a:ext cx="1498790" cy="369332"/>
          </a:xfrm>
          <a:prstGeom prst="rect">
            <a:avLst/>
          </a:prstGeom>
          <a:noFill/>
        </p:spPr>
        <p:txBody>
          <a:bodyPr wrap="square">
            <a:spAutoFit/>
          </a:bodyPr>
          <a:lstStyle/>
          <a:p>
            <a:r>
              <a:rPr lang="de-DE" sz="1800" b="1" dirty="0">
                <a:solidFill>
                  <a:srgbClr val="7030A0"/>
                </a:solidFill>
                <a:latin typeface="Arial" panose="020B0604020202020204" pitchFamily="34" charset="0"/>
                <a:cs typeface="Arial" panose="020B0604020202020204" pitchFamily="34" charset="0"/>
              </a:rPr>
              <a:t>Diagnosis</a:t>
            </a:r>
            <a:endParaRPr lang="en-GB" b="1" dirty="0">
              <a:solidFill>
                <a:srgbClr val="7030A0"/>
              </a:solidFill>
            </a:endParaRPr>
          </a:p>
        </p:txBody>
      </p:sp>
      <p:sp>
        <p:nvSpPr>
          <p:cNvPr id="12" name="CuadroTexto 11">
            <a:extLst>
              <a:ext uri="{FF2B5EF4-FFF2-40B4-BE49-F238E27FC236}">
                <a16:creationId xmlns:a16="http://schemas.microsoft.com/office/drawing/2014/main" id="{41759485-093D-CD9C-E159-9D115E3D6DD2}"/>
              </a:ext>
            </a:extLst>
          </p:cNvPr>
          <p:cNvSpPr txBox="1"/>
          <p:nvPr/>
        </p:nvSpPr>
        <p:spPr>
          <a:xfrm>
            <a:off x="5284264" y="3968680"/>
            <a:ext cx="6146418" cy="646331"/>
          </a:xfrm>
          <a:prstGeom prst="rect">
            <a:avLst/>
          </a:prstGeom>
          <a:noFill/>
        </p:spPr>
        <p:txBody>
          <a:bodyPr wrap="square">
            <a:spAutoFit/>
          </a:bodyPr>
          <a:lstStyle/>
          <a:p>
            <a:r>
              <a:rPr lang="en-GB" b="1" dirty="0">
                <a:solidFill>
                  <a:srgbClr val="7030A0"/>
                </a:solidFill>
                <a:latin typeface="Arial" panose="020B0604020202020204" pitchFamily="34" charset="0"/>
                <a:cs typeface="Arial" panose="020B0604020202020204" pitchFamily="34" charset="0"/>
              </a:rPr>
              <a:t>Long-term </a:t>
            </a:r>
          </a:p>
          <a:p>
            <a:r>
              <a:rPr lang="en-GB" b="1" dirty="0">
                <a:solidFill>
                  <a:srgbClr val="7030A0"/>
                </a:solidFill>
                <a:latin typeface="Arial" panose="020B0604020202020204" pitchFamily="34" charset="0"/>
                <a:cs typeface="Arial" panose="020B0604020202020204" pitchFamily="34" charset="0"/>
              </a:rPr>
              <a:t>complications</a:t>
            </a:r>
          </a:p>
        </p:txBody>
      </p:sp>
      <p:sp>
        <p:nvSpPr>
          <p:cNvPr id="13" name="CuadroTexto 12">
            <a:extLst>
              <a:ext uri="{FF2B5EF4-FFF2-40B4-BE49-F238E27FC236}">
                <a16:creationId xmlns:a16="http://schemas.microsoft.com/office/drawing/2014/main" id="{EB7CCF89-988B-E547-373B-02A200EB3870}"/>
              </a:ext>
            </a:extLst>
          </p:cNvPr>
          <p:cNvSpPr txBox="1"/>
          <p:nvPr/>
        </p:nvSpPr>
        <p:spPr>
          <a:xfrm>
            <a:off x="9307623" y="3968679"/>
            <a:ext cx="6146418" cy="646331"/>
          </a:xfrm>
          <a:prstGeom prst="rect">
            <a:avLst/>
          </a:prstGeom>
          <a:noFill/>
        </p:spPr>
        <p:txBody>
          <a:bodyPr wrap="square">
            <a:spAutoFit/>
          </a:bodyPr>
          <a:lstStyle/>
          <a:p>
            <a:r>
              <a:rPr lang="en-GB" b="1" dirty="0">
                <a:solidFill>
                  <a:srgbClr val="7030A0"/>
                </a:solidFill>
                <a:latin typeface="Arial" panose="020B0604020202020204" pitchFamily="34" charset="0"/>
                <a:cs typeface="Arial" panose="020B0604020202020204" pitchFamily="34" charset="0"/>
              </a:rPr>
              <a:t>Short-term </a:t>
            </a:r>
          </a:p>
          <a:p>
            <a:r>
              <a:rPr lang="en-GB" b="1" dirty="0">
                <a:solidFill>
                  <a:srgbClr val="7030A0"/>
                </a:solidFill>
                <a:latin typeface="Arial" panose="020B0604020202020204" pitchFamily="34" charset="0"/>
                <a:cs typeface="Arial" panose="020B0604020202020204" pitchFamily="34" charset="0"/>
              </a:rPr>
              <a:t>complications</a:t>
            </a:r>
          </a:p>
        </p:txBody>
      </p:sp>
      <p:sp>
        <p:nvSpPr>
          <p:cNvPr id="16" name="CuadroTexto 15">
            <a:extLst>
              <a:ext uri="{FF2B5EF4-FFF2-40B4-BE49-F238E27FC236}">
                <a16:creationId xmlns:a16="http://schemas.microsoft.com/office/drawing/2014/main" id="{C4DFC73A-3403-62F0-6AF2-F0C6EDA542DD}"/>
              </a:ext>
            </a:extLst>
          </p:cNvPr>
          <p:cNvSpPr txBox="1"/>
          <p:nvPr/>
        </p:nvSpPr>
        <p:spPr>
          <a:xfrm>
            <a:off x="1318892" y="4615011"/>
            <a:ext cx="1498790" cy="369332"/>
          </a:xfrm>
          <a:prstGeom prst="rect">
            <a:avLst/>
          </a:prstGeom>
          <a:noFill/>
        </p:spPr>
        <p:txBody>
          <a:bodyPr wrap="square">
            <a:spAutoFit/>
          </a:bodyPr>
          <a:lstStyle>
            <a:defPPr>
              <a:defRPr lang="en-US"/>
            </a:defPPr>
            <a:lvl1pPr>
              <a:defRPr b="0" i="0">
                <a:solidFill>
                  <a:srgbClr val="333333"/>
                </a:solidFill>
                <a:effectLst/>
                <a:latin typeface="Helvetica Neue" pitchFamily="50" charset="0"/>
              </a:defRPr>
            </a:lvl1pPr>
          </a:lstStyle>
          <a:p>
            <a:r>
              <a:rPr lang="de-DE" dirty="0"/>
              <a:t>RxNorm</a:t>
            </a:r>
            <a:endParaRPr lang="en-GB" dirty="0"/>
          </a:p>
        </p:txBody>
      </p:sp>
      <p:sp>
        <p:nvSpPr>
          <p:cNvPr id="18" name="CuadroTexto 17">
            <a:extLst>
              <a:ext uri="{FF2B5EF4-FFF2-40B4-BE49-F238E27FC236}">
                <a16:creationId xmlns:a16="http://schemas.microsoft.com/office/drawing/2014/main" id="{C5CCF7E8-3A78-EE7D-E719-EDEF02572A51}"/>
              </a:ext>
            </a:extLst>
          </p:cNvPr>
          <p:cNvSpPr txBox="1"/>
          <p:nvPr/>
        </p:nvSpPr>
        <p:spPr>
          <a:xfrm>
            <a:off x="1088335" y="1891584"/>
            <a:ext cx="1337223" cy="369332"/>
          </a:xfrm>
          <a:prstGeom prst="rect">
            <a:avLst/>
          </a:prstGeom>
          <a:noFill/>
        </p:spPr>
        <p:txBody>
          <a:bodyPr wrap="square">
            <a:spAutoFit/>
          </a:bodyPr>
          <a:lstStyle/>
          <a:p>
            <a:r>
              <a:rPr lang="en-GB" b="0" i="0" dirty="0">
                <a:solidFill>
                  <a:srgbClr val="333333"/>
                </a:solidFill>
                <a:effectLst/>
                <a:latin typeface="Helvetica Neue" pitchFamily="50" charset="0"/>
              </a:rPr>
              <a:t>SNOMED</a:t>
            </a:r>
            <a:endParaRPr lang="en-GB" dirty="0"/>
          </a:p>
        </p:txBody>
      </p:sp>
      <p:sp>
        <p:nvSpPr>
          <p:cNvPr id="3" name="CuadroTexto 2">
            <a:extLst>
              <a:ext uri="{FF2B5EF4-FFF2-40B4-BE49-F238E27FC236}">
                <a16:creationId xmlns:a16="http://schemas.microsoft.com/office/drawing/2014/main" id="{BD07DE84-2AE5-9222-B74E-EC5F48F83BA0}"/>
              </a:ext>
            </a:extLst>
          </p:cNvPr>
          <p:cNvSpPr txBox="1"/>
          <p:nvPr/>
        </p:nvSpPr>
        <p:spPr>
          <a:xfrm>
            <a:off x="9534525" y="1836137"/>
            <a:ext cx="1337223" cy="369332"/>
          </a:xfrm>
          <a:prstGeom prst="rect">
            <a:avLst/>
          </a:prstGeom>
          <a:noFill/>
        </p:spPr>
        <p:txBody>
          <a:bodyPr wrap="square">
            <a:spAutoFit/>
          </a:bodyPr>
          <a:lstStyle/>
          <a:p>
            <a:r>
              <a:rPr lang="en-GB" b="0" i="0" dirty="0">
                <a:solidFill>
                  <a:srgbClr val="333333"/>
                </a:solidFill>
                <a:effectLst/>
                <a:latin typeface="Helvetica Neue" pitchFamily="50" charset="0"/>
              </a:rPr>
              <a:t>SNOMED</a:t>
            </a:r>
            <a:endParaRPr lang="en-GB" dirty="0"/>
          </a:p>
        </p:txBody>
      </p:sp>
      <p:sp>
        <p:nvSpPr>
          <p:cNvPr id="19" name="CuadroTexto 18">
            <a:extLst>
              <a:ext uri="{FF2B5EF4-FFF2-40B4-BE49-F238E27FC236}">
                <a16:creationId xmlns:a16="http://schemas.microsoft.com/office/drawing/2014/main" id="{F7650565-6764-D057-570E-1F5C8880FDC5}"/>
              </a:ext>
            </a:extLst>
          </p:cNvPr>
          <p:cNvSpPr txBox="1"/>
          <p:nvPr/>
        </p:nvSpPr>
        <p:spPr>
          <a:xfrm>
            <a:off x="5660357" y="1697637"/>
            <a:ext cx="7748336" cy="646331"/>
          </a:xfrm>
          <a:prstGeom prst="rect">
            <a:avLst/>
          </a:prstGeom>
          <a:noFill/>
        </p:spPr>
        <p:txBody>
          <a:bodyPr wrap="square">
            <a:spAutoFit/>
          </a:bodyPr>
          <a:lstStyle>
            <a:defPPr>
              <a:defRPr lang="en-US"/>
            </a:defPPr>
            <a:lvl1pPr>
              <a:defRPr b="0" i="0">
                <a:solidFill>
                  <a:srgbClr val="333333"/>
                </a:solidFill>
                <a:effectLst/>
                <a:latin typeface="Helvetica Neue" pitchFamily="50" charset="0"/>
              </a:defRPr>
            </a:lvl1pPr>
          </a:lstStyle>
          <a:p>
            <a:r>
              <a:rPr lang="en-GB" dirty="0"/>
              <a:t>SNOMED</a:t>
            </a:r>
          </a:p>
          <a:p>
            <a:r>
              <a:rPr lang="en-GB" dirty="0"/>
              <a:t>LOINC</a:t>
            </a:r>
          </a:p>
        </p:txBody>
      </p:sp>
      <p:sp>
        <p:nvSpPr>
          <p:cNvPr id="20" name="CuadroTexto 19">
            <a:extLst>
              <a:ext uri="{FF2B5EF4-FFF2-40B4-BE49-F238E27FC236}">
                <a16:creationId xmlns:a16="http://schemas.microsoft.com/office/drawing/2014/main" id="{EFFABCD2-17D9-DF34-65EF-D5A8904C4A35}"/>
              </a:ext>
            </a:extLst>
          </p:cNvPr>
          <p:cNvSpPr txBox="1"/>
          <p:nvPr/>
        </p:nvSpPr>
        <p:spPr>
          <a:xfrm>
            <a:off x="5578979" y="4748302"/>
            <a:ext cx="1337223" cy="369332"/>
          </a:xfrm>
          <a:prstGeom prst="rect">
            <a:avLst/>
          </a:prstGeom>
          <a:noFill/>
        </p:spPr>
        <p:txBody>
          <a:bodyPr wrap="square">
            <a:spAutoFit/>
          </a:bodyPr>
          <a:lstStyle/>
          <a:p>
            <a:r>
              <a:rPr lang="en-GB" b="0" i="0" dirty="0">
                <a:solidFill>
                  <a:srgbClr val="333333"/>
                </a:solidFill>
                <a:effectLst/>
                <a:latin typeface="Helvetica Neue" pitchFamily="50" charset="0"/>
              </a:rPr>
              <a:t>SNOMED</a:t>
            </a:r>
            <a:endParaRPr lang="en-GB" dirty="0"/>
          </a:p>
        </p:txBody>
      </p:sp>
      <p:sp>
        <p:nvSpPr>
          <p:cNvPr id="21" name="CuadroTexto 20">
            <a:extLst>
              <a:ext uri="{FF2B5EF4-FFF2-40B4-BE49-F238E27FC236}">
                <a16:creationId xmlns:a16="http://schemas.microsoft.com/office/drawing/2014/main" id="{4C5D747C-DD8C-B174-C52A-B65F876FE43E}"/>
              </a:ext>
            </a:extLst>
          </p:cNvPr>
          <p:cNvSpPr txBox="1"/>
          <p:nvPr/>
        </p:nvSpPr>
        <p:spPr>
          <a:xfrm>
            <a:off x="9677499" y="4748302"/>
            <a:ext cx="1337223" cy="369332"/>
          </a:xfrm>
          <a:prstGeom prst="rect">
            <a:avLst/>
          </a:prstGeom>
          <a:noFill/>
        </p:spPr>
        <p:txBody>
          <a:bodyPr wrap="square">
            <a:spAutoFit/>
          </a:bodyPr>
          <a:lstStyle/>
          <a:p>
            <a:r>
              <a:rPr lang="en-GB" b="0" i="0" dirty="0">
                <a:solidFill>
                  <a:srgbClr val="333333"/>
                </a:solidFill>
                <a:effectLst/>
                <a:latin typeface="Helvetica Neue" pitchFamily="50" charset="0"/>
              </a:rPr>
              <a:t>SNOMED</a:t>
            </a:r>
            <a:endParaRPr lang="en-GB" dirty="0"/>
          </a:p>
        </p:txBody>
      </p:sp>
      <p:sp>
        <p:nvSpPr>
          <p:cNvPr id="14" name="Footer Placeholder 4">
            <a:extLst>
              <a:ext uri="{FF2B5EF4-FFF2-40B4-BE49-F238E27FC236}">
                <a16:creationId xmlns:a16="http://schemas.microsoft.com/office/drawing/2014/main" id="{0A755E43-D93C-203B-7527-1D81307E7BE0}"/>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15" name="Slide Number Placeholder 5">
            <a:extLst>
              <a:ext uri="{FF2B5EF4-FFF2-40B4-BE49-F238E27FC236}">
                <a16:creationId xmlns:a16="http://schemas.microsoft.com/office/drawing/2014/main" id="{5045D110-93C9-F683-C869-763F19124332}"/>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14820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B18F4-DB49-B687-DEFC-2E5C630672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0ECE5B-A681-DD55-09E0-37A395CC69A6}"/>
              </a:ext>
            </a:extLst>
          </p:cNvPr>
          <p:cNvSpPr>
            <a:spLocks noGrp="1"/>
          </p:cNvSpPr>
          <p:nvPr>
            <p:ph type="title"/>
          </p:nvPr>
        </p:nvSpPr>
        <p:spPr/>
        <p:txBody>
          <a:bodyPr/>
          <a:lstStyle/>
          <a:p>
            <a:r>
              <a:rPr lang="en-US" b="1" dirty="0"/>
              <a:t>AGENDA</a:t>
            </a:r>
          </a:p>
        </p:txBody>
      </p:sp>
      <p:sp>
        <p:nvSpPr>
          <p:cNvPr id="3" name="Content Placeholder 2">
            <a:extLst>
              <a:ext uri="{FF2B5EF4-FFF2-40B4-BE49-F238E27FC236}">
                <a16:creationId xmlns:a16="http://schemas.microsoft.com/office/drawing/2014/main" id="{551D90C9-66D8-A1FD-2C3C-DC23BC5EC530}"/>
              </a:ext>
            </a:extLst>
          </p:cNvPr>
          <p:cNvSpPr>
            <a:spLocks noGrp="1"/>
          </p:cNvSpPr>
          <p:nvPr>
            <p:ph idx="1"/>
          </p:nvPr>
        </p:nvSpPr>
        <p:spPr/>
        <p:txBody>
          <a:bodyPr>
            <a:normAutofit/>
          </a:bodyPr>
          <a:lstStyle/>
          <a:p>
            <a:r>
              <a:rPr lang="en-US" sz="3200" dirty="0"/>
              <a:t>Phenotyping in RWD</a:t>
            </a:r>
          </a:p>
          <a:p>
            <a:r>
              <a:rPr lang="en-US" sz="3200" dirty="0"/>
              <a:t>Federated networks and tools</a:t>
            </a:r>
          </a:p>
          <a:p>
            <a:r>
              <a:rPr lang="en-US" sz="3200" dirty="0"/>
              <a:t>Phenotyping </a:t>
            </a:r>
            <a:r>
              <a:rPr lang="en-US" sz="3200" dirty="0" err="1"/>
              <a:t>OMOPped</a:t>
            </a:r>
            <a:r>
              <a:rPr lang="en-US" sz="3200" dirty="0"/>
              <a:t> data</a:t>
            </a:r>
          </a:p>
          <a:p>
            <a:r>
              <a:rPr lang="en-US" sz="3200" dirty="0">
                <a:solidFill>
                  <a:schemeClr val="bg1">
                    <a:lumMod val="65000"/>
                  </a:schemeClr>
                </a:solidFill>
              </a:rPr>
              <a:t>The DARWIN EU® Phenotyping SOP</a:t>
            </a:r>
          </a:p>
          <a:p>
            <a:r>
              <a:rPr lang="en-US" sz="3200" dirty="0">
                <a:solidFill>
                  <a:schemeClr val="bg1">
                    <a:lumMod val="65000"/>
                  </a:schemeClr>
                </a:solidFill>
              </a:rPr>
              <a:t>Examples</a:t>
            </a:r>
          </a:p>
          <a:p>
            <a:endParaRPr lang="en-US" sz="3200" dirty="0"/>
          </a:p>
        </p:txBody>
      </p:sp>
      <p:sp>
        <p:nvSpPr>
          <p:cNvPr id="5" name="Footer Placeholder 4">
            <a:extLst>
              <a:ext uri="{FF2B5EF4-FFF2-40B4-BE49-F238E27FC236}">
                <a16:creationId xmlns:a16="http://schemas.microsoft.com/office/drawing/2014/main" id="{DD9D629A-FF14-DB0F-D782-A303C37237B7}"/>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6" name="Slide Number Placeholder 5">
            <a:extLst>
              <a:ext uri="{FF2B5EF4-FFF2-40B4-BE49-F238E27FC236}">
                <a16:creationId xmlns:a16="http://schemas.microsoft.com/office/drawing/2014/main" id="{B4709FCD-8F7C-D94F-295F-50C7AE330030}"/>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7176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3B4B1-815B-952D-4AA2-1B803BB3A285}"/>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E186EFB0-6A58-756A-4401-3022D27CCBFD}"/>
              </a:ext>
            </a:extLst>
          </p:cNvPr>
          <p:cNvSpPr>
            <a:spLocks noGrp="1" noChangeArrowheads="1"/>
          </p:cNvSpPr>
          <p:nvPr>
            <p:ph type="title"/>
          </p:nvPr>
        </p:nvSpPr>
        <p:spPr/>
        <p:txBody>
          <a:bodyPr/>
          <a:lstStyle/>
          <a:p>
            <a:pPr>
              <a:defRPr/>
            </a:pPr>
            <a:r>
              <a:rPr lang="en-GB" dirty="0">
                <a:ea typeface="+mn-ea"/>
              </a:rPr>
              <a:t>Building blocks</a:t>
            </a:r>
            <a:endParaRPr lang="en-GB" kern="1200" dirty="0">
              <a:ea typeface="+mn-ea"/>
            </a:endParaRPr>
          </a:p>
        </p:txBody>
      </p:sp>
      <p:sp>
        <p:nvSpPr>
          <p:cNvPr id="7" name="CuadroTexto 6">
            <a:extLst>
              <a:ext uri="{FF2B5EF4-FFF2-40B4-BE49-F238E27FC236}">
                <a16:creationId xmlns:a16="http://schemas.microsoft.com/office/drawing/2014/main" id="{C3A12157-E056-9AA5-5905-188E83F835EE}"/>
              </a:ext>
            </a:extLst>
          </p:cNvPr>
          <p:cNvSpPr txBox="1"/>
          <p:nvPr/>
        </p:nvSpPr>
        <p:spPr>
          <a:xfrm>
            <a:off x="211748" y="4344458"/>
            <a:ext cx="5020269"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800" b="1" i="0" u="none" strike="noStrike" kern="1200" cap="none" spc="0" normalizeH="0" baseline="0" noProof="0" dirty="0">
                <a:ln>
                  <a:noFill/>
                </a:ln>
                <a:solidFill>
                  <a:srgbClr val="7030A0"/>
                </a:solidFill>
                <a:effectLst/>
                <a:uLnTx/>
                <a:uFillTx/>
                <a:latin typeface="Arial" panose="020B0604020202020204" pitchFamily="34" charset="0"/>
                <a:ea typeface="+mn-ea"/>
                <a:cs typeface="Arial" panose="020B0604020202020204" pitchFamily="34" charset="0"/>
              </a:rPr>
              <a:t>Cohorts / Phenotypes</a:t>
            </a:r>
            <a:endParaRPr kumimoji="0" lang="en-GB" sz="2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
        <p:nvSpPr>
          <p:cNvPr id="22" name="CuadroTexto 21">
            <a:extLst>
              <a:ext uri="{FF2B5EF4-FFF2-40B4-BE49-F238E27FC236}">
                <a16:creationId xmlns:a16="http://schemas.microsoft.com/office/drawing/2014/main" id="{808DE473-A84D-BD87-8CC3-5A87ABDDF1B3}"/>
              </a:ext>
            </a:extLst>
          </p:cNvPr>
          <p:cNvSpPr txBox="1"/>
          <p:nvPr/>
        </p:nvSpPr>
        <p:spPr>
          <a:xfrm>
            <a:off x="357273" y="1395600"/>
            <a:ext cx="5020269"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800" b="1" i="0" u="none" strike="noStrike" kern="1200" cap="none" spc="0" normalizeH="0" baseline="0" noProof="0" dirty="0">
                <a:ln>
                  <a:noFill/>
                </a:ln>
                <a:solidFill>
                  <a:srgbClr val="7030A0"/>
                </a:solidFill>
                <a:effectLst/>
                <a:uLnTx/>
                <a:uFillTx/>
                <a:latin typeface="Arial" panose="020B0604020202020204" pitchFamily="34" charset="0"/>
                <a:ea typeface="+mn-ea"/>
                <a:cs typeface="Arial" panose="020B0604020202020204" pitchFamily="34" charset="0"/>
              </a:rPr>
              <a:t>Concept </a:t>
            </a:r>
            <a:r>
              <a:rPr kumimoji="0" lang="de-DE" sz="2800" b="1" i="0" u="none" strike="noStrike" kern="1200" cap="none" spc="0" normalizeH="0" baseline="0" noProof="0" dirty="0" err="1">
                <a:ln>
                  <a:noFill/>
                </a:ln>
                <a:solidFill>
                  <a:srgbClr val="7030A0"/>
                </a:solidFill>
                <a:effectLst/>
                <a:uLnTx/>
                <a:uFillTx/>
                <a:latin typeface="Arial" panose="020B0604020202020204" pitchFamily="34" charset="0"/>
                <a:ea typeface="+mn-ea"/>
                <a:cs typeface="Arial" panose="020B0604020202020204" pitchFamily="34" charset="0"/>
              </a:rPr>
              <a:t>sets</a:t>
            </a:r>
            <a:r>
              <a:rPr kumimoji="0" lang="de-DE" sz="2800" b="1" i="0" u="none" strike="noStrike" kern="1200" cap="none" spc="0" normalizeH="0" baseline="0" noProof="0" dirty="0">
                <a:ln>
                  <a:noFill/>
                </a:ln>
                <a:solidFill>
                  <a:srgbClr val="7030A0"/>
                </a:solidFill>
                <a:effectLst/>
                <a:uLnTx/>
                <a:uFillTx/>
                <a:latin typeface="Arial" panose="020B0604020202020204" pitchFamily="34" charset="0"/>
                <a:ea typeface="+mn-ea"/>
                <a:cs typeface="Arial" panose="020B0604020202020204" pitchFamily="34" charset="0"/>
              </a:rPr>
              <a:t> / Code </a:t>
            </a:r>
            <a:r>
              <a:rPr kumimoji="0" lang="de-DE" sz="2800" b="1" i="0" u="none" strike="noStrike" kern="1200" cap="none" spc="0" normalizeH="0" baseline="0" noProof="0" dirty="0" err="1">
                <a:ln>
                  <a:noFill/>
                </a:ln>
                <a:solidFill>
                  <a:srgbClr val="7030A0"/>
                </a:solidFill>
                <a:effectLst/>
                <a:uLnTx/>
                <a:uFillTx/>
                <a:latin typeface="Arial" panose="020B0604020202020204" pitchFamily="34" charset="0"/>
                <a:ea typeface="+mn-ea"/>
                <a:cs typeface="Arial" panose="020B0604020202020204" pitchFamily="34" charset="0"/>
              </a:rPr>
              <a:t>lists</a:t>
            </a:r>
            <a:endParaRPr kumimoji="0" lang="en-GB" sz="2800" b="1"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pic>
        <p:nvPicPr>
          <p:cNvPr id="24" name="Imagen 23">
            <a:extLst>
              <a:ext uri="{FF2B5EF4-FFF2-40B4-BE49-F238E27FC236}">
                <a16:creationId xmlns:a16="http://schemas.microsoft.com/office/drawing/2014/main" id="{9CAB9C9B-0128-BF69-4D73-5C6C4CC080FF}"/>
              </a:ext>
            </a:extLst>
          </p:cNvPr>
          <p:cNvPicPr>
            <a:picLocks noChangeAspect="1"/>
          </p:cNvPicPr>
          <p:nvPr/>
        </p:nvPicPr>
        <p:blipFill rotWithShape="1">
          <a:blip r:embed="rId3"/>
          <a:srcRect t="3144" r="2985"/>
          <a:stretch/>
        </p:blipFill>
        <p:spPr>
          <a:xfrm>
            <a:off x="7782712" y="1327510"/>
            <a:ext cx="3419497" cy="2426793"/>
          </a:xfrm>
          <a:prstGeom prst="rect">
            <a:avLst/>
          </a:prstGeom>
        </p:spPr>
      </p:pic>
      <p:sp>
        <p:nvSpPr>
          <p:cNvPr id="25" name="CuadroTexto 24">
            <a:extLst>
              <a:ext uri="{FF2B5EF4-FFF2-40B4-BE49-F238E27FC236}">
                <a16:creationId xmlns:a16="http://schemas.microsoft.com/office/drawing/2014/main" id="{DF83B1AB-91A0-0F92-E3F5-A88D17B49D39}"/>
              </a:ext>
            </a:extLst>
          </p:cNvPr>
          <p:cNvSpPr txBox="1"/>
          <p:nvPr/>
        </p:nvSpPr>
        <p:spPr>
          <a:xfrm>
            <a:off x="1088335" y="1891584"/>
            <a:ext cx="523683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33333"/>
                </a:solidFill>
                <a:effectLst/>
                <a:uLnTx/>
                <a:uFillTx/>
                <a:latin typeface="Helvetica Neue" pitchFamily="50" charset="0"/>
                <a:ea typeface="+mn-ea"/>
                <a:cs typeface="+mn-cs"/>
              </a:rPr>
              <a:t>List of codes</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CuadroTexto 26">
            <a:extLst>
              <a:ext uri="{FF2B5EF4-FFF2-40B4-BE49-F238E27FC236}">
                <a16:creationId xmlns:a16="http://schemas.microsoft.com/office/drawing/2014/main" id="{D85B1DA2-834D-82C3-CD63-D95EC71A7375}"/>
              </a:ext>
            </a:extLst>
          </p:cNvPr>
          <p:cNvSpPr txBox="1"/>
          <p:nvPr/>
        </p:nvSpPr>
        <p:spPr>
          <a:xfrm>
            <a:off x="1794423" y="4942742"/>
            <a:ext cx="990027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33333"/>
                </a:solidFill>
                <a:effectLst/>
                <a:uLnTx/>
                <a:uFillTx/>
                <a:latin typeface="Helvetica Neue" pitchFamily="50" charset="0"/>
                <a:ea typeface="+mn-ea"/>
                <a:cs typeface="+mn-cs"/>
              </a:rPr>
              <a:t> Set of persons who satisfy one or more inclusion criteria for a duration of time</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CuadroTexto 27">
            <a:extLst>
              <a:ext uri="{FF2B5EF4-FFF2-40B4-BE49-F238E27FC236}">
                <a16:creationId xmlns:a16="http://schemas.microsoft.com/office/drawing/2014/main" id="{5ED91810-5749-3830-C25C-BC3538A9ADE3}"/>
              </a:ext>
            </a:extLst>
          </p:cNvPr>
          <p:cNvSpPr txBox="1"/>
          <p:nvPr/>
        </p:nvSpPr>
        <p:spPr>
          <a:xfrm>
            <a:off x="1842549" y="5462400"/>
            <a:ext cx="990027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333333"/>
                </a:solidFill>
                <a:effectLst/>
                <a:uLnTx/>
                <a:uFillTx/>
                <a:latin typeface="Helvetica Neue" pitchFamily="50" charset="0"/>
                <a:ea typeface="+mn-ea"/>
                <a:cs typeface="+mn-cs"/>
              </a:rPr>
              <a:t>Usually: Concept set/s + logic </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CuadroTexto 29">
            <a:extLst>
              <a:ext uri="{FF2B5EF4-FFF2-40B4-BE49-F238E27FC236}">
                <a16:creationId xmlns:a16="http://schemas.microsoft.com/office/drawing/2014/main" id="{47C7FD47-9327-B033-19D1-E87A56600489}"/>
              </a:ext>
            </a:extLst>
          </p:cNvPr>
          <p:cNvSpPr txBox="1"/>
          <p:nvPr/>
        </p:nvSpPr>
        <p:spPr>
          <a:xfrm>
            <a:off x="1422441" y="2411242"/>
            <a:ext cx="5830159" cy="13849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srgbClr val="333333"/>
                </a:solidFill>
                <a:effectLst/>
                <a:uLnTx/>
                <a:uFillTx/>
                <a:latin typeface="Helvetica Neue" pitchFamily="50" charset="0"/>
                <a:ea typeface="+mn-ea"/>
                <a:cs typeface="+mn-cs"/>
              </a:rPr>
              <a:t>Included</a:t>
            </a:r>
            <a:endParaRPr kumimoji="0" lang="en-GB" sz="1200" b="0" i="0" u="none" strike="noStrike" kern="1200" cap="none" spc="0" normalizeH="0" baseline="0" noProof="0" dirty="0">
              <a:ln>
                <a:noFill/>
              </a:ln>
              <a:solidFill>
                <a:srgbClr val="333333"/>
              </a:solidFill>
              <a:effectLst/>
              <a:uLnTx/>
              <a:uFillTx/>
              <a:latin typeface="Helvetica Neue"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b="1" i="0" u="none" strike="noStrike" kern="1200" cap="none" spc="0" normalizeH="0" baseline="0" noProof="0" dirty="0">
              <a:ln>
                <a:noFill/>
              </a:ln>
              <a:solidFill>
                <a:srgbClr val="333333"/>
              </a:solidFill>
              <a:effectLst/>
              <a:uLnTx/>
              <a:uFillTx/>
              <a:latin typeface="Helvetica Neue"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srgbClr val="333333"/>
                </a:solidFill>
                <a:effectLst/>
                <a:uLnTx/>
                <a:uFillTx/>
                <a:latin typeface="Helvetica Neue" pitchFamily="50" charset="0"/>
                <a:ea typeface="+mn-ea"/>
                <a:cs typeface="+mn-cs"/>
              </a:rPr>
              <a:t>Exclude</a:t>
            </a:r>
            <a:r>
              <a:rPr kumimoji="0" lang="en-GB" sz="1200" b="0" i="0" u="none" strike="noStrike" kern="1200" cap="none" spc="0" normalizeH="0" baseline="0" noProof="0" dirty="0">
                <a:ln>
                  <a:noFill/>
                </a:ln>
                <a:solidFill>
                  <a:srgbClr val="333333"/>
                </a:solidFill>
                <a:effectLst/>
                <a:uLnTx/>
                <a:uFillTx/>
                <a:latin typeface="Helvetica Neue" pitchFamily="50" charset="0"/>
                <a:ea typeface="+mn-ea"/>
                <a:cs typeface="+mn-cs"/>
              </a:rPr>
              <a:t>: Exclude this concept (and any of its descendants if selected) from the concept set.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dirty="0">
              <a:ln>
                <a:noFill/>
              </a:ln>
              <a:solidFill>
                <a:srgbClr val="333333"/>
              </a:solidFill>
              <a:effectLst/>
              <a:uLnTx/>
              <a:uFillTx/>
              <a:latin typeface="Helvetica Neue" pitchFamily="50"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srgbClr val="333333"/>
                </a:solidFill>
                <a:effectLst/>
                <a:uLnTx/>
                <a:uFillTx/>
                <a:latin typeface="Helvetica Neue" pitchFamily="50" charset="0"/>
                <a:ea typeface="+mn-ea"/>
                <a:cs typeface="+mn-cs"/>
              </a:rPr>
              <a:t>Descendants</a:t>
            </a:r>
            <a:r>
              <a:rPr kumimoji="0" lang="en-GB" sz="1200" b="0" i="0" u="none" strike="noStrike" kern="1200" cap="none" spc="0" normalizeH="0" baseline="0" noProof="0" dirty="0">
                <a:ln>
                  <a:noFill/>
                </a:ln>
                <a:solidFill>
                  <a:srgbClr val="333333"/>
                </a:solidFill>
                <a:effectLst/>
                <a:uLnTx/>
                <a:uFillTx/>
                <a:latin typeface="Helvetica Neue" pitchFamily="50" charset="0"/>
                <a:ea typeface="+mn-ea"/>
                <a:cs typeface="+mn-cs"/>
              </a:rPr>
              <a:t>: Consider not only this concept, but also all of its descendants.</a:t>
            </a:r>
          </a:p>
        </p:txBody>
      </p:sp>
      <p:sp>
        <p:nvSpPr>
          <p:cNvPr id="6" name="Footer Placeholder 4">
            <a:extLst>
              <a:ext uri="{FF2B5EF4-FFF2-40B4-BE49-F238E27FC236}">
                <a16:creationId xmlns:a16="http://schemas.microsoft.com/office/drawing/2014/main" id="{4AB9765C-0243-77F5-2A58-BC44F4A3E0CD}"/>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8" name="Slide Number Placeholder 5">
            <a:extLst>
              <a:ext uri="{FF2B5EF4-FFF2-40B4-BE49-F238E27FC236}">
                <a16:creationId xmlns:a16="http://schemas.microsoft.com/office/drawing/2014/main" id="{7264B15A-53B8-553B-D03F-7ABB315FBA82}"/>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977447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0884B-E769-A41F-0239-85096D3EC6B4}"/>
              </a:ext>
            </a:extLst>
          </p:cNvPr>
          <p:cNvSpPr>
            <a:spLocks noGrp="1"/>
          </p:cNvSpPr>
          <p:nvPr>
            <p:ph type="title"/>
          </p:nvPr>
        </p:nvSpPr>
        <p:spPr/>
        <p:txBody>
          <a:bodyPr/>
          <a:lstStyle/>
          <a:p>
            <a:r>
              <a:rPr lang="en-US" dirty="0"/>
              <a:t>OHDSI’s ATLAS™</a:t>
            </a:r>
          </a:p>
        </p:txBody>
      </p:sp>
      <p:sp>
        <p:nvSpPr>
          <p:cNvPr id="5" name="Content Placeholder 4">
            <a:extLst>
              <a:ext uri="{FF2B5EF4-FFF2-40B4-BE49-F238E27FC236}">
                <a16:creationId xmlns:a16="http://schemas.microsoft.com/office/drawing/2014/main" id="{84F592E9-C1B9-E727-61C0-60B420CC1998}"/>
              </a:ext>
            </a:extLst>
          </p:cNvPr>
          <p:cNvSpPr>
            <a:spLocks noGrp="1"/>
          </p:cNvSpPr>
          <p:nvPr>
            <p:ph idx="1"/>
          </p:nvPr>
        </p:nvSpPr>
        <p:spPr/>
        <p:txBody>
          <a:bodyPr/>
          <a:lstStyle/>
          <a:p>
            <a:endParaRPr lang="en-GB"/>
          </a:p>
        </p:txBody>
      </p:sp>
      <p:pic>
        <p:nvPicPr>
          <p:cNvPr id="4" name="Picture 3">
            <a:extLst>
              <a:ext uri="{FF2B5EF4-FFF2-40B4-BE49-F238E27FC236}">
                <a16:creationId xmlns:a16="http://schemas.microsoft.com/office/drawing/2014/main" id="{9AAFC20D-D50B-EF7F-8440-4E12070D1458}"/>
              </a:ext>
            </a:extLst>
          </p:cNvPr>
          <p:cNvPicPr>
            <a:picLocks noChangeAspect="1"/>
          </p:cNvPicPr>
          <p:nvPr/>
        </p:nvPicPr>
        <p:blipFill>
          <a:blip r:embed="rId2"/>
          <a:stretch>
            <a:fillRect/>
          </a:stretch>
        </p:blipFill>
        <p:spPr>
          <a:xfrm>
            <a:off x="1053740" y="1308410"/>
            <a:ext cx="8972611" cy="4893607"/>
          </a:xfrm>
          <a:prstGeom prst="rect">
            <a:avLst/>
          </a:prstGeom>
        </p:spPr>
      </p:pic>
      <p:sp>
        <p:nvSpPr>
          <p:cNvPr id="7" name="Footer Placeholder 4">
            <a:extLst>
              <a:ext uri="{FF2B5EF4-FFF2-40B4-BE49-F238E27FC236}">
                <a16:creationId xmlns:a16="http://schemas.microsoft.com/office/drawing/2014/main" id="{9AD538D4-66EF-E5F9-196D-790F4B7706E4}"/>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8" name="Slide Number Placeholder 5">
            <a:extLst>
              <a:ext uri="{FF2B5EF4-FFF2-40B4-BE49-F238E27FC236}">
                <a16:creationId xmlns:a16="http://schemas.microsoft.com/office/drawing/2014/main" id="{8B5A712A-5C1B-7D30-4DC5-37A48F47F758}"/>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421864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4A13D-ACB5-7FEC-47F3-6140C5DE61C1}"/>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8FA3CF13-65A1-930E-31BE-A50ACA2698D1}"/>
              </a:ext>
            </a:extLst>
          </p:cNvPr>
          <p:cNvSpPr>
            <a:spLocks noGrp="1" noChangeArrowheads="1"/>
          </p:cNvSpPr>
          <p:nvPr>
            <p:ph type="title"/>
          </p:nvPr>
        </p:nvSpPr>
        <p:spPr/>
        <p:txBody>
          <a:bodyPr/>
          <a:lstStyle/>
          <a:p>
            <a:pPr>
              <a:defRPr/>
            </a:pPr>
            <a:r>
              <a:rPr lang="en-GB" dirty="0">
                <a:ea typeface="+mn-ea"/>
              </a:rPr>
              <a:t>Building blocks: Concept sets in ATLAS™</a:t>
            </a:r>
            <a:endParaRPr lang="en-GB" kern="1200" dirty="0">
              <a:ea typeface="+mn-ea"/>
            </a:endParaRPr>
          </a:p>
        </p:txBody>
      </p:sp>
      <p:sp>
        <p:nvSpPr>
          <p:cNvPr id="5" name="Content Placeholder 4">
            <a:extLst>
              <a:ext uri="{FF2B5EF4-FFF2-40B4-BE49-F238E27FC236}">
                <a16:creationId xmlns:a16="http://schemas.microsoft.com/office/drawing/2014/main" id="{C87B51C9-F82F-5991-CBDF-E00913427019}"/>
              </a:ext>
            </a:extLst>
          </p:cNvPr>
          <p:cNvSpPr>
            <a:spLocks noGrp="1"/>
          </p:cNvSpPr>
          <p:nvPr>
            <p:ph idx="1"/>
          </p:nvPr>
        </p:nvSpPr>
        <p:spPr/>
        <p:txBody>
          <a:bodyPr/>
          <a:lstStyle/>
          <a:p>
            <a:endParaRPr lang="en-GB"/>
          </a:p>
        </p:txBody>
      </p:sp>
      <p:pic>
        <p:nvPicPr>
          <p:cNvPr id="3" name="Imagen 2">
            <a:extLst>
              <a:ext uri="{FF2B5EF4-FFF2-40B4-BE49-F238E27FC236}">
                <a16:creationId xmlns:a16="http://schemas.microsoft.com/office/drawing/2014/main" id="{73BDB8D6-8907-0617-4537-B5697F31D352}"/>
              </a:ext>
            </a:extLst>
          </p:cNvPr>
          <p:cNvPicPr>
            <a:picLocks noChangeAspect="1"/>
          </p:cNvPicPr>
          <p:nvPr/>
        </p:nvPicPr>
        <p:blipFill>
          <a:blip r:embed="rId3"/>
          <a:stretch>
            <a:fillRect/>
          </a:stretch>
        </p:blipFill>
        <p:spPr>
          <a:xfrm>
            <a:off x="278488" y="1386988"/>
            <a:ext cx="11280721" cy="3959660"/>
          </a:xfrm>
          <a:prstGeom prst="rect">
            <a:avLst/>
          </a:prstGeom>
        </p:spPr>
      </p:pic>
      <p:sp>
        <p:nvSpPr>
          <p:cNvPr id="7" name="Footer Placeholder 4">
            <a:extLst>
              <a:ext uri="{FF2B5EF4-FFF2-40B4-BE49-F238E27FC236}">
                <a16:creationId xmlns:a16="http://schemas.microsoft.com/office/drawing/2014/main" id="{C0C444B1-F98A-48E7-FDEF-DAEAB861931C}"/>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8" name="Slide Number Placeholder 5">
            <a:extLst>
              <a:ext uri="{FF2B5EF4-FFF2-40B4-BE49-F238E27FC236}">
                <a16:creationId xmlns:a16="http://schemas.microsoft.com/office/drawing/2014/main" id="{ABBF25EF-0D4D-E737-B3AB-096046B4E8EB}"/>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125625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73268-0800-F22B-CC57-FA902BD0EE83}"/>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34C08A53-2AB7-4516-E747-AC46ECEB9A97}"/>
              </a:ext>
            </a:extLst>
          </p:cNvPr>
          <p:cNvSpPr>
            <a:spLocks noGrp="1" noChangeArrowheads="1"/>
          </p:cNvSpPr>
          <p:nvPr>
            <p:ph type="title"/>
          </p:nvPr>
        </p:nvSpPr>
        <p:spPr/>
        <p:txBody>
          <a:bodyPr/>
          <a:lstStyle/>
          <a:p>
            <a:pPr>
              <a:defRPr/>
            </a:pPr>
            <a:r>
              <a:rPr lang="en-GB" dirty="0">
                <a:ea typeface="+mn-ea"/>
              </a:rPr>
              <a:t>Building blocks: </a:t>
            </a:r>
            <a:r>
              <a:rPr lang="en-GB" dirty="0" err="1">
                <a:ea typeface="+mn-ea"/>
              </a:rPr>
              <a:t>Codelists</a:t>
            </a:r>
            <a:r>
              <a:rPr lang="en-GB" dirty="0">
                <a:ea typeface="+mn-ea"/>
              </a:rPr>
              <a:t> in ATLAS™</a:t>
            </a:r>
            <a:endParaRPr lang="en-GB" kern="1200" dirty="0">
              <a:ea typeface="+mn-ea"/>
            </a:endParaRPr>
          </a:p>
        </p:txBody>
      </p:sp>
      <p:sp>
        <p:nvSpPr>
          <p:cNvPr id="6" name="Content Placeholder 5">
            <a:extLst>
              <a:ext uri="{FF2B5EF4-FFF2-40B4-BE49-F238E27FC236}">
                <a16:creationId xmlns:a16="http://schemas.microsoft.com/office/drawing/2014/main" id="{5A869232-89B2-3A2F-362D-DE30CCC81302}"/>
              </a:ext>
            </a:extLst>
          </p:cNvPr>
          <p:cNvSpPr>
            <a:spLocks noGrp="1"/>
          </p:cNvSpPr>
          <p:nvPr>
            <p:ph idx="1"/>
          </p:nvPr>
        </p:nvSpPr>
        <p:spPr/>
        <p:txBody>
          <a:bodyPr/>
          <a:lstStyle/>
          <a:p>
            <a:endParaRPr lang="en-GB"/>
          </a:p>
        </p:txBody>
      </p:sp>
      <p:pic>
        <p:nvPicPr>
          <p:cNvPr id="5" name="Imagen 4">
            <a:extLst>
              <a:ext uri="{FF2B5EF4-FFF2-40B4-BE49-F238E27FC236}">
                <a16:creationId xmlns:a16="http://schemas.microsoft.com/office/drawing/2014/main" id="{85627AEF-A827-2521-2AE2-0E4CAD239614}"/>
              </a:ext>
            </a:extLst>
          </p:cNvPr>
          <p:cNvPicPr>
            <a:picLocks noChangeAspect="1"/>
          </p:cNvPicPr>
          <p:nvPr/>
        </p:nvPicPr>
        <p:blipFill>
          <a:blip r:embed="rId3"/>
          <a:stretch>
            <a:fillRect/>
          </a:stretch>
        </p:blipFill>
        <p:spPr>
          <a:xfrm>
            <a:off x="914399" y="996315"/>
            <a:ext cx="10205071" cy="5136720"/>
          </a:xfrm>
          <a:prstGeom prst="rect">
            <a:avLst/>
          </a:prstGeom>
        </p:spPr>
      </p:pic>
      <p:sp>
        <p:nvSpPr>
          <p:cNvPr id="2" name="Rectangle 1">
            <a:extLst>
              <a:ext uri="{FF2B5EF4-FFF2-40B4-BE49-F238E27FC236}">
                <a16:creationId xmlns:a16="http://schemas.microsoft.com/office/drawing/2014/main" id="{F484579B-1848-2437-6794-73B0EDD0D6AB}"/>
              </a:ext>
            </a:extLst>
          </p:cNvPr>
          <p:cNvSpPr/>
          <p:nvPr/>
        </p:nvSpPr>
        <p:spPr>
          <a:xfrm>
            <a:off x="8010939" y="2226364"/>
            <a:ext cx="646044" cy="398050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ooter Placeholder 4">
            <a:extLst>
              <a:ext uri="{FF2B5EF4-FFF2-40B4-BE49-F238E27FC236}">
                <a16:creationId xmlns:a16="http://schemas.microsoft.com/office/drawing/2014/main" id="{F22F59D4-54A9-44CD-123A-3F0DC1CC7AE3}"/>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9" name="Slide Number Placeholder 5">
            <a:extLst>
              <a:ext uri="{FF2B5EF4-FFF2-40B4-BE49-F238E27FC236}">
                <a16:creationId xmlns:a16="http://schemas.microsoft.com/office/drawing/2014/main" id="{BCFDAD3C-1E8A-C314-02A5-E1DA462AE2C8}"/>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28484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298D7-7471-3933-6593-CC3D9B2B0302}"/>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1FB656EC-5420-826C-6D85-1017EE9B8E3F}"/>
              </a:ext>
            </a:extLst>
          </p:cNvPr>
          <p:cNvSpPr>
            <a:spLocks noGrp="1" noChangeArrowheads="1"/>
          </p:cNvSpPr>
          <p:nvPr>
            <p:ph type="title"/>
          </p:nvPr>
        </p:nvSpPr>
        <p:spPr/>
        <p:txBody>
          <a:bodyPr/>
          <a:lstStyle/>
          <a:p>
            <a:pPr>
              <a:defRPr/>
            </a:pPr>
            <a:r>
              <a:rPr lang="en-GB" dirty="0">
                <a:ea typeface="+mn-ea"/>
              </a:rPr>
              <a:t>Diabetes Cohort/Phenotype</a:t>
            </a:r>
            <a:endParaRPr lang="en-GB" kern="1200" dirty="0">
              <a:ea typeface="+mn-ea"/>
            </a:endParaRPr>
          </a:p>
        </p:txBody>
      </p:sp>
      <p:sp>
        <p:nvSpPr>
          <p:cNvPr id="7" name="Content Placeholder 6">
            <a:extLst>
              <a:ext uri="{FF2B5EF4-FFF2-40B4-BE49-F238E27FC236}">
                <a16:creationId xmlns:a16="http://schemas.microsoft.com/office/drawing/2014/main" id="{C6063FF6-C27D-0A23-C9F3-4E2E041A2FC6}"/>
              </a:ext>
            </a:extLst>
          </p:cNvPr>
          <p:cNvSpPr>
            <a:spLocks noGrp="1"/>
          </p:cNvSpPr>
          <p:nvPr>
            <p:ph idx="1"/>
          </p:nvPr>
        </p:nvSpPr>
        <p:spPr/>
        <p:txBody>
          <a:bodyPr/>
          <a:lstStyle/>
          <a:p>
            <a:endParaRPr lang="en-GB"/>
          </a:p>
        </p:txBody>
      </p:sp>
      <p:pic>
        <p:nvPicPr>
          <p:cNvPr id="5" name="Gráfico 4">
            <a:extLst>
              <a:ext uri="{FF2B5EF4-FFF2-40B4-BE49-F238E27FC236}">
                <a16:creationId xmlns:a16="http://schemas.microsoft.com/office/drawing/2014/main" id="{8BA932F9-E643-9D5F-46DC-7473EF61DE28}"/>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7638910" y="205003"/>
            <a:ext cx="786735" cy="786735"/>
          </a:xfrm>
          <a:prstGeom prst="rect">
            <a:avLst/>
          </a:prstGeom>
        </p:spPr>
      </p:pic>
      <p:grpSp>
        <p:nvGrpSpPr>
          <p:cNvPr id="14" name="Grupo 13">
            <a:extLst>
              <a:ext uri="{FF2B5EF4-FFF2-40B4-BE49-F238E27FC236}">
                <a16:creationId xmlns:a16="http://schemas.microsoft.com/office/drawing/2014/main" id="{60A20D85-FA05-2977-3A19-24BB40980DF6}"/>
              </a:ext>
            </a:extLst>
          </p:cNvPr>
          <p:cNvGrpSpPr/>
          <p:nvPr/>
        </p:nvGrpSpPr>
        <p:grpSpPr>
          <a:xfrm>
            <a:off x="626788" y="1821925"/>
            <a:ext cx="10759669" cy="0"/>
            <a:chOff x="866274" y="1821925"/>
            <a:chExt cx="10759669" cy="0"/>
          </a:xfrm>
        </p:grpSpPr>
        <p:cxnSp>
          <p:nvCxnSpPr>
            <p:cNvPr id="15" name="Conector recto 14">
              <a:extLst>
                <a:ext uri="{FF2B5EF4-FFF2-40B4-BE49-F238E27FC236}">
                  <a16:creationId xmlns:a16="http://schemas.microsoft.com/office/drawing/2014/main" id="{0FF2EED2-21DE-2C90-9292-6F5192D1A31A}"/>
                </a:ext>
              </a:extLst>
            </p:cNvPr>
            <p:cNvCxnSpPr>
              <a:cxnSpLocks/>
            </p:cNvCxnSpPr>
            <p:nvPr/>
          </p:nvCxnSpPr>
          <p:spPr>
            <a:xfrm>
              <a:off x="866274" y="1821925"/>
              <a:ext cx="10759669"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3" name="Conector recto 2">
              <a:extLst>
                <a:ext uri="{FF2B5EF4-FFF2-40B4-BE49-F238E27FC236}">
                  <a16:creationId xmlns:a16="http://schemas.microsoft.com/office/drawing/2014/main" id="{F0736A04-D849-D911-167C-3BCDB4BD90A4}"/>
                </a:ext>
              </a:extLst>
            </p:cNvPr>
            <p:cNvCxnSpPr>
              <a:cxnSpLocks/>
            </p:cNvCxnSpPr>
            <p:nvPr/>
          </p:nvCxnSpPr>
          <p:spPr>
            <a:xfrm>
              <a:off x="3372176" y="1821925"/>
              <a:ext cx="8253767" cy="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grpSp>
      <p:grpSp>
        <p:nvGrpSpPr>
          <p:cNvPr id="19" name="Grupo 18">
            <a:extLst>
              <a:ext uri="{FF2B5EF4-FFF2-40B4-BE49-F238E27FC236}">
                <a16:creationId xmlns:a16="http://schemas.microsoft.com/office/drawing/2014/main" id="{D85AA689-80C7-7BCF-5238-3F3BF44229D3}"/>
              </a:ext>
            </a:extLst>
          </p:cNvPr>
          <p:cNvGrpSpPr/>
          <p:nvPr/>
        </p:nvGrpSpPr>
        <p:grpSpPr>
          <a:xfrm>
            <a:off x="626788" y="2515173"/>
            <a:ext cx="10759669" cy="0"/>
            <a:chOff x="866274" y="1821925"/>
            <a:chExt cx="10759669" cy="0"/>
          </a:xfrm>
        </p:grpSpPr>
        <p:cxnSp>
          <p:nvCxnSpPr>
            <p:cNvPr id="20" name="Conector recto 19">
              <a:extLst>
                <a:ext uri="{FF2B5EF4-FFF2-40B4-BE49-F238E27FC236}">
                  <a16:creationId xmlns:a16="http://schemas.microsoft.com/office/drawing/2014/main" id="{392EA4E4-22C3-9497-FB27-CF2FB0ED7D91}"/>
                </a:ext>
              </a:extLst>
            </p:cNvPr>
            <p:cNvCxnSpPr>
              <a:cxnSpLocks/>
            </p:cNvCxnSpPr>
            <p:nvPr/>
          </p:nvCxnSpPr>
          <p:spPr>
            <a:xfrm>
              <a:off x="866274" y="1821925"/>
              <a:ext cx="10759669"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0B9E6216-FF87-A9D1-F828-3CB3E0C795C3}"/>
                </a:ext>
              </a:extLst>
            </p:cNvPr>
            <p:cNvCxnSpPr>
              <a:cxnSpLocks/>
            </p:cNvCxnSpPr>
            <p:nvPr/>
          </p:nvCxnSpPr>
          <p:spPr>
            <a:xfrm>
              <a:off x="5223997" y="1821925"/>
              <a:ext cx="6401946" cy="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grpSp>
      <p:cxnSp>
        <p:nvCxnSpPr>
          <p:cNvPr id="23" name="Conector recto 22">
            <a:extLst>
              <a:ext uri="{FF2B5EF4-FFF2-40B4-BE49-F238E27FC236}">
                <a16:creationId xmlns:a16="http://schemas.microsoft.com/office/drawing/2014/main" id="{440331E9-D8A6-F152-7D28-CAF0111F8355}"/>
              </a:ext>
            </a:extLst>
          </p:cNvPr>
          <p:cNvCxnSpPr>
            <a:cxnSpLocks/>
          </p:cNvCxnSpPr>
          <p:nvPr/>
        </p:nvCxnSpPr>
        <p:spPr>
          <a:xfrm>
            <a:off x="1911302" y="3208421"/>
            <a:ext cx="9475155"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D3E2F598-00B9-27C0-01C8-88077A3407D2}"/>
              </a:ext>
            </a:extLst>
          </p:cNvPr>
          <p:cNvCxnSpPr>
            <a:cxnSpLocks/>
          </p:cNvCxnSpPr>
          <p:nvPr/>
        </p:nvCxnSpPr>
        <p:spPr>
          <a:xfrm>
            <a:off x="3132690" y="3208421"/>
            <a:ext cx="8253767" cy="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8B02CDB6-9DF0-E683-AB9D-B9805C287AB8}"/>
              </a:ext>
            </a:extLst>
          </p:cNvPr>
          <p:cNvCxnSpPr>
            <a:cxnSpLocks/>
          </p:cNvCxnSpPr>
          <p:nvPr/>
        </p:nvCxnSpPr>
        <p:spPr>
          <a:xfrm>
            <a:off x="4241991" y="3901669"/>
            <a:ext cx="7144466" cy="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grpSp>
        <p:nvGrpSpPr>
          <p:cNvPr id="28" name="Grupo 27">
            <a:extLst>
              <a:ext uri="{FF2B5EF4-FFF2-40B4-BE49-F238E27FC236}">
                <a16:creationId xmlns:a16="http://schemas.microsoft.com/office/drawing/2014/main" id="{C41244AD-969E-DCF4-FD49-47F5C5531560}"/>
              </a:ext>
            </a:extLst>
          </p:cNvPr>
          <p:cNvGrpSpPr/>
          <p:nvPr/>
        </p:nvGrpSpPr>
        <p:grpSpPr>
          <a:xfrm>
            <a:off x="626788" y="4594917"/>
            <a:ext cx="10759669" cy="0"/>
            <a:chOff x="866274" y="1821925"/>
            <a:chExt cx="10759669" cy="0"/>
          </a:xfrm>
        </p:grpSpPr>
        <p:cxnSp>
          <p:nvCxnSpPr>
            <p:cNvPr id="29" name="Conector recto 28">
              <a:extLst>
                <a:ext uri="{FF2B5EF4-FFF2-40B4-BE49-F238E27FC236}">
                  <a16:creationId xmlns:a16="http://schemas.microsoft.com/office/drawing/2014/main" id="{FC784935-24AB-8B66-AFD6-F28C5C4C6BFD}"/>
                </a:ext>
              </a:extLst>
            </p:cNvPr>
            <p:cNvCxnSpPr>
              <a:cxnSpLocks/>
            </p:cNvCxnSpPr>
            <p:nvPr/>
          </p:nvCxnSpPr>
          <p:spPr>
            <a:xfrm>
              <a:off x="866274" y="1821925"/>
              <a:ext cx="10759669"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887380B4-942B-B556-0471-41CE258054BC}"/>
                </a:ext>
              </a:extLst>
            </p:cNvPr>
            <p:cNvCxnSpPr>
              <a:cxnSpLocks/>
            </p:cNvCxnSpPr>
            <p:nvPr/>
          </p:nvCxnSpPr>
          <p:spPr>
            <a:xfrm>
              <a:off x="3372176" y="1821925"/>
              <a:ext cx="8253767" cy="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grpSp>
      <p:cxnSp>
        <p:nvCxnSpPr>
          <p:cNvPr id="33" name="Conector recto 32">
            <a:extLst>
              <a:ext uri="{FF2B5EF4-FFF2-40B4-BE49-F238E27FC236}">
                <a16:creationId xmlns:a16="http://schemas.microsoft.com/office/drawing/2014/main" id="{FC1748C2-5225-A0E3-57A9-D1EDB0EB6BC4}"/>
              </a:ext>
            </a:extLst>
          </p:cNvPr>
          <p:cNvCxnSpPr>
            <a:cxnSpLocks/>
          </p:cNvCxnSpPr>
          <p:nvPr/>
        </p:nvCxnSpPr>
        <p:spPr>
          <a:xfrm>
            <a:off x="3132690" y="5288165"/>
            <a:ext cx="8253767" cy="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6" name="Conector recto 35">
            <a:extLst>
              <a:ext uri="{FF2B5EF4-FFF2-40B4-BE49-F238E27FC236}">
                <a16:creationId xmlns:a16="http://schemas.microsoft.com/office/drawing/2014/main" id="{C18F7039-F3EE-4830-B6C7-55C7A37D31F9}"/>
              </a:ext>
            </a:extLst>
          </p:cNvPr>
          <p:cNvCxnSpPr>
            <a:cxnSpLocks/>
          </p:cNvCxnSpPr>
          <p:nvPr/>
        </p:nvCxnSpPr>
        <p:spPr>
          <a:xfrm>
            <a:off x="5273269" y="5981414"/>
            <a:ext cx="6113188" cy="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pic>
        <p:nvPicPr>
          <p:cNvPr id="38" name="Gráfico 37">
            <a:extLst>
              <a:ext uri="{FF2B5EF4-FFF2-40B4-BE49-F238E27FC236}">
                <a16:creationId xmlns:a16="http://schemas.microsoft.com/office/drawing/2014/main" id="{0612D377-DB90-B124-EE5D-5B4DA6B94518}"/>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2963093" y="1276538"/>
            <a:ext cx="339193" cy="339193"/>
          </a:xfrm>
          <a:prstGeom prst="rect">
            <a:avLst/>
          </a:prstGeom>
        </p:spPr>
      </p:pic>
      <p:pic>
        <p:nvPicPr>
          <p:cNvPr id="41" name="Gráfico 40">
            <a:extLst>
              <a:ext uri="{FF2B5EF4-FFF2-40B4-BE49-F238E27FC236}">
                <a16:creationId xmlns:a16="http://schemas.microsoft.com/office/drawing/2014/main" id="{ABC04EBB-32F1-2AFD-625C-C5D95227243B}"/>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a:off x="4755726" y="1936512"/>
            <a:ext cx="457569" cy="457569"/>
          </a:xfrm>
          <a:prstGeom prst="rect">
            <a:avLst/>
          </a:prstGeom>
        </p:spPr>
      </p:pic>
      <p:pic>
        <p:nvPicPr>
          <p:cNvPr id="42" name="Gráfico 41">
            <a:extLst>
              <a:ext uri="{FF2B5EF4-FFF2-40B4-BE49-F238E27FC236}">
                <a16:creationId xmlns:a16="http://schemas.microsoft.com/office/drawing/2014/main" id="{2A52AE65-3164-1CBC-4C20-49CF2D6C233E}"/>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3625172" y="1898426"/>
            <a:ext cx="533739" cy="533739"/>
          </a:xfrm>
          <a:prstGeom prst="rect">
            <a:avLst/>
          </a:prstGeom>
        </p:spPr>
      </p:pic>
      <p:pic>
        <p:nvPicPr>
          <p:cNvPr id="43" name="Gráfico 42">
            <a:extLst>
              <a:ext uri="{FF2B5EF4-FFF2-40B4-BE49-F238E27FC236}">
                <a16:creationId xmlns:a16="http://schemas.microsoft.com/office/drawing/2014/main" id="{79222383-D32B-9C46-DAC4-EF2EB331FBEA}"/>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a:off x="5810110" y="1936512"/>
            <a:ext cx="517948" cy="517948"/>
          </a:xfrm>
          <a:prstGeom prst="rect">
            <a:avLst/>
          </a:prstGeom>
        </p:spPr>
      </p:pic>
      <p:grpSp>
        <p:nvGrpSpPr>
          <p:cNvPr id="44" name="Grupo 43">
            <a:extLst>
              <a:ext uri="{FF2B5EF4-FFF2-40B4-BE49-F238E27FC236}">
                <a16:creationId xmlns:a16="http://schemas.microsoft.com/office/drawing/2014/main" id="{6F00E463-F1EC-17D0-8DE3-59FFF254C97A}"/>
              </a:ext>
            </a:extLst>
          </p:cNvPr>
          <p:cNvGrpSpPr/>
          <p:nvPr/>
        </p:nvGrpSpPr>
        <p:grpSpPr>
          <a:xfrm>
            <a:off x="2805448" y="2658030"/>
            <a:ext cx="654481" cy="496389"/>
            <a:chOff x="7314706" y="4097612"/>
            <a:chExt cx="2686650" cy="2037683"/>
          </a:xfrm>
        </p:grpSpPr>
        <p:pic>
          <p:nvPicPr>
            <p:cNvPr id="45" name="Gráfico 44">
              <a:extLst>
                <a:ext uri="{FF2B5EF4-FFF2-40B4-BE49-F238E27FC236}">
                  <a16:creationId xmlns:a16="http://schemas.microsoft.com/office/drawing/2014/main" id="{59DB8DB8-A4FF-39FA-420E-52399FE72F3A}"/>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8105273" y="4239212"/>
              <a:ext cx="1896083" cy="1896083"/>
            </a:xfrm>
            <a:prstGeom prst="rect">
              <a:avLst/>
            </a:prstGeom>
          </p:spPr>
        </p:pic>
        <p:pic>
          <p:nvPicPr>
            <p:cNvPr id="46" name="Gráfico 45">
              <a:extLst>
                <a:ext uri="{FF2B5EF4-FFF2-40B4-BE49-F238E27FC236}">
                  <a16:creationId xmlns:a16="http://schemas.microsoft.com/office/drawing/2014/main" id="{57D58BF4-D0AC-B081-B3F8-6D26DD0ADA7B}"/>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rot="20890252">
              <a:off x="7314706" y="4097612"/>
              <a:ext cx="1539891" cy="1539891"/>
            </a:xfrm>
            <a:prstGeom prst="rect">
              <a:avLst/>
            </a:prstGeom>
          </p:spPr>
        </p:pic>
      </p:grpSp>
      <p:pic>
        <p:nvPicPr>
          <p:cNvPr id="49" name="Gráfico 48">
            <a:extLst>
              <a:ext uri="{FF2B5EF4-FFF2-40B4-BE49-F238E27FC236}">
                <a16:creationId xmlns:a16="http://schemas.microsoft.com/office/drawing/2014/main" id="{F3944DE1-B988-A05E-8DFE-0393A1870700}"/>
              </a:ext>
            </a:extLst>
          </p:cNvPr>
          <p:cNvPicPr>
            <a:picLocks/>
          </p:cNvPicPr>
          <p:nvPr/>
        </p:nvPicPr>
        <p:blipFill>
          <a:blip>
            <a:extLst>
              <a:ext uri="{96DAC541-7B7A-43D3-8B79-37D633B846F1}">
                <asvg:svgBlip xmlns:asvg="http://schemas.microsoft.com/office/drawing/2016/SVG/main" r:embed="rId8"/>
              </a:ext>
            </a:extLst>
          </a:blip>
          <a:stretch>
            <a:fillRect/>
          </a:stretch>
        </p:blipFill>
        <p:spPr>
          <a:xfrm>
            <a:off x="4020384" y="3333439"/>
            <a:ext cx="443213" cy="443213"/>
          </a:xfrm>
          <a:prstGeom prst="rect">
            <a:avLst/>
          </a:prstGeom>
        </p:spPr>
      </p:pic>
      <p:pic>
        <p:nvPicPr>
          <p:cNvPr id="50" name="Gráfico 49">
            <a:extLst>
              <a:ext uri="{FF2B5EF4-FFF2-40B4-BE49-F238E27FC236}">
                <a16:creationId xmlns:a16="http://schemas.microsoft.com/office/drawing/2014/main" id="{776233D5-837F-E8B1-B110-C96D4A74A5DD}"/>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flipH="1">
            <a:off x="1381073" y="3954837"/>
            <a:ext cx="461896" cy="461896"/>
          </a:xfrm>
          <a:prstGeom prst="rect">
            <a:avLst/>
          </a:prstGeom>
        </p:spPr>
      </p:pic>
      <p:pic>
        <p:nvPicPr>
          <p:cNvPr id="51" name="Gráfico 50">
            <a:extLst>
              <a:ext uri="{FF2B5EF4-FFF2-40B4-BE49-F238E27FC236}">
                <a16:creationId xmlns:a16="http://schemas.microsoft.com/office/drawing/2014/main" id="{54A63B81-2546-D061-B7F4-1545CFB90B77}"/>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flipH="1">
            <a:off x="3425805" y="3994280"/>
            <a:ext cx="466236" cy="466236"/>
          </a:xfrm>
          <a:prstGeom prst="rect">
            <a:avLst/>
          </a:prstGeom>
        </p:spPr>
      </p:pic>
      <p:pic>
        <p:nvPicPr>
          <p:cNvPr id="54" name="Gráfico 53">
            <a:extLst>
              <a:ext uri="{FF2B5EF4-FFF2-40B4-BE49-F238E27FC236}">
                <a16:creationId xmlns:a16="http://schemas.microsoft.com/office/drawing/2014/main" id="{58CEFC60-EE87-CFC9-F87A-59BA4E8D2173}"/>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flipH="1">
            <a:off x="2905601" y="4004049"/>
            <a:ext cx="461896" cy="461896"/>
          </a:xfrm>
          <a:prstGeom prst="rect">
            <a:avLst/>
          </a:prstGeom>
        </p:spPr>
      </p:pic>
      <p:grpSp>
        <p:nvGrpSpPr>
          <p:cNvPr id="55" name="Grupo 54">
            <a:extLst>
              <a:ext uri="{FF2B5EF4-FFF2-40B4-BE49-F238E27FC236}">
                <a16:creationId xmlns:a16="http://schemas.microsoft.com/office/drawing/2014/main" id="{CD079156-581C-E041-FAE5-0A0467606C88}"/>
              </a:ext>
            </a:extLst>
          </p:cNvPr>
          <p:cNvGrpSpPr/>
          <p:nvPr/>
        </p:nvGrpSpPr>
        <p:grpSpPr>
          <a:xfrm>
            <a:off x="4122766" y="4027909"/>
            <a:ext cx="614725" cy="466236"/>
            <a:chOff x="7314706" y="4097612"/>
            <a:chExt cx="2686650" cy="2037683"/>
          </a:xfrm>
        </p:grpSpPr>
        <p:pic>
          <p:nvPicPr>
            <p:cNvPr id="56" name="Gráfico 55">
              <a:extLst>
                <a:ext uri="{FF2B5EF4-FFF2-40B4-BE49-F238E27FC236}">
                  <a16:creationId xmlns:a16="http://schemas.microsoft.com/office/drawing/2014/main" id="{1439BEAC-DF35-661D-FE81-5BEE52F4E590}"/>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8105273" y="4239212"/>
              <a:ext cx="1896083" cy="1896083"/>
            </a:xfrm>
            <a:prstGeom prst="rect">
              <a:avLst/>
            </a:prstGeom>
          </p:spPr>
        </p:pic>
        <p:pic>
          <p:nvPicPr>
            <p:cNvPr id="57" name="Gráfico 56">
              <a:extLst>
                <a:ext uri="{FF2B5EF4-FFF2-40B4-BE49-F238E27FC236}">
                  <a16:creationId xmlns:a16="http://schemas.microsoft.com/office/drawing/2014/main" id="{87859DD8-C082-5B2A-DCA2-1DC8F3567BC4}"/>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rot="20890252">
              <a:off x="7314706" y="4097612"/>
              <a:ext cx="1539891" cy="1539891"/>
            </a:xfrm>
            <a:prstGeom prst="rect">
              <a:avLst/>
            </a:prstGeom>
          </p:spPr>
        </p:pic>
      </p:grpSp>
      <p:pic>
        <p:nvPicPr>
          <p:cNvPr id="58" name="Gráfico 57">
            <a:extLst>
              <a:ext uri="{FF2B5EF4-FFF2-40B4-BE49-F238E27FC236}">
                <a16:creationId xmlns:a16="http://schemas.microsoft.com/office/drawing/2014/main" id="{397B26AC-EEEC-E84D-465E-6766AFD3A6F0}"/>
              </a:ext>
            </a:extLst>
          </p:cNvPr>
          <p:cNvPicPr>
            <a:picLocks/>
          </p:cNvPicPr>
          <p:nvPr/>
        </p:nvPicPr>
        <p:blipFill>
          <a:blip>
            <a:extLst>
              <a:ext uri="{96DAC541-7B7A-43D3-8B79-37D633B846F1}">
                <asvg:svgBlip xmlns:asvg="http://schemas.microsoft.com/office/drawing/2016/SVG/main" r:embed="rId10"/>
              </a:ext>
            </a:extLst>
          </a:blip>
          <a:stretch>
            <a:fillRect/>
          </a:stretch>
        </p:blipFill>
        <p:spPr>
          <a:xfrm>
            <a:off x="10980897" y="4088585"/>
            <a:ext cx="405560" cy="405560"/>
          </a:xfrm>
          <a:prstGeom prst="rect">
            <a:avLst/>
          </a:prstGeom>
        </p:spPr>
      </p:pic>
      <p:pic>
        <p:nvPicPr>
          <p:cNvPr id="59" name="Gráfico 58">
            <a:extLst>
              <a:ext uri="{FF2B5EF4-FFF2-40B4-BE49-F238E27FC236}">
                <a16:creationId xmlns:a16="http://schemas.microsoft.com/office/drawing/2014/main" id="{170E5F7F-0278-2DF8-60D2-C81BB82ABFAB}"/>
              </a:ext>
            </a:extLst>
          </p:cNvPr>
          <p:cNvPicPr>
            <a:picLocks/>
          </p:cNvPicPr>
          <p:nvPr/>
        </p:nvPicPr>
        <p:blipFill>
          <a:blip>
            <a:extLst>
              <a:ext uri="{96DAC541-7B7A-43D3-8B79-37D633B846F1}">
                <asvg:svgBlip xmlns:asvg="http://schemas.microsoft.com/office/drawing/2016/SVG/main" r:embed="rId10"/>
              </a:ext>
            </a:extLst>
          </a:blip>
          <a:stretch>
            <a:fillRect/>
          </a:stretch>
        </p:blipFill>
        <p:spPr>
          <a:xfrm>
            <a:off x="2884322" y="4693174"/>
            <a:ext cx="496734" cy="496734"/>
          </a:xfrm>
          <a:prstGeom prst="rect">
            <a:avLst/>
          </a:prstGeom>
        </p:spPr>
      </p:pic>
      <p:pic>
        <p:nvPicPr>
          <p:cNvPr id="60" name="Gráfico 59">
            <a:extLst>
              <a:ext uri="{FF2B5EF4-FFF2-40B4-BE49-F238E27FC236}">
                <a16:creationId xmlns:a16="http://schemas.microsoft.com/office/drawing/2014/main" id="{9C60526E-FDEB-17B6-EB07-E8C6C2DCB6B8}"/>
              </a:ext>
            </a:extLst>
          </p:cNvPr>
          <p:cNvPicPr>
            <a:picLocks/>
          </p:cNvPicPr>
          <p:nvPr/>
        </p:nvPicPr>
        <p:blipFill>
          <a:blip>
            <a:extLst>
              <a:ext uri="{96DAC541-7B7A-43D3-8B79-37D633B846F1}">
                <asvg:svgBlip xmlns:asvg="http://schemas.microsoft.com/office/drawing/2016/SVG/main" r:embed="rId3"/>
              </a:ext>
            </a:extLst>
          </a:blip>
          <a:stretch>
            <a:fillRect/>
          </a:stretch>
        </p:blipFill>
        <p:spPr>
          <a:xfrm flipH="1">
            <a:off x="4463597" y="4693174"/>
            <a:ext cx="466236" cy="466236"/>
          </a:xfrm>
          <a:prstGeom prst="rect">
            <a:avLst/>
          </a:prstGeom>
        </p:spPr>
      </p:pic>
      <p:pic>
        <p:nvPicPr>
          <p:cNvPr id="61" name="Gráfico 60">
            <a:extLst>
              <a:ext uri="{FF2B5EF4-FFF2-40B4-BE49-F238E27FC236}">
                <a16:creationId xmlns:a16="http://schemas.microsoft.com/office/drawing/2014/main" id="{4E78D732-B831-C121-5699-B164E546EBE1}"/>
              </a:ext>
            </a:extLst>
          </p:cNvPr>
          <p:cNvPicPr>
            <a:picLocks/>
          </p:cNvPicPr>
          <p:nvPr/>
        </p:nvPicPr>
        <p:blipFill>
          <a:blip>
            <a:extLst>
              <a:ext uri="{96DAC541-7B7A-43D3-8B79-37D633B846F1}">
                <asvg:svgBlip xmlns:asvg="http://schemas.microsoft.com/office/drawing/2016/SVG/main" r:embed="rId4"/>
              </a:ext>
            </a:extLst>
          </a:blip>
          <a:stretch>
            <a:fillRect/>
          </a:stretch>
        </p:blipFill>
        <p:spPr>
          <a:xfrm flipH="1">
            <a:off x="3661093" y="4685583"/>
            <a:ext cx="461896" cy="461896"/>
          </a:xfrm>
          <a:prstGeom prst="rect">
            <a:avLst/>
          </a:prstGeom>
        </p:spPr>
      </p:pic>
      <p:grpSp>
        <p:nvGrpSpPr>
          <p:cNvPr id="63" name="Grupo 62">
            <a:extLst>
              <a:ext uri="{FF2B5EF4-FFF2-40B4-BE49-F238E27FC236}">
                <a16:creationId xmlns:a16="http://schemas.microsoft.com/office/drawing/2014/main" id="{093FF497-804B-7A0D-8A8F-6844A5CAA20F}"/>
              </a:ext>
            </a:extLst>
          </p:cNvPr>
          <p:cNvGrpSpPr/>
          <p:nvPr/>
        </p:nvGrpSpPr>
        <p:grpSpPr>
          <a:xfrm>
            <a:off x="4920561" y="5413183"/>
            <a:ext cx="654481" cy="496389"/>
            <a:chOff x="7314706" y="4097612"/>
            <a:chExt cx="2686650" cy="2037683"/>
          </a:xfrm>
        </p:grpSpPr>
        <p:pic>
          <p:nvPicPr>
            <p:cNvPr id="64" name="Gráfico 63">
              <a:extLst>
                <a:ext uri="{FF2B5EF4-FFF2-40B4-BE49-F238E27FC236}">
                  <a16:creationId xmlns:a16="http://schemas.microsoft.com/office/drawing/2014/main" id="{870EF7B6-EE56-E4F0-D830-74BD3CDCFA92}"/>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8105273" y="4239212"/>
              <a:ext cx="1896083" cy="1896083"/>
            </a:xfrm>
            <a:prstGeom prst="rect">
              <a:avLst/>
            </a:prstGeom>
          </p:spPr>
        </p:pic>
        <p:pic>
          <p:nvPicPr>
            <p:cNvPr id="65" name="Gráfico 64">
              <a:extLst>
                <a:ext uri="{FF2B5EF4-FFF2-40B4-BE49-F238E27FC236}">
                  <a16:creationId xmlns:a16="http://schemas.microsoft.com/office/drawing/2014/main" id="{3CECCE83-A4E1-2970-7817-E910DBD12AA1}"/>
                </a:ext>
              </a:extLst>
            </p:cNvPr>
            <p:cNvPicPr>
              <a:picLocks/>
            </p:cNvPicPr>
            <p:nvPr/>
          </p:nvPicPr>
          <p:blipFill>
            <a:blip>
              <a:extLst>
                <a:ext uri="{96DAC541-7B7A-43D3-8B79-37D633B846F1}">
                  <asvg:svgBlip xmlns:asvg="http://schemas.microsoft.com/office/drawing/2016/SVG/main" r:embed="rId7"/>
                </a:ext>
              </a:extLst>
            </a:blip>
            <a:stretch>
              <a:fillRect/>
            </a:stretch>
          </p:blipFill>
          <p:spPr>
            <a:xfrm rot="20890252">
              <a:off x="7314706" y="4097612"/>
              <a:ext cx="1539891" cy="1539891"/>
            </a:xfrm>
            <a:prstGeom prst="rect">
              <a:avLst/>
            </a:prstGeom>
          </p:spPr>
        </p:pic>
      </p:grpSp>
      <p:sp>
        <p:nvSpPr>
          <p:cNvPr id="2" name="Rectángulo 1">
            <a:extLst>
              <a:ext uri="{FF2B5EF4-FFF2-40B4-BE49-F238E27FC236}">
                <a16:creationId xmlns:a16="http://schemas.microsoft.com/office/drawing/2014/main" id="{CEBAAA75-9860-4E8A-394F-01EFDA17A693}"/>
              </a:ext>
            </a:extLst>
          </p:cNvPr>
          <p:cNvSpPr/>
          <p:nvPr/>
        </p:nvSpPr>
        <p:spPr>
          <a:xfrm>
            <a:off x="2770982" y="3827727"/>
            <a:ext cx="6997397" cy="927276"/>
          </a:xfrm>
          <a:prstGeom prst="rect">
            <a:avLst/>
          </a:prstGeom>
          <a:noFill/>
          <a:ln w="762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Footer Placeholder 4">
            <a:extLst>
              <a:ext uri="{FF2B5EF4-FFF2-40B4-BE49-F238E27FC236}">
                <a16:creationId xmlns:a16="http://schemas.microsoft.com/office/drawing/2014/main" id="{DBE07515-3216-789A-7F68-D141539C6DCE}"/>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10" name="Slide Number Placeholder 5">
            <a:extLst>
              <a:ext uri="{FF2B5EF4-FFF2-40B4-BE49-F238E27FC236}">
                <a16:creationId xmlns:a16="http://schemas.microsoft.com/office/drawing/2014/main" id="{F3B7C3A0-E7B0-6BDD-DBE1-81319C5ADCD8}"/>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12964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A9C0F-5429-645D-3084-33526769B196}"/>
              </a:ext>
            </a:extLst>
          </p:cNvPr>
          <p:cNvSpPr>
            <a:spLocks noGrp="1"/>
          </p:cNvSpPr>
          <p:nvPr>
            <p:ph type="title"/>
          </p:nvPr>
        </p:nvSpPr>
        <p:spPr/>
        <p:txBody>
          <a:bodyPr/>
          <a:lstStyle/>
          <a:p>
            <a:r>
              <a:rPr lang="en-US" dirty="0"/>
              <a:t>Building blocks (2): Cohorts in ATLAS</a:t>
            </a:r>
          </a:p>
        </p:txBody>
      </p:sp>
      <p:sp>
        <p:nvSpPr>
          <p:cNvPr id="5" name="Content Placeholder 4">
            <a:extLst>
              <a:ext uri="{FF2B5EF4-FFF2-40B4-BE49-F238E27FC236}">
                <a16:creationId xmlns:a16="http://schemas.microsoft.com/office/drawing/2014/main" id="{81F53758-F1BF-53D5-DDCF-89ED89BD4F37}"/>
              </a:ext>
            </a:extLst>
          </p:cNvPr>
          <p:cNvSpPr>
            <a:spLocks noGrp="1"/>
          </p:cNvSpPr>
          <p:nvPr>
            <p:ph idx="1"/>
          </p:nvPr>
        </p:nvSpPr>
        <p:spPr/>
        <p:txBody>
          <a:bodyPr/>
          <a:lstStyle/>
          <a:p>
            <a:endParaRPr lang="en-GB"/>
          </a:p>
        </p:txBody>
      </p:sp>
      <p:pic>
        <p:nvPicPr>
          <p:cNvPr id="4" name="Picture 3">
            <a:extLst>
              <a:ext uri="{FF2B5EF4-FFF2-40B4-BE49-F238E27FC236}">
                <a16:creationId xmlns:a16="http://schemas.microsoft.com/office/drawing/2014/main" id="{2F25D9BD-CAEE-414A-171D-B33BAB4905E1}"/>
              </a:ext>
            </a:extLst>
          </p:cNvPr>
          <p:cNvPicPr>
            <a:picLocks noChangeAspect="1"/>
          </p:cNvPicPr>
          <p:nvPr/>
        </p:nvPicPr>
        <p:blipFill>
          <a:blip r:embed="rId2"/>
          <a:stretch>
            <a:fillRect/>
          </a:stretch>
        </p:blipFill>
        <p:spPr>
          <a:xfrm>
            <a:off x="371061" y="1110602"/>
            <a:ext cx="7772400" cy="4179595"/>
          </a:xfrm>
          <a:prstGeom prst="rect">
            <a:avLst/>
          </a:prstGeom>
        </p:spPr>
      </p:pic>
      <p:sp>
        <p:nvSpPr>
          <p:cNvPr id="7" name="Footer Placeholder 4">
            <a:extLst>
              <a:ext uri="{FF2B5EF4-FFF2-40B4-BE49-F238E27FC236}">
                <a16:creationId xmlns:a16="http://schemas.microsoft.com/office/drawing/2014/main" id="{8D6C7F21-E632-CAAA-179E-FA6EA4C3DED2}"/>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8" name="Slide Number Placeholder 5">
            <a:extLst>
              <a:ext uri="{FF2B5EF4-FFF2-40B4-BE49-F238E27FC236}">
                <a16:creationId xmlns:a16="http://schemas.microsoft.com/office/drawing/2014/main" id="{AAAC8B6D-C4D7-16E2-556F-593AA4D856F1}"/>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395559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575F9-E6C9-B5D7-CD53-309CD272E9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6562FE-4083-78D3-FB10-8BB748DFF399}"/>
              </a:ext>
            </a:extLst>
          </p:cNvPr>
          <p:cNvSpPr>
            <a:spLocks noGrp="1"/>
          </p:cNvSpPr>
          <p:nvPr>
            <p:ph type="title"/>
          </p:nvPr>
        </p:nvSpPr>
        <p:spPr/>
        <p:txBody>
          <a:bodyPr/>
          <a:lstStyle/>
          <a:p>
            <a:r>
              <a:rPr lang="en-US" dirty="0"/>
              <a:t>Building blocks (2): Cohorts in ATLAS</a:t>
            </a:r>
          </a:p>
        </p:txBody>
      </p:sp>
      <p:sp>
        <p:nvSpPr>
          <p:cNvPr id="6" name="Content Placeholder 5">
            <a:extLst>
              <a:ext uri="{FF2B5EF4-FFF2-40B4-BE49-F238E27FC236}">
                <a16:creationId xmlns:a16="http://schemas.microsoft.com/office/drawing/2014/main" id="{390FE0D3-4B6A-8A18-1B0F-2E9BFE6075E3}"/>
              </a:ext>
            </a:extLst>
          </p:cNvPr>
          <p:cNvSpPr>
            <a:spLocks noGrp="1"/>
          </p:cNvSpPr>
          <p:nvPr>
            <p:ph idx="1"/>
          </p:nvPr>
        </p:nvSpPr>
        <p:spPr/>
        <p:txBody>
          <a:bodyPr/>
          <a:lstStyle/>
          <a:p>
            <a:endParaRPr lang="en-GB"/>
          </a:p>
        </p:txBody>
      </p:sp>
      <p:pic>
        <p:nvPicPr>
          <p:cNvPr id="4" name="Picture 3">
            <a:extLst>
              <a:ext uri="{FF2B5EF4-FFF2-40B4-BE49-F238E27FC236}">
                <a16:creationId xmlns:a16="http://schemas.microsoft.com/office/drawing/2014/main" id="{1CCBA4B4-2B45-5FEE-6C83-6315B31C9D2E}"/>
              </a:ext>
            </a:extLst>
          </p:cNvPr>
          <p:cNvPicPr>
            <a:picLocks noChangeAspect="1"/>
          </p:cNvPicPr>
          <p:nvPr/>
        </p:nvPicPr>
        <p:blipFill>
          <a:blip r:embed="rId2"/>
          <a:stretch>
            <a:fillRect/>
          </a:stretch>
        </p:blipFill>
        <p:spPr>
          <a:xfrm>
            <a:off x="371061" y="1110602"/>
            <a:ext cx="7772400" cy="4179595"/>
          </a:xfrm>
          <a:prstGeom prst="rect">
            <a:avLst/>
          </a:prstGeom>
        </p:spPr>
      </p:pic>
      <p:pic>
        <p:nvPicPr>
          <p:cNvPr id="5" name="Picture 4">
            <a:extLst>
              <a:ext uri="{FF2B5EF4-FFF2-40B4-BE49-F238E27FC236}">
                <a16:creationId xmlns:a16="http://schemas.microsoft.com/office/drawing/2014/main" id="{9AC47091-C801-488A-158A-ACC73BE9191E}"/>
              </a:ext>
            </a:extLst>
          </p:cNvPr>
          <p:cNvPicPr>
            <a:picLocks noChangeAspect="1"/>
          </p:cNvPicPr>
          <p:nvPr/>
        </p:nvPicPr>
        <p:blipFill>
          <a:blip r:embed="rId3"/>
          <a:stretch>
            <a:fillRect/>
          </a:stretch>
        </p:blipFill>
        <p:spPr>
          <a:xfrm>
            <a:off x="2209800" y="1333449"/>
            <a:ext cx="7772400" cy="4191101"/>
          </a:xfrm>
          <a:prstGeom prst="rect">
            <a:avLst/>
          </a:prstGeom>
        </p:spPr>
      </p:pic>
      <p:sp>
        <p:nvSpPr>
          <p:cNvPr id="8" name="Footer Placeholder 4">
            <a:extLst>
              <a:ext uri="{FF2B5EF4-FFF2-40B4-BE49-F238E27FC236}">
                <a16:creationId xmlns:a16="http://schemas.microsoft.com/office/drawing/2014/main" id="{9C372E58-E6FD-6DEA-CF41-91B0A09C7F37}"/>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9" name="Slide Number Placeholder 5">
            <a:extLst>
              <a:ext uri="{FF2B5EF4-FFF2-40B4-BE49-F238E27FC236}">
                <a16:creationId xmlns:a16="http://schemas.microsoft.com/office/drawing/2014/main" id="{CCDA1C96-2034-E758-5A46-42094AC1D90E}"/>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317986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0B259-9B34-F5CC-4319-544006A6D8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A11EFB-7421-FC90-29F2-BCE65D0C4953}"/>
              </a:ext>
            </a:extLst>
          </p:cNvPr>
          <p:cNvSpPr>
            <a:spLocks noGrp="1"/>
          </p:cNvSpPr>
          <p:nvPr>
            <p:ph type="title"/>
          </p:nvPr>
        </p:nvSpPr>
        <p:spPr/>
        <p:txBody>
          <a:bodyPr/>
          <a:lstStyle/>
          <a:p>
            <a:r>
              <a:rPr lang="en-US" dirty="0"/>
              <a:t>Building blocks (2): Cohorts in ATLAS</a:t>
            </a:r>
          </a:p>
        </p:txBody>
      </p:sp>
      <p:sp>
        <p:nvSpPr>
          <p:cNvPr id="7" name="Content Placeholder 6">
            <a:extLst>
              <a:ext uri="{FF2B5EF4-FFF2-40B4-BE49-F238E27FC236}">
                <a16:creationId xmlns:a16="http://schemas.microsoft.com/office/drawing/2014/main" id="{E09EA13C-C15F-2825-6F49-F1333690D98F}"/>
              </a:ext>
            </a:extLst>
          </p:cNvPr>
          <p:cNvSpPr>
            <a:spLocks noGrp="1"/>
          </p:cNvSpPr>
          <p:nvPr>
            <p:ph idx="1"/>
          </p:nvPr>
        </p:nvSpPr>
        <p:spPr/>
        <p:txBody>
          <a:bodyPr/>
          <a:lstStyle/>
          <a:p>
            <a:endParaRPr lang="en-GB"/>
          </a:p>
        </p:txBody>
      </p:sp>
      <p:pic>
        <p:nvPicPr>
          <p:cNvPr id="4" name="Picture 3">
            <a:extLst>
              <a:ext uri="{FF2B5EF4-FFF2-40B4-BE49-F238E27FC236}">
                <a16:creationId xmlns:a16="http://schemas.microsoft.com/office/drawing/2014/main" id="{7D5285E9-D145-9545-F99C-5F59B567932D}"/>
              </a:ext>
            </a:extLst>
          </p:cNvPr>
          <p:cNvPicPr>
            <a:picLocks noChangeAspect="1"/>
          </p:cNvPicPr>
          <p:nvPr/>
        </p:nvPicPr>
        <p:blipFill>
          <a:blip r:embed="rId2"/>
          <a:stretch>
            <a:fillRect/>
          </a:stretch>
        </p:blipFill>
        <p:spPr>
          <a:xfrm>
            <a:off x="371061" y="1110602"/>
            <a:ext cx="7772400" cy="4179595"/>
          </a:xfrm>
          <a:prstGeom prst="rect">
            <a:avLst/>
          </a:prstGeom>
        </p:spPr>
      </p:pic>
      <p:pic>
        <p:nvPicPr>
          <p:cNvPr id="5" name="Picture 4">
            <a:extLst>
              <a:ext uri="{FF2B5EF4-FFF2-40B4-BE49-F238E27FC236}">
                <a16:creationId xmlns:a16="http://schemas.microsoft.com/office/drawing/2014/main" id="{645931F3-DA1E-F9F5-5A09-676B459D02CE}"/>
              </a:ext>
            </a:extLst>
          </p:cNvPr>
          <p:cNvPicPr>
            <a:picLocks noChangeAspect="1"/>
          </p:cNvPicPr>
          <p:nvPr/>
        </p:nvPicPr>
        <p:blipFill>
          <a:blip r:embed="rId3"/>
          <a:stretch>
            <a:fillRect/>
          </a:stretch>
        </p:blipFill>
        <p:spPr>
          <a:xfrm>
            <a:off x="2209800" y="1333449"/>
            <a:ext cx="7772400" cy="4191101"/>
          </a:xfrm>
          <a:prstGeom prst="rect">
            <a:avLst/>
          </a:prstGeom>
        </p:spPr>
      </p:pic>
      <p:pic>
        <p:nvPicPr>
          <p:cNvPr id="6" name="Picture 5">
            <a:extLst>
              <a:ext uri="{FF2B5EF4-FFF2-40B4-BE49-F238E27FC236}">
                <a16:creationId xmlns:a16="http://schemas.microsoft.com/office/drawing/2014/main" id="{6711DA64-7DD3-0A41-E28F-D8A9920FBE8E}"/>
              </a:ext>
            </a:extLst>
          </p:cNvPr>
          <p:cNvPicPr>
            <a:picLocks noChangeAspect="1"/>
          </p:cNvPicPr>
          <p:nvPr/>
        </p:nvPicPr>
        <p:blipFill>
          <a:blip r:embed="rId4"/>
          <a:stretch>
            <a:fillRect/>
          </a:stretch>
        </p:blipFill>
        <p:spPr>
          <a:xfrm>
            <a:off x="3544956" y="1860178"/>
            <a:ext cx="7772400" cy="4197817"/>
          </a:xfrm>
          <a:prstGeom prst="rect">
            <a:avLst/>
          </a:prstGeom>
        </p:spPr>
      </p:pic>
      <p:sp>
        <p:nvSpPr>
          <p:cNvPr id="9" name="Footer Placeholder 4">
            <a:extLst>
              <a:ext uri="{FF2B5EF4-FFF2-40B4-BE49-F238E27FC236}">
                <a16:creationId xmlns:a16="http://schemas.microsoft.com/office/drawing/2014/main" id="{9B9C4C4D-6C21-810C-8991-3B96DD493C35}"/>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10" name="Slide Number Placeholder 5">
            <a:extLst>
              <a:ext uri="{FF2B5EF4-FFF2-40B4-BE49-F238E27FC236}">
                <a16:creationId xmlns:a16="http://schemas.microsoft.com/office/drawing/2014/main" id="{09E30900-C855-256B-6D36-10B93D69FEC4}"/>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801868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552B8-C36A-E9A4-621A-8A9F4AA489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A3D957-3D7B-B293-9C86-FC9C0E14D60F}"/>
              </a:ext>
            </a:extLst>
          </p:cNvPr>
          <p:cNvSpPr>
            <a:spLocks noGrp="1"/>
          </p:cNvSpPr>
          <p:nvPr>
            <p:ph type="title"/>
          </p:nvPr>
        </p:nvSpPr>
        <p:spPr/>
        <p:txBody>
          <a:bodyPr/>
          <a:lstStyle/>
          <a:p>
            <a:r>
              <a:rPr lang="en-US" b="1" dirty="0"/>
              <a:t>AGENDA</a:t>
            </a:r>
          </a:p>
        </p:txBody>
      </p:sp>
      <p:sp>
        <p:nvSpPr>
          <p:cNvPr id="3" name="Content Placeholder 2">
            <a:extLst>
              <a:ext uri="{FF2B5EF4-FFF2-40B4-BE49-F238E27FC236}">
                <a16:creationId xmlns:a16="http://schemas.microsoft.com/office/drawing/2014/main" id="{D1EC8B2B-636D-46F4-F483-D7A6273B9900}"/>
              </a:ext>
            </a:extLst>
          </p:cNvPr>
          <p:cNvSpPr>
            <a:spLocks noGrp="1"/>
          </p:cNvSpPr>
          <p:nvPr>
            <p:ph idx="1"/>
          </p:nvPr>
        </p:nvSpPr>
        <p:spPr/>
        <p:txBody>
          <a:bodyPr>
            <a:normAutofit/>
          </a:bodyPr>
          <a:lstStyle/>
          <a:p>
            <a:r>
              <a:rPr lang="en-US" sz="3200" dirty="0"/>
              <a:t>Phenotyping in RWD</a:t>
            </a:r>
          </a:p>
          <a:p>
            <a:r>
              <a:rPr lang="en-US" sz="3200" dirty="0"/>
              <a:t>Federated networks and tools</a:t>
            </a:r>
          </a:p>
          <a:p>
            <a:r>
              <a:rPr lang="en-US" sz="3200" dirty="0"/>
              <a:t>Phenotyping </a:t>
            </a:r>
            <a:r>
              <a:rPr lang="en-US" sz="3200" dirty="0" err="1"/>
              <a:t>OMOPped</a:t>
            </a:r>
            <a:r>
              <a:rPr lang="en-US" sz="3200" dirty="0"/>
              <a:t> data</a:t>
            </a:r>
          </a:p>
          <a:p>
            <a:r>
              <a:rPr lang="en-US" sz="3200" dirty="0"/>
              <a:t>The DARWIN EU® Phenotyping process</a:t>
            </a:r>
          </a:p>
          <a:p>
            <a:endParaRPr lang="en-US" sz="3200" dirty="0"/>
          </a:p>
        </p:txBody>
      </p:sp>
      <p:sp>
        <p:nvSpPr>
          <p:cNvPr id="5" name="Footer Placeholder 4">
            <a:extLst>
              <a:ext uri="{FF2B5EF4-FFF2-40B4-BE49-F238E27FC236}">
                <a16:creationId xmlns:a16="http://schemas.microsoft.com/office/drawing/2014/main" id="{00668750-3E85-79E1-4A38-7621DC33419D}"/>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6" name="Slide Number Placeholder 5">
            <a:extLst>
              <a:ext uri="{FF2B5EF4-FFF2-40B4-BE49-F238E27FC236}">
                <a16:creationId xmlns:a16="http://schemas.microsoft.com/office/drawing/2014/main" id="{7AE6113D-6650-3C19-D495-062A95C10C8A}"/>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635480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7">
            <a:extLst>
              <a:ext uri="{FF2B5EF4-FFF2-40B4-BE49-F238E27FC236}">
                <a16:creationId xmlns:a16="http://schemas.microsoft.com/office/drawing/2014/main" id="{2369D290-5AA1-468A-947C-4FF259AFDD2F}"/>
              </a:ext>
            </a:extLst>
          </p:cNvPr>
          <p:cNvSpPr txBox="1">
            <a:spLocks/>
          </p:cNvSpPr>
          <p:nvPr/>
        </p:nvSpPr>
        <p:spPr bwMode="auto">
          <a:xfrm>
            <a:off x="478368" y="1127127"/>
            <a:ext cx="4359485" cy="339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defPPr>
              <a:defRPr lang="en-GB"/>
            </a:defPPr>
            <a:lvl1pPr algn="l" eaLnBrk="1" hangingPunct="1">
              <a:lnSpc>
                <a:spcPct val="100000"/>
              </a:lnSpc>
              <a:defRPr sz="1800" kern="0">
                <a:solidFill>
                  <a:schemeClr val="tx2"/>
                </a:solidFill>
                <a:latin typeface="+mj-lt"/>
                <a:ea typeface="+mj-ea"/>
                <a:cs typeface="+mj-cs"/>
              </a:defRPr>
            </a:lvl1pPr>
            <a:lvl2pPr algn="l" eaLnBrk="1" hangingPunct="1">
              <a:lnSpc>
                <a:spcPts val="3600"/>
              </a:lnSpc>
              <a:defRPr sz="2800">
                <a:solidFill>
                  <a:schemeClr val="tx2"/>
                </a:solidFill>
              </a:defRPr>
            </a:lvl2pPr>
            <a:lvl3pPr algn="l" eaLnBrk="1" hangingPunct="1">
              <a:lnSpc>
                <a:spcPts val="3600"/>
              </a:lnSpc>
              <a:defRPr sz="2800">
                <a:solidFill>
                  <a:schemeClr val="tx2"/>
                </a:solidFill>
              </a:defRPr>
            </a:lvl3pPr>
            <a:lvl4pPr algn="l" eaLnBrk="1" hangingPunct="1">
              <a:lnSpc>
                <a:spcPts val="3600"/>
              </a:lnSpc>
              <a:defRPr sz="2800">
                <a:solidFill>
                  <a:schemeClr val="tx2"/>
                </a:solidFill>
              </a:defRPr>
            </a:lvl4pPr>
            <a:lvl5pPr algn="l" eaLnBrk="1" hangingPunct="1">
              <a:lnSpc>
                <a:spcPts val="3600"/>
              </a:lnSpc>
              <a:defRPr sz="2800">
                <a:solidFill>
                  <a:schemeClr val="tx2"/>
                </a:solidFill>
              </a:defRPr>
            </a:lvl5pPr>
            <a:lvl6pPr marL="457200" fontAlgn="base">
              <a:lnSpc>
                <a:spcPts val="3600"/>
              </a:lnSpc>
              <a:spcBef>
                <a:spcPct val="0"/>
              </a:spcBef>
              <a:spcAft>
                <a:spcPct val="0"/>
              </a:spcAft>
              <a:defRPr sz="2800">
                <a:solidFill>
                  <a:schemeClr val="tx2"/>
                </a:solidFill>
              </a:defRPr>
            </a:lvl6pPr>
            <a:lvl7pPr marL="914400" fontAlgn="base">
              <a:lnSpc>
                <a:spcPts val="3600"/>
              </a:lnSpc>
              <a:spcBef>
                <a:spcPct val="0"/>
              </a:spcBef>
              <a:spcAft>
                <a:spcPct val="0"/>
              </a:spcAft>
              <a:defRPr sz="2800">
                <a:solidFill>
                  <a:schemeClr val="tx2"/>
                </a:solidFill>
              </a:defRPr>
            </a:lvl7pPr>
            <a:lvl8pPr marL="1371600" fontAlgn="base">
              <a:lnSpc>
                <a:spcPts val="3600"/>
              </a:lnSpc>
              <a:spcBef>
                <a:spcPct val="0"/>
              </a:spcBef>
              <a:spcAft>
                <a:spcPct val="0"/>
              </a:spcAft>
              <a:defRPr sz="2800">
                <a:solidFill>
                  <a:schemeClr val="tx2"/>
                </a:solidFill>
              </a:defRPr>
            </a:lvl8pPr>
            <a:lvl9pPr marL="1828800" fontAlgn="base">
              <a:lnSpc>
                <a:spcPts val="3600"/>
              </a:lnSpc>
              <a:spcBef>
                <a:spcPct val="0"/>
              </a:spcBef>
              <a:spcAft>
                <a:spcPct val="0"/>
              </a:spcAft>
              <a:defRPr sz="2800">
                <a:solidFill>
                  <a:schemeClr val="tx2"/>
                </a:solidFill>
              </a:defRPr>
            </a:lvl9pPr>
          </a:lstStyle>
          <a:p>
            <a:pPr marL="0" marR="0" lvl="0" indent="0" algn="l" defTabSz="914400" rtl="0" eaLnBrk="1" fontAlgn="auto" latinLnBrk="0" hangingPunct="1">
              <a:lnSpc>
                <a:spcPct val="120000"/>
              </a:lnSpc>
              <a:spcBef>
                <a:spcPts val="0"/>
              </a:spcBef>
              <a:spcAft>
                <a:spcPts val="400"/>
              </a:spcAft>
              <a:buClrTx/>
              <a:buSzTx/>
              <a:buFontTx/>
              <a:buNone/>
              <a:tabLst/>
              <a:defRPr/>
            </a:pPr>
            <a:r>
              <a:rPr kumimoji="0" lang="en-US" sz="2267" b="0" i="0" u="none" strike="noStrike" kern="0" cap="none" spc="0" normalizeH="0" baseline="0" noProof="0">
                <a:ln>
                  <a:noFill/>
                </a:ln>
                <a:solidFill>
                  <a:srgbClr val="003399"/>
                </a:solidFill>
                <a:effectLst/>
                <a:uLnTx/>
                <a:uFillTx/>
                <a:latin typeface="Verdana"/>
                <a:ea typeface="+mj-ea"/>
                <a:cs typeface="Arial"/>
              </a:rPr>
              <a:t>DARWIN EU® is a federated </a:t>
            </a:r>
            <a:r>
              <a:rPr kumimoji="0" lang="en-US" sz="2267" b="1" i="0" u="none" strike="noStrike" kern="0" cap="none" spc="0" normalizeH="0" baseline="0" noProof="0">
                <a:ln>
                  <a:noFill/>
                </a:ln>
                <a:solidFill>
                  <a:srgbClr val="003399"/>
                </a:solidFill>
                <a:effectLst/>
                <a:uLnTx/>
                <a:uFillTx/>
                <a:latin typeface="Verdana"/>
                <a:ea typeface="+mj-ea"/>
                <a:cs typeface="Arial"/>
              </a:rPr>
              <a:t>network</a:t>
            </a:r>
            <a:r>
              <a:rPr kumimoji="0" lang="en-US" sz="2267" b="0" i="0" u="none" strike="noStrike" kern="0" cap="none" spc="0" normalizeH="0" baseline="0" noProof="0">
                <a:ln>
                  <a:noFill/>
                </a:ln>
                <a:solidFill>
                  <a:srgbClr val="003399"/>
                </a:solidFill>
                <a:effectLst/>
                <a:uLnTx/>
                <a:uFillTx/>
                <a:latin typeface="Verdana"/>
                <a:ea typeface="+mj-ea"/>
                <a:cs typeface="Arial"/>
              </a:rPr>
              <a:t> of </a:t>
            </a:r>
            <a:r>
              <a:rPr kumimoji="0" lang="en-US" sz="2267" b="1" i="0" u="none" strike="noStrike" kern="0" cap="none" spc="0" normalizeH="0" baseline="0" noProof="0">
                <a:ln>
                  <a:noFill/>
                </a:ln>
                <a:solidFill>
                  <a:srgbClr val="003399"/>
                </a:solidFill>
                <a:effectLst/>
                <a:uLnTx/>
                <a:uFillTx/>
                <a:latin typeface="Verdana"/>
                <a:ea typeface="+mj-ea"/>
                <a:cs typeface="Arial"/>
              </a:rPr>
              <a:t>data</a:t>
            </a:r>
            <a:r>
              <a:rPr kumimoji="0" lang="en-US" sz="2267" b="0" i="0" u="none" strike="noStrike" kern="0" cap="none" spc="0" normalizeH="0" baseline="0" noProof="0">
                <a:ln>
                  <a:noFill/>
                </a:ln>
                <a:solidFill>
                  <a:srgbClr val="003399"/>
                </a:solidFill>
                <a:effectLst/>
                <a:uLnTx/>
                <a:uFillTx/>
                <a:latin typeface="Verdana"/>
                <a:ea typeface="+mj-ea"/>
                <a:cs typeface="Arial"/>
              </a:rPr>
              <a:t>, </a:t>
            </a:r>
            <a:r>
              <a:rPr kumimoji="0" lang="en-US" sz="2267" b="1" i="0" u="none" strike="noStrike" kern="0" cap="none" spc="0" normalizeH="0" baseline="0" noProof="0">
                <a:ln>
                  <a:noFill/>
                </a:ln>
                <a:solidFill>
                  <a:srgbClr val="003399"/>
                </a:solidFill>
                <a:effectLst/>
                <a:uLnTx/>
                <a:uFillTx/>
                <a:latin typeface="Verdana"/>
                <a:ea typeface="+mj-ea"/>
                <a:cs typeface="Arial"/>
              </a:rPr>
              <a:t>expertise</a:t>
            </a:r>
            <a:r>
              <a:rPr kumimoji="0" lang="en-US" sz="2267" b="0" i="0" u="none" strike="noStrike" kern="0" cap="none" spc="0" normalizeH="0" baseline="0" noProof="0">
                <a:ln>
                  <a:noFill/>
                </a:ln>
                <a:solidFill>
                  <a:srgbClr val="003399"/>
                </a:solidFill>
                <a:effectLst/>
                <a:uLnTx/>
                <a:uFillTx/>
                <a:latin typeface="Verdana"/>
                <a:ea typeface="+mj-ea"/>
                <a:cs typeface="Arial"/>
              </a:rPr>
              <a:t> and </a:t>
            </a:r>
            <a:r>
              <a:rPr kumimoji="0" lang="en-US" sz="2267" b="1" i="0" u="none" strike="noStrike" kern="0" cap="none" spc="0" normalizeH="0" baseline="0" noProof="0">
                <a:ln>
                  <a:noFill/>
                </a:ln>
                <a:solidFill>
                  <a:srgbClr val="003399"/>
                </a:solidFill>
                <a:effectLst/>
                <a:uLnTx/>
                <a:uFillTx/>
                <a:latin typeface="Verdana"/>
                <a:ea typeface="+mj-ea"/>
                <a:cs typeface="Arial"/>
              </a:rPr>
              <a:t>services</a:t>
            </a:r>
            <a:r>
              <a:rPr kumimoji="0" lang="en-US" sz="2267" b="0" i="0" u="none" strike="noStrike" kern="0" cap="none" spc="0" normalizeH="0" baseline="0" noProof="0">
                <a:ln>
                  <a:noFill/>
                </a:ln>
                <a:solidFill>
                  <a:srgbClr val="003399"/>
                </a:solidFill>
                <a:effectLst/>
                <a:uLnTx/>
                <a:uFillTx/>
                <a:latin typeface="Verdana"/>
                <a:ea typeface="+mj-ea"/>
                <a:cs typeface="Arial"/>
              </a:rPr>
              <a:t> that supports better decision-making throughout the product lifecycle by generating reliable </a:t>
            </a:r>
            <a:r>
              <a:rPr kumimoji="0" lang="en-US" sz="2267" b="1" i="0" u="none" strike="noStrike" kern="0" cap="none" spc="0" normalizeH="0" baseline="0" noProof="0">
                <a:ln>
                  <a:noFill/>
                </a:ln>
                <a:solidFill>
                  <a:srgbClr val="003399"/>
                </a:solidFill>
                <a:effectLst/>
                <a:uLnTx/>
                <a:uFillTx/>
                <a:latin typeface="Verdana"/>
                <a:ea typeface="+mj-ea"/>
                <a:cs typeface="Arial"/>
              </a:rPr>
              <a:t>evidence from real world healthcare data </a:t>
            </a:r>
          </a:p>
        </p:txBody>
      </p:sp>
      <p:sp>
        <p:nvSpPr>
          <p:cNvPr id="16" name="Rectangle 15">
            <a:extLst>
              <a:ext uri="{FF2B5EF4-FFF2-40B4-BE49-F238E27FC236}">
                <a16:creationId xmlns:a16="http://schemas.microsoft.com/office/drawing/2014/main" id="{73516193-72F9-482F-9A66-BD2DF2D37285}"/>
              </a:ext>
            </a:extLst>
          </p:cNvPr>
          <p:cNvSpPr/>
          <p:nvPr/>
        </p:nvSpPr>
        <p:spPr bwMode="auto">
          <a:xfrm>
            <a:off x="478368" y="4853886"/>
            <a:ext cx="4359485" cy="1312141"/>
          </a:xfrm>
          <a:prstGeom prst="rect">
            <a:avLst/>
          </a:prstGeom>
          <a:solidFill>
            <a:srgbClr val="CCD6EB"/>
          </a:solidFill>
          <a:ln w="9525" cap="flat" cmpd="sng" algn="ctr">
            <a:noFill/>
            <a:prstDash val="solid"/>
            <a:round/>
            <a:headEnd type="none" w="med" len="med"/>
            <a:tailEnd type="triangle" w="lg" len="med"/>
          </a:ln>
          <a:effectLst>
            <a:outerShdw blurRad="63500" sx="102000" sy="102000" algn="ctr" rotWithShape="0">
              <a:prstClr val="black">
                <a:alpha val="40000"/>
              </a:prstClr>
            </a:outerShdw>
          </a:effectLst>
        </p:spPr>
        <p:txBody>
          <a:bodyPr vert="horz" wrap="square" lIns="96000" tIns="96000" rIns="96000" bIns="96000" numCol="1" rtlCol="0" anchor="ctr" anchorCtr="0" compatLnSpc="1">
            <a:prstTxWarp prst="textNoShape">
              <a:avLst/>
            </a:prstTxWarp>
            <a:noAutofit/>
          </a:bodyPr>
          <a:lstStyle/>
          <a:p>
            <a:pPr marL="0" marR="0" lvl="0" indent="0" algn="l" defTabSz="1219170" rtl="0" eaLnBrk="1" fontAlgn="base" latinLnBrk="0" hangingPunct="1">
              <a:lnSpc>
                <a:spcPct val="100000"/>
              </a:lnSpc>
              <a:spcBef>
                <a:spcPct val="0"/>
              </a:spcBef>
              <a:spcAft>
                <a:spcPts val="800"/>
              </a:spcAft>
              <a:buClrTx/>
              <a:buSzTx/>
              <a:buFontTx/>
              <a:buNone/>
              <a:tabLst/>
              <a:defRPr/>
            </a:pPr>
            <a:endParaRPr kumimoji="0" lang="en-BE" sz="1333" b="0" i="0" u="none" strike="noStrike" kern="1200" cap="none" spc="0" normalizeH="0" baseline="0" noProof="0">
              <a:ln>
                <a:noFill/>
              </a:ln>
              <a:solidFill>
                <a:srgbClr val="000000"/>
              </a:solidFill>
              <a:effectLst/>
              <a:uLnTx/>
              <a:uFillTx/>
              <a:latin typeface="Verdana" pitchFamily="34" charset="0"/>
              <a:ea typeface="+mn-ea"/>
              <a:cs typeface="Arial" charset="0"/>
            </a:endParaRPr>
          </a:p>
        </p:txBody>
      </p:sp>
      <p:sp>
        <p:nvSpPr>
          <p:cNvPr id="17" name="TextBox 16">
            <a:extLst>
              <a:ext uri="{FF2B5EF4-FFF2-40B4-BE49-F238E27FC236}">
                <a16:creationId xmlns:a16="http://schemas.microsoft.com/office/drawing/2014/main" id="{A17E8BF9-0A17-4081-9B60-3F2AD7E3C9CC}"/>
              </a:ext>
            </a:extLst>
          </p:cNvPr>
          <p:cNvSpPr txBox="1"/>
          <p:nvPr/>
        </p:nvSpPr>
        <p:spPr>
          <a:xfrm>
            <a:off x="416116" y="4934063"/>
            <a:ext cx="4483989" cy="972061"/>
          </a:xfrm>
          <a:prstGeom prst="rect">
            <a:avLst/>
          </a:prstGeom>
          <a:noFill/>
        </p:spPr>
        <p:txBody>
          <a:bodyPr wrap="square">
            <a:spAutoFit/>
          </a:bodyPr>
          <a:lstStyle/>
          <a:p>
            <a:pPr marL="0" marR="0" lvl="0" indent="0" algn="l" defTabSz="1219170" rtl="0" eaLnBrk="1" fontAlgn="base" latinLnBrk="0" hangingPunct="1">
              <a:lnSpc>
                <a:spcPct val="100000"/>
              </a:lnSpc>
              <a:spcBef>
                <a:spcPct val="0"/>
              </a:spcBef>
              <a:spcAft>
                <a:spcPts val="667"/>
              </a:spcAft>
              <a:buClrTx/>
              <a:buSzTx/>
              <a:buFontTx/>
              <a:buNone/>
              <a:tabLst/>
              <a:defRPr/>
            </a:pPr>
            <a:r>
              <a:rPr kumimoji="0" lang="en-US" sz="1200" b="1" i="0" u="none" strike="noStrike" kern="1200" cap="none" spc="0" normalizeH="0" baseline="0" noProof="0">
                <a:ln>
                  <a:noFill/>
                </a:ln>
                <a:solidFill>
                  <a:srgbClr val="003399"/>
                </a:solidFill>
                <a:effectLst/>
                <a:uLnTx/>
                <a:uFillTx/>
                <a:latin typeface="Verdana"/>
                <a:ea typeface="+mn-ea"/>
                <a:cs typeface="Arial"/>
              </a:rPr>
              <a:t>FEDERATED NETWORK PRINCIPLES</a:t>
            </a:r>
          </a:p>
          <a:p>
            <a:pPr marL="228594" marR="0" lvl="0" indent="-228594" algn="l" defTabSz="1219170" rtl="0" eaLnBrk="1" fontAlgn="base" latinLnBrk="0" hangingPunct="1">
              <a:lnSpc>
                <a:spcPct val="100000"/>
              </a:lnSpc>
              <a:spcBef>
                <a:spcPct val="0"/>
              </a:spcBef>
              <a:spcAft>
                <a:spcPts val="4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Verdana"/>
                <a:ea typeface="+mn-ea"/>
                <a:cs typeface="Arial"/>
              </a:rPr>
              <a:t>D</a:t>
            </a:r>
            <a:r>
              <a:rPr kumimoji="0" lang="en-US" sz="1200" b="0" i="0" u="none" strike="noStrike" kern="1200" cap="none" spc="0" normalizeH="0" baseline="0" noProof="0">
                <a:ln>
                  <a:noFill/>
                </a:ln>
                <a:solidFill>
                  <a:srgbClr val="000000"/>
                </a:solidFill>
                <a:effectLst/>
                <a:uLnTx/>
                <a:uFillTx/>
                <a:latin typeface="Verdana" pitchFamily="34" charset="0"/>
                <a:ea typeface="+mn-ea"/>
                <a:cs typeface="Arial" charset="0"/>
              </a:rPr>
              <a:t>ata stays </a:t>
            </a:r>
            <a:r>
              <a:rPr kumimoji="0" lang="en-US" sz="1200" b="1" i="0" u="none" strike="noStrike" kern="1200" cap="none" spc="0" normalizeH="0" baseline="0" noProof="0">
                <a:ln>
                  <a:noFill/>
                </a:ln>
                <a:solidFill>
                  <a:srgbClr val="000000"/>
                </a:solidFill>
                <a:effectLst/>
                <a:uLnTx/>
                <a:uFillTx/>
                <a:latin typeface="Verdana" pitchFamily="34" charset="0"/>
                <a:ea typeface="+mn-ea"/>
                <a:cs typeface="Arial" charset="0"/>
              </a:rPr>
              <a:t>local</a:t>
            </a:r>
            <a:r>
              <a:rPr kumimoji="0" lang="en-US" sz="1200" b="0" i="0" u="none" strike="noStrike" kern="1200" cap="none" spc="0" normalizeH="0" baseline="0" noProof="0">
                <a:ln>
                  <a:noFill/>
                </a:ln>
                <a:solidFill>
                  <a:srgbClr val="000000"/>
                </a:solidFill>
                <a:effectLst/>
                <a:uLnTx/>
                <a:uFillTx/>
                <a:latin typeface="Verdana" pitchFamily="34" charset="0"/>
                <a:ea typeface="+mn-ea"/>
                <a:cs typeface="Arial" charset="0"/>
              </a:rPr>
              <a:t> </a:t>
            </a:r>
          </a:p>
          <a:p>
            <a:pPr marL="228594" marR="0" lvl="0" indent="-228594" algn="l" defTabSz="1219170" rtl="0" eaLnBrk="1" fontAlgn="base" latinLnBrk="0" hangingPunct="1">
              <a:lnSpc>
                <a:spcPct val="100000"/>
              </a:lnSpc>
              <a:spcBef>
                <a:spcPct val="0"/>
              </a:spcBef>
              <a:spcAft>
                <a:spcPts val="40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Verdana"/>
                <a:ea typeface="+mn-ea"/>
                <a:cs typeface="Arial"/>
              </a:rPr>
              <a:t>Use of C</a:t>
            </a:r>
            <a:r>
              <a:rPr kumimoji="0" lang="en-US" sz="1200" b="1" i="0" u="none" strike="noStrike" kern="1200" cap="none" spc="0" normalizeH="0" baseline="0" noProof="0">
                <a:ln>
                  <a:noFill/>
                </a:ln>
                <a:solidFill>
                  <a:srgbClr val="000000"/>
                </a:solidFill>
                <a:effectLst/>
                <a:uLnTx/>
                <a:uFillTx/>
                <a:latin typeface="Verdana" pitchFamily="34" charset="0"/>
                <a:ea typeface="+mn-ea"/>
                <a:cs typeface="Arial" charset="0"/>
              </a:rPr>
              <a:t>ommon </a:t>
            </a:r>
            <a:r>
              <a:rPr kumimoji="0" lang="en-US" sz="1200" b="1" i="0" u="none" strike="noStrike" kern="1200" cap="none" spc="0" normalizeH="0" baseline="0" noProof="0">
                <a:ln>
                  <a:noFill/>
                </a:ln>
                <a:solidFill>
                  <a:srgbClr val="000000"/>
                </a:solidFill>
                <a:effectLst/>
                <a:uLnTx/>
                <a:uFillTx/>
                <a:latin typeface="Verdana"/>
                <a:ea typeface="+mn-ea"/>
                <a:cs typeface="Arial"/>
              </a:rPr>
              <a:t>D</a:t>
            </a:r>
            <a:r>
              <a:rPr kumimoji="0" lang="en-US" sz="1200" b="1" i="0" u="none" strike="noStrike" kern="1200" cap="none" spc="0" normalizeH="0" baseline="0" noProof="0">
                <a:ln>
                  <a:noFill/>
                </a:ln>
                <a:solidFill>
                  <a:srgbClr val="000000"/>
                </a:solidFill>
                <a:effectLst/>
                <a:uLnTx/>
                <a:uFillTx/>
                <a:latin typeface="Verdana" pitchFamily="34" charset="0"/>
                <a:ea typeface="+mn-ea"/>
                <a:cs typeface="Arial" charset="0"/>
              </a:rPr>
              <a:t>ata Model </a:t>
            </a:r>
            <a:r>
              <a:rPr kumimoji="0" lang="en-US" sz="1200" b="0" i="0" u="none" strike="noStrike" kern="1200" cap="none" spc="0" normalizeH="0" baseline="0" noProof="0">
                <a:ln>
                  <a:noFill/>
                </a:ln>
                <a:solidFill>
                  <a:srgbClr val="000000"/>
                </a:solidFill>
                <a:effectLst/>
                <a:uLnTx/>
                <a:uFillTx/>
                <a:latin typeface="Verdana"/>
                <a:ea typeface="+mn-ea"/>
                <a:cs typeface="Arial"/>
              </a:rPr>
              <a:t>to perform studies in a </a:t>
            </a:r>
            <a:r>
              <a:rPr kumimoji="0" lang="en-US" sz="1200" b="0" i="0" u="none" strike="noStrike" kern="1200" cap="none" spc="0" normalizeH="0" baseline="0" noProof="0">
                <a:ln>
                  <a:noFill/>
                </a:ln>
                <a:solidFill>
                  <a:srgbClr val="000000"/>
                </a:solidFill>
                <a:effectLst/>
                <a:uLnTx/>
                <a:uFillTx/>
                <a:latin typeface="Verdana" pitchFamily="34" charset="0"/>
                <a:ea typeface="+mn-ea"/>
                <a:cs typeface="Arial" charset="0"/>
              </a:rPr>
              <a:t>timely manner and increase consistency of results</a:t>
            </a:r>
            <a:endParaRPr kumimoji="0" lang="en-BE" sz="1200" b="0" i="0" u="none" strike="noStrike" kern="1200" cap="none" spc="0" normalizeH="0" baseline="0" noProof="0">
              <a:ln>
                <a:noFill/>
              </a:ln>
              <a:solidFill>
                <a:srgbClr val="000000"/>
              </a:solidFill>
              <a:effectLst/>
              <a:uLnTx/>
              <a:uFillTx/>
              <a:latin typeface="Verdana" pitchFamily="34" charset="0"/>
              <a:ea typeface="+mn-ea"/>
              <a:cs typeface="Arial" charset="0"/>
            </a:endParaRPr>
          </a:p>
        </p:txBody>
      </p:sp>
      <p:pic>
        <p:nvPicPr>
          <p:cNvPr id="6" name="Picture 5">
            <a:extLst>
              <a:ext uri="{FF2B5EF4-FFF2-40B4-BE49-F238E27FC236}">
                <a16:creationId xmlns:a16="http://schemas.microsoft.com/office/drawing/2014/main" id="{EC2A1EA3-1FDC-8B9C-E783-C620FA71424A}"/>
              </a:ext>
            </a:extLst>
          </p:cNvPr>
          <p:cNvPicPr>
            <a:picLocks noChangeAspect="1"/>
          </p:cNvPicPr>
          <p:nvPr/>
        </p:nvPicPr>
        <p:blipFill>
          <a:blip r:embed="rId3"/>
          <a:stretch>
            <a:fillRect/>
          </a:stretch>
        </p:blipFill>
        <p:spPr>
          <a:xfrm>
            <a:off x="5486932" y="1127127"/>
            <a:ext cx="6046577" cy="4194813"/>
          </a:xfrm>
          <a:prstGeom prst="rect">
            <a:avLst/>
          </a:prstGeom>
        </p:spPr>
      </p:pic>
      <p:sp>
        <p:nvSpPr>
          <p:cNvPr id="10" name="Footer Placeholder 4">
            <a:extLst>
              <a:ext uri="{FF2B5EF4-FFF2-40B4-BE49-F238E27FC236}">
                <a16:creationId xmlns:a16="http://schemas.microsoft.com/office/drawing/2014/main" id="{725885D6-E2B5-FF0D-6875-22BCE9976592}"/>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11" name="Slide Number Placeholder 5">
            <a:extLst>
              <a:ext uri="{FF2B5EF4-FFF2-40B4-BE49-F238E27FC236}">
                <a16:creationId xmlns:a16="http://schemas.microsoft.com/office/drawing/2014/main" id="{376653A8-2827-C2D8-FBFF-5C966CC6A21C}"/>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435772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32DA1-33BF-9D9D-50AB-A9D11DB8C27E}"/>
              </a:ext>
            </a:extLst>
          </p:cNvPr>
          <p:cNvSpPr>
            <a:spLocks noGrp="1"/>
          </p:cNvSpPr>
          <p:nvPr>
            <p:ph type="title"/>
          </p:nvPr>
        </p:nvSpPr>
        <p:spPr/>
        <p:txBody>
          <a:bodyPr/>
          <a:lstStyle/>
          <a:p>
            <a:r>
              <a:rPr lang="en-NL" sz="2400"/>
              <a:t>Generating Real-World Evidence (RWE) from Real-World Data (RWD)</a:t>
            </a:r>
          </a:p>
        </p:txBody>
      </p:sp>
      <p:sp>
        <p:nvSpPr>
          <p:cNvPr id="9" name="Content Placeholder 8">
            <a:extLst>
              <a:ext uri="{FF2B5EF4-FFF2-40B4-BE49-F238E27FC236}">
                <a16:creationId xmlns:a16="http://schemas.microsoft.com/office/drawing/2014/main" id="{67BBA66E-15CD-0DC9-4121-ABEAFF30ACC4}"/>
              </a:ext>
            </a:extLst>
          </p:cNvPr>
          <p:cNvSpPr>
            <a:spLocks noGrp="1"/>
          </p:cNvSpPr>
          <p:nvPr>
            <p:ph idx="1"/>
          </p:nvPr>
        </p:nvSpPr>
        <p:spPr/>
        <p:txBody>
          <a:bodyPr/>
          <a:lstStyle/>
          <a:p>
            <a:endParaRPr lang="en-GB"/>
          </a:p>
        </p:txBody>
      </p:sp>
      <p:sp>
        <p:nvSpPr>
          <p:cNvPr id="5" name="Content Placeholder 2">
            <a:extLst>
              <a:ext uri="{FF2B5EF4-FFF2-40B4-BE49-F238E27FC236}">
                <a16:creationId xmlns:a16="http://schemas.microsoft.com/office/drawing/2014/main" id="{BEEBC7E8-75F3-E599-97E1-5FED98664468}"/>
              </a:ext>
            </a:extLst>
          </p:cNvPr>
          <p:cNvSpPr txBox="1">
            <a:spLocks/>
          </p:cNvSpPr>
          <p:nvPr/>
        </p:nvSpPr>
        <p:spPr>
          <a:xfrm>
            <a:off x="478368" y="2460110"/>
            <a:ext cx="5211232" cy="1532770"/>
          </a:xfrm>
          <a:prstGeom prst="rect">
            <a:avLst/>
          </a:prstGeom>
          <a:solidFill>
            <a:srgbClr val="D7D7D7"/>
          </a:solidFill>
        </p:spPr>
        <p:txBody>
          <a:bodyPr/>
          <a:lstStyle>
            <a:lvl1pPr algn="l" defTabSz="10762982" rtl="0" eaLnBrk="1" fontAlgn="base" hangingPunct="1">
              <a:lnSpc>
                <a:spcPts val="2800"/>
              </a:lnSpc>
              <a:spcBef>
                <a:spcPct val="0"/>
              </a:spcBef>
              <a:spcAft>
                <a:spcPts val="1200"/>
              </a:spcAft>
              <a:buClr>
                <a:srgbClr val="000000"/>
              </a:buClr>
              <a:defRPr sz="2000">
                <a:solidFill>
                  <a:schemeClr val="tx1"/>
                </a:solidFill>
                <a:latin typeface="+mn-lt"/>
                <a:ea typeface="+mn-ea"/>
                <a:cs typeface="+mn-cs"/>
              </a:defRPr>
            </a:lvl1pPr>
            <a:lvl2pPr marL="357708" indent="-355591" algn="l" defTabSz="10762982" rtl="0" eaLnBrk="1" fontAlgn="base" hangingPunct="1">
              <a:lnSpc>
                <a:spcPts val="2400"/>
              </a:lnSpc>
              <a:spcBef>
                <a:spcPct val="0"/>
              </a:spcBef>
              <a:spcAft>
                <a:spcPts val="800"/>
              </a:spcAft>
              <a:buClr>
                <a:schemeClr val="tx1"/>
              </a:buClr>
              <a:buChar char="•"/>
              <a:defRPr sz="1800">
                <a:solidFill>
                  <a:schemeClr val="tx1"/>
                </a:solidFill>
                <a:latin typeface="+mn-lt"/>
                <a:cs typeface="+mn-cs"/>
              </a:defRPr>
            </a:lvl2pPr>
            <a:lvl3pPr marL="696367" indent="-309026" algn="l" defTabSz="10762982" rtl="0" eaLnBrk="1" fontAlgn="base" hangingPunct="1">
              <a:lnSpc>
                <a:spcPts val="2400"/>
              </a:lnSpc>
              <a:spcBef>
                <a:spcPct val="0"/>
              </a:spcBef>
              <a:spcAft>
                <a:spcPts val="600"/>
              </a:spcAft>
              <a:buClr>
                <a:schemeClr val="tx1"/>
              </a:buClr>
              <a:buFont typeface="Verdana" pitchFamily="34" charset="0"/>
              <a:buChar char="–"/>
              <a:defRPr sz="1600">
                <a:solidFill>
                  <a:schemeClr val="tx1"/>
                </a:solidFill>
                <a:latin typeface="+mn-lt"/>
                <a:cs typeface="+mn-cs"/>
              </a:defRPr>
            </a:lvl3pPr>
            <a:lvl4pPr marL="1026558" indent="-292093" algn="l" defTabSz="10762982" rtl="0" eaLnBrk="1" fontAlgn="base" hangingPunct="1">
              <a:lnSpc>
                <a:spcPts val="2000"/>
              </a:lnSpc>
              <a:spcBef>
                <a:spcPct val="0"/>
              </a:spcBef>
              <a:spcAft>
                <a:spcPts val="600"/>
              </a:spcAft>
              <a:buClr>
                <a:schemeClr val="tx1"/>
              </a:buClr>
              <a:buFont typeface="Verdana" pitchFamily="34" charset="0"/>
              <a:buChar char="•"/>
              <a:defRPr sz="1400">
                <a:solidFill>
                  <a:schemeClr val="tx1"/>
                </a:solidFill>
                <a:latin typeface="+mn-lt"/>
                <a:cs typeface="+mn-cs"/>
              </a:defRPr>
            </a:lvl4pPr>
            <a:lvl5pPr marL="1354633" marR="0" indent="-300559" algn="l" defTabSz="10762982" rtl="0" eaLnBrk="1" fontAlgn="base" latinLnBrk="0" hangingPunct="1">
              <a:lnSpc>
                <a:spcPts val="2000"/>
              </a:lnSpc>
              <a:spcBef>
                <a:spcPct val="0"/>
              </a:spcBef>
              <a:spcAft>
                <a:spcPts val="600"/>
              </a:spcAft>
              <a:buClr>
                <a:schemeClr val="tx1"/>
              </a:buClr>
              <a:buSzTx/>
              <a:buFont typeface="Verdana" pitchFamily="34" charset="0"/>
              <a:buChar char="–"/>
              <a:tabLst/>
              <a:defRPr sz="1400">
                <a:solidFill>
                  <a:schemeClr val="tx1"/>
                </a:solidFill>
                <a:latin typeface="+mn-lt"/>
                <a:cs typeface="+mn-cs"/>
              </a:defRPr>
            </a:lvl5pPr>
            <a:lvl6pPr marL="1352517" indent="-302392" algn="l" defTabSz="10762982" rtl="0" eaLnBrk="1" fontAlgn="base" hangingPunct="1">
              <a:lnSpc>
                <a:spcPts val="2000"/>
              </a:lnSpc>
              <a:spcBef>
                <a:spcPct val="0"/>
              </a:spcBef>
              <a:spcAft>
                <a:spcPts val="600"/>
              </a:spcAft>
              <a:buClr>
                <a:schemeClr val="tx1"/>
              </a:buClr>
              <a:buFont typeface="Verdana" pitchFamily="34" charset="0"/>
              <a:buChar char="–"/>
              <a:defRPr lang="en-GB" altLang="en-US" sz="1400" smtClean="0">
                <a:solidFill>
                  <a:schemeClr val="tx1"/>
                </a:solidFill>
                <a:latin typeface="+mn-lt"/>
                <a:cs typeface="+mn-cs"/>
              </a:defRPr>
            </a:lvl6pPr>
            <a:lvl7pPr marL="1353566" indent="-300559" algn="l" defTabSz="10762982" rtl="0" eaLnBrk="1" fontAlgn="base" hangingPunct="1">
              <a:lnSpc>
                <a:spcPts val="2000"/>
              </a:lnSpc>
              <a:spcBef>
                <a:spcPct val="0"/>
              </a:spcBef>
              <a:spcAft>
                <a:spcPts val="600"/>
              </a:spcAft>
              <a:buClr>
                <a:schemeClr val="tx1"/>
              </a:buClr>
              <a:buFont typeface="Verdana" pitchFamily="34" charset="0"/>
              <a:buChar char="–"/>
              <a:defRPr sz="1400">
                <a:solidFill>
                  <a:schemeClr val="tx1"/>
                </a:solidFill>
                <a:latin typeface="+mn-lt"/>
                <a:cs typeface="+mn-cs"/>
              </a:defRPr>
            </a:lvl7pPr>
            <a:lvl8pPr marL="1353566" indent="-300559" algn="l" defTabSz="10762982" rtl="0" eaLnBrk="1" fontAlgn="base" hangingPunct="1">
              <a:lnSpc>
                <a:spcPts val="2000"/>
              </a:lnSpc>
              <a:spcBef>
                <a:spcPct val="0"/>
              </a:spcBef>
              <a:spcAft>
                <a:spcPts val="600"/>
              </a:spcAft>
              <a:buClr>
                <a:schemeClr val="tx1"/>
              </a:buClr>
              <a:buFont typeface="Verdana" pitchFamily="34" charset="0"/>
              <a:buChar char="–"/>
              <a:defRPr sz="1400">
                <a:solidFill>
                  <a:schemeClr val="tx1"/>
                </a:solidFill>
                <a:latin typeface="+mn-lt"/>
                <a:cs typeface="+mn-cs"/>
              </a:defRPr>
            </a:lvl8pPr>
            <a:lvl9pPr marL="1353566" indent="-300559" algn="l" defTabSz="10762982" rtl="0" eaLnBrk="1" fontAlgn="base" hangingPunct="1">
              <a:lnSpc>
                <a:spcPts val="2000"/>
              </a:lnSpc>
              <a:spcBef>
                <a:spcPct val="0"/>
              </a:spcBef>
              <a:spcAft>
                <a:spcPts val="600"/>
              </a:spcAft>
              <a:buClr>
                <a:schemeClr val="tx1"/>
              </a:buClr>
              <a:buFont typeface="Verdana" pitchFamily="34" charset="0"/>
              <a:buChar char="–"/>
              <a:defRPr sz="1400">
                <a:solidFill>
                  <a:schemeClr val="tx1"/>
                </a:solidFill>
                <a:latin typeface="+mn-lt"/>
                <a:cs typeface="+mn-cs"/>
              </a:defRPr>
            </a:lvl9pPr>
          </a:lstStyle>
          <a:p>
            <a:pPr marL="0" marR="0" lvl="0" indent="0" algn="l" defTabSz="10762982" rtl="0" eaLnBrk="1" fontAlgn="base" latinLnBrk="0" hangingPunct="1">
              <a:lnSpc>
                <a:spcPts val="2800"/>
              </a:lnSpc>
              <a:spcBef>
                <a:spcPct val="0"/>
              </a:spcBef>
              <a:spcAft>
                <a:spcPts val="1200"/>
              </a:spcAft>
              <a:buClr>
                <a:srgbClr val="000000"/>
              </a:buClr>
              <a:buSzTx/>
              <a:buFontTx/>
              <a:buNone/>
              <a:tabLst/>
              <a:defRPr/>
            </a:pPr>
            <a:r>
              <a:rPr kumimoji="0" lang="en-GB" sz="1400" b="1" i="0" u="none" strike="noStrike" kern="0" cap="none" spc="0" normalizeH="0" baseline="0" noProof="0">
                <a:ln>
                  <a:noFill/>
                </a:ln>
                <a:solidFill>
                  <a:srgbClr val="003399"/>
                </a:solidFill>
                <a:effectLst/>
                <a:uLnTx/>
                <a:uFillTx/>
                <a:latin typeface="Verdana"/>
                <a:ea typeface="+mn-ea"/>
                <a:cs typeface="Arial"/>
              </a:rPr>
              <a:t>Real-World Data (RWD): </a:t>
            </a:r>
            <a:r>
              <a:rPr kumimoji="0" lang="en-GB" sz="1400" b="0" i="0" u="none" strike="noStrike" kern="0" cap="none" spc="0" normalizeH="0" baseline="0" noProof="0">
                <a:ln>
                  <a:noFill/>
                </a:ln>
                <a:solidFill>
                  <a:srgbClr val="000000"/>
                </a:solidFill>
                <a:effectLst/>
                <a:uLnTx/>
                <a:uFillTx/>
                <a:latin typeface="Verdana"/>
                <a:ea typeface="+mn-ea"/>
                <a:cs typeface="Arial"/>
              </a:rPr>
              <a:t>routinely collected </a:t>
            </a:r>
            <a:r>
              <a:rPr kumimoji="0" lang="en-GB" sz="1400" b="0" i="0" u="none" strike="noStrike" kern="0" cap="none" spc="0" normalizeH="0" baseline="0" noProof="0">
                <a:ln>
                  <a:noFill/>
                </a:ln>
                <a:solidFill>
                  <a:srgbClr val="003399"/>
                </a:solidFill>
                <a:effectLst/>
                <a:uLnTx/>
                <a:uFillTx/>
                <a:latin typeface="Verdana"/>
                <a:ea typeface="+mn-ea"/>
                <a:cs typeface="Arial"/>
              </a:rPr>
              <a:t>data</a:t>
            </a:r>
            <a:r>
              <a:rPr kumimoji="0" lang="en-GB" sz="1400" b="0" i="0" u="none" strike="noStrike" kern="0" cap="none" spc="0" normalizeH="0" baseline="0" noProof="0">
                <a:ln>
                  <a:noFill/>
                </a:ln>
                <a:solidFill>
                  <a:srgbClr val="000000"/>
                </a:solidFill>
                <a:effectLst/>
                <a:uLnTx/>
                <a:uFillTx/>
                <a:latin typeface="Verdana"/>
                <a:ea typeface="+mn-ea"/>
                <a:cs typeface="Arial"/>
              </a:rPr>
              <a:t> relating to </a:t>
            </a:r>
            <a:r>
              <a:rPr kumimoji="0" lang="en-GB" sz="1400" b="0" i="0" u="none" strike="noStrike" kern="0" cap="none" spc="0" normalizeH="0" baseline="0" noProof="0">
                <a:ln>
                  <a:noFill/>
                </a:ln>
                <a:solidFill>
                  <a:srgbClr val="003399"/>
                </a:solidFill>
                <a:effectLst/>
                <a:uLnTx/>
                <a:uFillTx/>
                <a:latin typeface="Verdana"/>
                <a:ea typeface="+mn-ea"/>
                <a:cs typeface="Arial"/>
              </a:rPr>
              <a:t>patient health status </a:t>
            </a:r>
            <a:r>
              <a:rPr kumimoji="0" lang="en-GB" sz="1400" b="0" i="0" u="none" strike="noStrike" kern="0" cap="none" spc="0" normalizeH="0" baseline="0" noProof="0">
                <a:ln>
                  <a:noFill/>
                </a:ln>
                <a:solidFill>
                  <a:srgbClr val="000000"/>
                </a:solidFill>
                <a:effectLst/>
                <a:uLnTx/>
                <a:uFillTx/>
                <a:latin typeface="Verdana"/>
                <a:ea typeface="+mn-ea"/>
                <a:cs typeface="Arial"/>
              </a:rPr>
              <a:t>or the </a:t>
            </a:r>
            <a:r>
              <a:rPr kumimoji="0" lang="en-GB" sz="1400" b="0" i="0" u="none" strike="noStrike" kern="0" cap="none" spc="0" normalizeH="0" baseline="0" noProof="0">
                <a:ln>
                  <a:noFill/>
                </a:ln>
                <a:solidFill>
                  <a:srgbClr val="003399"/>
                </a:solidFill>
                <a:effectLst/>
                <a:uLnTx/>
                <a:uFillTx/>
                <a:latin typeface="Verdana"/>
                <a:ea typeface="+mn-ea"/>
                <a:cs typeface="Arial"/>
              </a:rPr>
              <a:t>delivery of health care</a:t>
            </a:r>
            <a:r>
              <a:rPr kumimoji="0" lang="en-GB" sz="1400" b="0" i="0" u="none" strike="noStrike" kern="0" cap="none" spc="0" normalizeH="0" baseline="0" noProof="0">
                <a:ln>
                  <a:noFill/>
                </a:ln>
                <a:solidFill>
                  <a:srgbClr val="000000"/>
                </a:solidFill>
                <a:effectLst/>
                <a:uLnTx/>
                <a:uFillTx/>
                <a:latin typeface="Verdana"/>
                <a:ea typeface="+mn-ea"/>
                <a:cs typeface="Arial"/>
              </a:rPr>
              <a:t> from a variety of sources other than traditional clinical trials</a:t>
            </a:r>
          </a:p>
        </p:txBody>
      </p:sp>
      <p:sp>
        <p:nvSpPr>
          <p:cNvPr id="6" name="Content Placeholder 2">
            <a:extLst>
              <a:ext uri="{FF2B5EF4-FFF2-40B4-BE49-F238E27FC236}">
                <a16:creationId xmlns:a16="http://schemas.microsoft.com/office/drawing/2014/main" id="{515B62B3-1359-D5C0-5BDC-29C5C3E99E60}"/>
              </a:ext>
            </a:extLst>
          </p:cNvPr>
          <p:cNvSpPr txBox="1">
            <a:spLocks/>
          </p:cNvSpPr>
          <p:nvPr/>
        </p:nvSpPr>
        <p:spPr>
          <a:xfrm>
            <a:off x="7786565" y="2460110"/>
            <a:ext cx="3620808" cy="1532770"/>
          </a:xfrm>
          <a:prstGeom prst="rect">
            <a:avLst/>
          </a:prstGeom>
          <a:solidFill>
            <a:srgbClr val="D7D7D7"/>
          </a:solidFill>
        </p:spPr>
        <p:txBody>
          <a:bodyPr/>
          <a:lstStyle>
            <a:lvl1pPr algn="l" defTabSz="10762982" rtl="0" eaLnBrk="1" fontAlgn="base" hangingPunct="1">
              <a:lnSpc>
                <a:spcPts val="2800"/>
              </a:lnSpc>
              <a:spcBef>
                <a:spcPct val="0"/>
              </a:spcBef>
              <a:spcAft>
                <a:spcPts val="1200"/>
              </a:spcAft>
              <a:buClr>
                <a:srgbClr val="000000"/>
              </a:buClr>
              <a:defRPr sz="2000">
                <a:solidFill>
                  <a:schemeClr val="tx1"/>
                </a:solidFill>
                <a:latin typeface="+mn-lt"/>
                <a:ea typeface="+mn-ea"/>
                <a:cs typeface="+mn-cs"/>
              </a:defRPr>
            </a:lvl1pPr>
            <a:lvl2pPr marL="357708" indent="-355591" algn="l" defTabSz="10762982" rtl="0" eaLnBrk="1" fontAlgn="base" hangingPunct="1">
              <a:lnSpc>
                <a:spcPts val="2400"/>
              </a:lnSpc>
              <a:spcBef>
                <a:spcPct val="0"/>
              </a:spcBef>
              <a:spcAft>
                <a:spcPts val="800"/>
              </a:spcAft>
              <a:buClr>
                <a:schemeClr val="tx1"/>
              </a:buClr>
              <a:buChar char="•"/>
              <a:defRPr sz="1800">
                <a:solidFill>
                  <a:schemeClr val="tx1"/>
                </a:solidFill>
                <a:latin typeface="+mn-lt"/>
                <a:cs typeface="+mn-cs"/>
              </a:defRPr>
            </a:lvl2pPr>
            <a:lvl3pPr marL="696367" indent="-309026" algn="l" defTabSz="10762982" rtl="0" eaLnBrk="1" fontAlgn="base" hangingPunct="1">
              <a:lnSpc>
                <a:spcPts val="2400"/>
              </a:lnSpc>
              <a:spcBef>
                <a:spcPct val="0"/>
              </a:spcBef>
              <a:spcAft>
                <a:spcPts val="600"/>
              </a:spcAft>
              <a:buClr>
                <a:schemeClr val="tx1"/>
              </a:buClr>
              <a:buFont typeface="Verdana" pitchFamily="34" charset="0"/>
              <a:buChar char="–"/>
              <a:defRPr sz="1600">
                <a:solidFill>
                  <a:schemeClr val="tx1"/>
                </a:solidFill>
                <a:latin typeface="+mn-lt"/>
                <a:cs typeface="+mn-cs"/>
              </a:defRPr>
            </a:lvl3pPr>
            <a:lvl4pPr marL="1026558" indent="-292093" algn="l" defTabSz="10762982" rtl="0" eaLnBrk="1" fontAlgn="base" hangingPunct="1">
              <a:lnSpc>
                <a:spcPts val="2000"/>
              </a:lnSpc>
              <a:spcBef>
                <a:spcPct val="0"/>
              </a:spcBef>
              <a:spcAft>
                <a:spcPts val="600"/>
              </a:spcAft>
              <a:buClr>
                <a:schemeClr val="tx1"/>
              </a:buClr>
              <a:buFont typeface="Verdana" pitchFamily="34" charset="0"/>
              <a:buChar char="•"/>
              <a:defRPr sz="1400">
                <a:solidFill>
                  <a:schemeClr val="tx1"/>
                </a:solidFill>
                <a:latin typeface="+mn-lt"/>
                <a:cs typeface="+mn-cs"/>
              </a:defRPr>
            </a:lvl4pPr>
            <a:lvl5pPr marL="1354633" marR="0" indent="-300559" algn="l" defTabSz="10762982" rtl="0" eaLnBrk="1" fontAlgn="base" latinLnBrk="0" hangingPunct="1">
              <a:lnSpc>
                <a:spcPts val="2000"/>
              </a:lnSpc>
              <a:spcBef>
                <a:spcPct val="0"/>
              </a:spcBef>
              <a:spcAft>
                <a:spcPts val="600"/>
              </a:spcAft>
              <a:buClr>
                <a:schemeClr val="tx1"/>
              </a:buClr>
              <a:buSzTx/>
              <a:buFont typeface="Verdana" pitchFamily="34" charset="0"/>
              <a:buChar char="–"/>
              <a:tabLst/>
              <a:defRPr sz="1400">
                <a:solidFill>
                  <a:schemeClr val="tx1"/>
                </a:solidFill>
                <a:latin typeface="+mn-lt"/>
                <a:cs typeface="+mn-cs"/>
              </a:defRPr>
            </a:lvl5pPr>
            <a:lvl6pPr marL="1352517" indent="-302392" algn="l" defTabSz="10762982" rtl="0" eaLnBrk="1" fontAlgn="base" hangingPunct="1">
              <a:lnSpc>
                <a:spcPts val="2000"/>
              </a:lnSpc>
              <a:spcBef>
                <a:spcPct val="0"/>
              </a:spcBef>
              <a:spcAft>
                <a:spcPts val="600"/>
              </a:spcAft>
              <a:buClr>
                <a:schemeClr val="tx1"/>
              </a:buClr>
              <a:buFont typeface="Verdana" pitchFamily="34" charset="0"/>
              <a:buChar char="–"/>
              <a:defRPr lang="en-GB" altLang="en-US" sz="1400" smtClean="0">
                <a:solidFill>
                  <a:schemeClr val="tx1"/>
                </a:solidFill>
                <a:latin typeface="+mn-lt"/>
                <a:cs typeface="+mn-cs"/>
              </a:defRPr>
            </a:lvl6pPr>
            <a:lvl7pPr marL="1353566" indent="-300559" algn="l" defTabSz="10762982" rtl="0" eaLnBrk="1" fontAlgn="base" hangingPunct="1">
              <a:lnSpc>
                <a:spcPts val="2000"/>
              </a:lnSpc>
              <a:spcBef>
                <a:spcPct val="0"/>
              </a:spcBef>
              <a:spcAft>
                <a:spcPts val="600"/>
              </a:spcAft>
              <a:buClr>
                <a:schemeClr val="tx1"/>
              </a:buClr>
              <a:buFont typeface="Verdana" pitchFamily="34" charset="0"/>
              <a:buChar char="–"/>
              <a:defRPr sz="1400">
                <a:solidFill>
                  <a:schemeClr val="tx1"/>
                </a:solidFill>
                <a:latin typeface="+mn-lt"/>
                <a:cs typeface="+mn-cs"/>
              </a:defRPr>
            </a:lvl7pPr>
            <a:lvl8pPr marL="1353566" indent="-300559" algn="l" defTabSz="10762982" rtl="0" eaLnBrk="1" fontAlgn="base" hangingPunct="1">
              <a:lnSpc>
                <a:spcPts val="2000"/>
              </a:lnSpc>
              <a:spcBef>
                <a:spcPct val="0"/>
              </a:spcBef>
              <a:spcAft>
                <a:spcPts val="600"/>
              </a:spcAft>
              <a:buClr>
                <a:schemeClr val="tx1"/>
              </a:buClr>
              <a:buFont typeface="Verdana" pitchFamily="34" charset="0"/>
              <a:buChar char="–"/>
              <a:defRPr sz="1400">
                <a:solidFill>
                  <a:schemeClr val="tx1"/>
                </a:solidFill>
                <a:latin typeface="+mn-lt"/>
                <a:cs typeface="+mn-cs"/>
              </a:defRPr>
            </a:lvl8pPr>
            <a:lvl9pPr marL="1353566" indent="-300559" algn="l" defTabSz="10762982" rtl="0" eaLnBrk="1" fontAlgn="base" hangingPunct="1">
              <a:lnSpc>
                <a:spcPts val="2000"/>
              </a:lnSpc>
              <a:spcBef>
                <a:spcPct val="0"/>
              </a:spcBef>
              <a:spcAft>
                <a:spcPts val="600"/>
              </a:spcAft>
              <a:buClr>
                <a:schemeClr val="tx1"/>
              </a:buClr>
              <a:buFont typeface="Verdana" pitchFamily="34" charset="0"/>
              <a:buChar char="–"/>
              <a:defRPr sz="1400">
                <a:solidFill>
                  <a:schemeClr val="tx1"/>
                </a:solidFill>
                <a:latin typeface="+mn-lt"/>
                <a:cs typeface="+mn-cs"/>
              </a:defRPr>
            </a:lvl9pPr>
          </a:lstStyle>
          <a:p>
            <a:pPr marL="0" marR="0" lvl="0" indent="0" algn="l" defTabSz="10762982" rtl="0" eaLnBrk="1" fontAlgn="base" latinLnBrk="0" hangingPunct="1">
              <a:lnSpc>
                <a:spcPts val="2800"/>
              </a:lnSpc>
              <a:spcBef>
                <a:spcPct val="0"/>
              </a:spcBef>
              <a:spcAft>
                <a:spcPts val="1200"/>
              </a:spcAft>
              <a:buClr>
                <a:srgbClr val="000000"/>
              </a:buClr>
              <a:buSzTx/>
              <a:buFontTx/>
              <a:buNone/>
              <a:tabLst/>
              <a:defRPr/>
            </a:pPr>
            <a:r>
              <a:rPr kumimoji="0" lang="en-US" sz="1400" b="1" i="0" u="none" strike="noStrike" kern="0" cap="none" spc="0" normalizeH="0" baseline="0" noProof="0">
                <a:ln>
                  <a:noFill/>
                </a:ln>
                <a:solidFill>
                  <a:srgbClr val="003399"/>
                </a:solidFill>
                <a:effectLst/>
                <a:uLnTx/>
                <a:uFillTx/>
                <a:latin typeface="Verdana"/>
                <a:ea typeface="+mn-ea"/>
                <a:cs typeface="Arial"/>
              </a:rPr>
              <a:t>Real-World Evidence (RWE): </a:t>
            </a:r>
            <a:r>
              <a:rPr kumimoji="0" lang="en-US" sz="1400" b="0" i="0" u="none" strike="noStrike" kern="0" cap="none" spc="0" normalizeH="0" baseline="0" noProof="0">
                <a:ln>
                  <a:noFill/>
                </a:ln>
                <a:solidFill>
                  <a:srgbClr val="003399"/>
                </a:solidFill>
                <a:effectLst/>
                <a:uLnTx/>
                <a:uFillTx/>
                <a:latin typeface="Verdana"/>
                <a:ea typeface="+mn-ea"/>
                <a:cs typeface="Arial"/>
              </a:rPr>
              <a:t>information derived </a:t>
            </a:r>
            <a:r>
              <a:rPr kumimoji="0" lang="en-US" sz="1400" b="0" i="0" u="none" strike="noStrike" kern="0" cap="none" spc="0" normalizeH="0" baseline="0" noProof="0">
                <a:ln>
                  <a:noFill/>
                </a:ln>
                <a:solidFill>
                  <a:srgbClr val="000000"/>
                </a:solidFill>
                <a:effectLst/>
                <a:uLnTx/>
                <a:uFillTx/>
                <a:latin typeface="Verdana"/>
                <a:ea typeface="+mn-ea"/>
                <a:cs typeface="Arial"/>
              </a:rPr>
              <a:t>from analysis of real-world data</a:t>
            </a:r>
            <a:r>
              <a:rPr kumimoji="0" lang="en-US" sz="1200" b="0" i="1" u="none" strike="noStrike" kern="0" cap="none" spc="0" normalizeH="0" baseline="0" noProof="0">
                <a:ln>
                  <a:noFill/>
                </a:ln>
                <a:solidFill>
                  <a:srgbClr val="000000"/>
                </a:solidFill>
                <a:effectLst/>
                <a:uLnTx/>
                <a:uFillTx/>
                <a:latin typeface="Verdana"/>
                <a:ea typeface="+mn-ea"/>
                <a:cs typeface="Arial"/>
              </a:rPr>
              <a:t> </a:t>
            </a:r>
          </a:p>
        </p:txBody>
      </p:sp>
      <p:sp>
        <p:nvSpPr>
          <p:cNvPr id="7" name="Right Arrow 6">
            <a:extLst>
              <a:ext uri="{FF2B5EF4-FFF2-40B4-BE49-F238E27FC236}">
                <a16:creationId xmlns:a16="http://schemas.microsoft.com/office/drawing/2014/main" id="{76581DAD-B047-70C3-2C42-3553E9B4E9C0}"/>
              </a:ext>
            </a:extLst>
          </p:cNvPr>
          <p:cNvSpPr/>
          <p:nvPr/>
        </p:nvSpPr>
        <p:spPr bwMode="auto">
          <a:xfrm>
            <a:off x="6014720" y="2905760"/>
            <a:ext cx="1280160" cy="629920"/>
          </a:xfrm>
          <a:prstGeom prst="rightArrow">
            <a:avLst/>
          </a:prstGeom>
          <a:solidFill>
            <a:schemeClr val="accent1"/>
          </a:solidFill>
          <a:ln w="9525" cap="flat" cmpd="sng" algn="ctr">
            <a:solidFill>
              <a:schemeClr val="tx1"/>
            </a:solidFill>
            <a:prstDash val="solid"/>
            <a:round/>
            <a:headEnd type="none" w="med" len="med"/>
            <a:tailEnd type="triangl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2000" tIns="72000" rIns="72000" bIns="72000" numCol="1" rtlCol="0" anchor="ctr" anchorCtr="0" compatLnSpc="1">
            <a:prstTxWarp prst="textNoShape">
              <a:avLst/>
            </a:prstTxWarp>
            <a:spAutoFit/>
          </a:bodyPr>
          <a:lstStyle/>
          <a:p>
            <a:pPr marL="0" marR="0" lvl="0" indent="0" algn="ctr" defTabSz="914400" rtl="0" eaLnBrk="1" fontAlgn="base" latinLnBrk="0" hangingPunct="1">
              <a:lnSpc>
                <a:spcPct val="120000"/>
              </a:lnSpc>
              <a:spcBef>
                <a:spcPct val="0"/>
              </a:spcBef>
              <a:spcAft>
                <a:spcPct val="0"/>
              </a:spcAft>
              <a:buClrTx/>
              <a:buSzTx/>
              <a:buFontTx/>
              <a:buNone/>
              <a:tabLst/>
              <a:defRPr/>
            </a:pPr>
            <a:endParaRPr kumimoji="0" lang="en-NL" sz="1600" b="0" i="0" u="none" strike="noStrike" kern="1200" cap="none" spc="0" normalizeH="0" baseline="0" noProof="0">
              <a:ln>
                <a:noFill/>
              </a:ln>
              <a:solidFill>
                <a:srgbClr val="000000"/>
              </a:solidFill>
              <a:effectLst/>
              <a:uLnTx/>
              <a:uFillTx/>
              <a:latin typeface="Verdana" pitchFamily="34" charset="0"/>
              <a:ea typeface="+mn-ea"/>
              <a:cs typeface="Arial" charset="0"/>
            </a:endParaRPr>
          </a:p>
        </p:txBody>
      </p:sp>
      <p:sp>
        <p:nvSpPr>
          <p:cNvPr id="8" name="TextBox 7">
            <a:extLst>
              <a:ext uri="{FF2B5EF4-FFF2-40B4-BE49-F238E27FC236}">
                <a16:creationId xmlns:a16="http://schemas.microsoft.com/office/drawing/2014/main" id="{05C82352-9488-D47D-4D8A-4955FC06272C}"/>
              </a:ext>
            </a:extLst>
          </p:cNvPr>
          <p:cNvSpPr txBox="1"/>
          <p:nvPr/>
        </p:nvSpPr>
        <p:spPr>
          <a:xfrm>
            <a:off x="478368" y="4238012"/>
            <a:ext cx="10464615" cy="19389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NL" sz="2400" b="1" i="0" u="none" strike="noStrike" kern="1200" cap="none" spc="0" normalizeH="0" baseline="0" noProof="0">
                <a:ln>
                  <a:noFill/>
                </a:ln>
                <a:solidFill>
                  <a:srgbClr val="C00000"/>
                </a:solidFill>
                <a:effectLst/>
                <a:uLnTx/>
                <a:uFillTx/>
                <a:latin typeface="Verdana"/>
                <a:ea typeface="+mn-ea"/>
                <a:cs typeface="Arial"/>
              </a:rPr>
              <a:t>RWE </a:t>
            </a:r>
            <a:r>
              <a:rPr kumimoji="0" lang="en-GB" sz="2400" b="1" i="0" u="none" strike="noStrike" kern="1200" cap="none" spc="0" normalizeH="0" baseline="0" noProof="0">
                <a:ln>
                  <a:noFill/>
                </a:ln>
                <a:solidFill>
                  <a:srgbClr val="C00000"/>
                </a:solidFill>
                <a:effectLst/>
                <a:uLnTx/>
                <a:uFillTx/>
                <a:latin typeface="Verdana"/>
                <a:ea typeface="+mn-ea"/>
                <a:cs typeface="Arial"/>
              </a:rPr>
              <a:t>for regulatory purposes </a:t>
            </a:r>
            <a:r>
              <a:rPr kumimoji="0" lang="en-NL" sz="2400" b="0" i="0" u="none" strike="noStrike" kern="1200" cap="none" spc="0" normalizeH="0" baseline="0" noProof="0">
                <a:ln>
                  <a:noFill/>
                </a:ln>
                <a:solidFill>
                  <a:srgbClr val="000000"/>
                </a:solidFill>
                <a:effectLst/>
                <a:uLnTx/>
                <a:uFillTx/>
                <a:latin typeface="Verdana"/>
                <a:ea typeface="+mn-ea"/>
                <a:cs typeface="Arial"/>
              </a:rPr>
              <a:t>needs to </a:t>
            </a:r>
            <a:r>
              <a:rPr kumimoji="0" lang="en-GB" sz="2400" b="0" i="0" u="none" strike="noStrike" kern="1200" cap="none" spc="0" normalizeH="0" baseline="0" noProof="0">
                <a:ln>
                  <a:noFill/>
                </a:ln>
                <a:solidFill>
                  <a:srgbClr val="000000"/>
                </a:solidFill>
                <a:effectLst/>
                <a:uLnTx/>
                <a:uFillTx/>
                <a:latin typeface="Verdana"/>
                <a:ea typeface="+mn-ea"/>
                <a:cs typeface="Arial"/>
              </a:rPr>
              <a:t>be</a:t>
            </a:r>
            <a:r>
              <a:rPr kumimoji="0" lang="en-NL" sz="2400" b="0" i="0" u="none" strike="noStrike" kern="1200" cap="none" spc="0" normalizeH="0" baseline="0" noProof="0">
                <a:ln>
                  <a:noFill/>
                </a:ln>
                <a:solidFill>
                  <a:srgbClr val="000000"/>
                </a:solidFill>
                <a:effectLst/>
                <a:uLnTx/>
                <a:uFillTx/>
                <a:latin typeface="Verdana"/>
                <a:ea typeface="+mn-ea"/>
                <a:cs typeface="Arial"/>
              </a:rPr>
              <a:t>:</a:t>
            </a:r>
            <a:endParaRPr kumimoji="0" lang="en-GB" sz="2400" b="0" i="0" u="none" strike="noStrike" kern="1200" cap="none" spc="0" normalizeH="0" baseline="0" noProof="0">
              <a:ln>
                <a:noFill/>
              </a:ln>
              <a:solidFill>
                <a:srgbClr val="000000"/>
              </a:solidFill>
              <a:effectLst/>
              <a:uLnTx/>
              <a:uFillTx/>
              <a:latin typeface="Verdana"/>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L" sz="2400" b="0" i="0" u="none" strike="noStrike" kern="1200" cap="none" spc="0" normalizeH="0" baseline="0" noProof="0">
              <a:ln>
                <a:noFill/>
              </a:ln>
              <a:solidFill>
                <a:srgbClr val="000000"/>
              </a:solidFill>
              <a:effectLst/>
              <a:uLnTx/>
              <a:uFillTx/>
              <a:latin typeface="Verdana"/>
              <a:ea typeface="+mn-ea"/>
              <a:cs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NL" sz="2400" b="1" i="0" u="none" strike="noStrike" kern="1200" cap="none" spc="0" normalizeH="0" baseline="0" noProof="0">
                <a:ln>
                  <a:noFill/>
                </a:ln>
                <a:solidFill>
                  <a:srgbClr val="000000"/>
                </a:solidFill>
                <a:effectLst/>
                <a:uLnTx/>
                <a:uFillTx/>
                <a:latin typeface="Verdana"/>
                <a:ea typeface="+mn-ea"/>
                <a:cs typeface="Arial"/>
              </a:rPr>
              <a:t>Fast</a:t>
            </a:r>
            <a:r>
              <a:rPr kumimoji="0" lang="en-GB" sz="2400" b="1" i="0" u="none" strike="noStrike" kern="1200" cap="none" spc="0" normalizeH="0" baseline="0" noProof="0">
                <a:ln>
                  <a:noFill/>
                </a:ln>
                <a:solidFill>
                  <a:srgbClr val="000000"/>
                </a:solidFill>
                <a:effectLst/>
                <a:uLnTx/>
                <a:uFillTx/>
                <a:latin typeface="Verdana"/>
                <a:ea typeface="+mn-ea"/>
                <a:cs typeface="Arial"/>
              </a:rPr>
              <a:t>, transparent, scalable and reproducible</a:t>
            </a:r>
            <a:endParaRPr kumimoji="0" lang="es-ES" sz="2400" b="1" i="0" u="none" strike="noStrike" kern="1200" cap="none" spc="0" normalizeH="0" baseline="0" noProof="0">
              <a:ln>
                <a:noFill/>
              </a:ln>
              <a:solidFill>
                <a:srgbClr val="000000"/>
              </a:solidFill>
              <a:effectLst/>
              <a:uLnTx/>
              <a:uFillTx/>
              <a:latin typeface="Verdana"/>
              <a:ea typeface="+mn-ea"/>
              <a:cs typeface="Arial"/>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2400" b="0" i="0" u="none" strike="noStrike" kern="1200" cap="none" spc="0" normalizeH="0" baseline="0" noProof="0">
                <a:ln>
                  <a:noFill/>
                </a:ln>
                <a:solidFill>
                  <a:srgbClr val="000000"/>
                </a:solidFill>
                <a:effectLst/>
                <a:uLnTx/>
                <a:uFillTx/>
                <a:latin typeface="Verdana"/>
                <a:ea typeface="+mn-ea"/>
                <a:cs typeface="Arial"/>
              </a:rPr>
              <a:t>Representative (of EU </a:t>
            </a:r>
            <a:r>
              <a:rPr kumimoji="0" lang="es-ES" sz="2400" b="0" i="0" u="none" strike="noStrike" kern="1200" cap="none" spc="0" normalizeH="0" baseline="0" noProof="0" err="1">
                <a:ln>
                  <a:noFill/>
                </a:ln>
                <a:solidFill>
                  <a:srgbClr val="000000"/>
                </a:solidFill>
                <a:effectLst/>
                <a:uLnTx/>
                <a:uFillTx/>
                <a:latin typeface="Verdana"/>
                <a:ea typeface="+mn-ea"/>
                <a:cs typeface="Arial"/>
              </a:rPr>
              <a:t>regions</a:t>
            </a:r>
            <a:r>
              <a:rPr kumimoji="0" lang="es-ES" sz="2400" b="0" i="0" u="none" strike="noStrike" kern="1200" cap="none" spc="0" normalizeH="0" baseline="0" noProof="0">
                <a:ln>
                  <a:noFill/>
                </a:ln>
                <a:solidFill>
                  <a:srgbClr val="000000"/>
                </a:solidFill>
                <a:effectLst/>
                <a:uLnTx/>
                <a:uFillTx/>
                <a:latin typeface="Verdana"/>
                <a:ea typeface="+mn-ea"/>
                <a:cs typeface="Arial"/>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L" sz="2400" b="0" i="0" u="none" strike="noStrike" kern="1200" cap="none" spc="0" normalizeH="0" baseline="0" noProof="0">
              <a:ln>
                <a:noFill/>
              </a:ln>
              <a:solidFill>
                <a:srgbClr val="000000"/>
              </a:solidFill>
              <a:effectLst/>
              <a:uLnTx/>
              <a:uFillTx/>
              <a:latin typeface="Verdana"/>
              <a:ea typeface="+mn-ea"/>
              <a:cs typeface="Arial"/>
            </a:endParaRPr>
          </a:p>
        </p:txBody>
      </p:sp>
      <p:sp>
        <p:nvSpPr>
          <p:cNvPr id="11" name="Footer Placeholder 4">
            <a:extLst>
              <a:ext uri="{FF2B5EF4-FFF2-40B4-BE49-F238E27FC236}">
                <a16:creationId xmlns:a16="http://schemas.microsoft.com/office/drawing/2014/main" id="{617B8187-7D77-3FD8-32C3-65A84B93D8D0}"/>
              </a:ext>
            </a:extLst>
          </p:cNvPr>
          <p:cNvSpPr>
            <a:spLocks noGrp="1"/>
          </p:cNvSpPr>
          <p:nvPr>
            <p:ph type="ftr" sz="quarter" idx="11"/>
          </p:nvPr>
        </p:nvSpPr>
        <p:spPr>
          <a:xfrm>
            <a:off x="4191000" y="65087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12" name="Slide Number Placeholder 5">
            <a:extLst>
              <a:ext uri="{FF2B5EF4-FFF2-40B4-BE49-F238E27FC236}">
                <a16:creationId xmlns:a16="http://schemas.microsoft.com/office/drawing/2014/main" id="{35A973EC-F7F6-9F75-737B-94A7D7495F3E}"/>
              </a:ext>
            </a:extLst>
          </p:cNvPr>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0D210D3-905D-4030-A2D7-E16ADAFF4081}" type="slidenum">
              <a:rPr lang="en-GB" smtClean="0">
                <a:solidFill>
                  <a:prstClr val="black">
                    <a:tint val="82000"/>
                  </a:prstClr>
                </a:solidFill>
                <a:latin typeface="Aptos" panose="02110004020202020204"/>
              </a:rPr>
              <a:pPr/>
              <a:t>28</a:t>
            </a:fld>
            <a:endParaRPr lang="en-GB">
              <a:solidFill>
                <a:prstClr val="black">
                  <a:tint val="82000"/>
                </a:prstClr>
              </a:solidFill>
              <a:latin typeface="Aptos" panose="02110004020202020204"/>
            </a:endParaRPr>
          </a:p>
        </p:txBody>
      </p:sp>
    </p:spTree>
    <p:extLst>
      <p:ext uri="{BB962C8B-B14F-4D97-AF65-F5344CB8AC3E}">
        <p14:creationId xmlns:p14="http://schemas.microsoft.com/office/powerpoint/2010/main" val="565176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171B72E-3B15-7045-861B-67F0206C238B}"/>
              </a:ext>
            </a:extLst>
          </p:cNvPr>
          <p:cNvSpPr>
            <a:spLocks noGrp="1"/>
          </p:cNvSpPr>
          <p:nvPr>
            <p:ph type="title"/>
          </p:nvPr>
        </p:nvSpPr>
        <p:spPr/>
        <p:txBody>
          <a:bodyPr/>
          <a:lstStyle/>
          <a:p>
            <a:r>
              <a:rPr lang="en-GB" dirty="0">
                <a:solidFill>
                  <a:schemeClr val="bg1"/>
                </a:solidFill>
              </a:rPr>
              <a:t>The challenge: </a:t>
            </a:r>
            <a:r>
              <a:rPr lang="en-GB" dirty="0">
                <a:solidFill>
                  <a:srgbClr val="FF0000"/>
                </a:solidFill>
              </a:rPr>
              <a:t>TRUE scalability</a:t>
            </a:r>
            <a:endParaRPr lang="en-NL">
              <a:solidFill>
                <a:srgbClr val="FF0000"/>
              </a:solidFill>
            </a:endParaRPr>
          </a:p>
        </p:txBody>
      </p:sp>
      <p:sp>
        <p:nvSpPr>
          <p:cNvPr id="12" name="Content Placeholder 11">
            <a:extLst>
              <a:ext uri="{FF2B5EF4-FFF2-40B4-BE49-F238E27FC236}">
                <a16:creationId xmlns:a16="http://schemas.microsoft.com/office/drawing/2014/main" id="{E158C691-8979-59B3-DCF2-00BF2709C71B}"/>
              </a:ext>
            </a:extLst>
          </p:cNvPr>
          <p:cNvSpPr>
            <a:spLocks noGrp="1"/>
          </p:cNvSpPr>
          <p:nvPr>
            <p:ph idx="1"/>
          </p:nvPr>
        </p:nvSpPr>
        <p:spPr/>
        <p:txBody>
          <a:bodyPr/>
          <a:lstStyle/>
          <a:p>
            <a:endParaRPr lang="en-GB"/>
          </a:p>
        </p:txBody>
      </p:sp>
      <p:sp>
        <p:nvSpPr>
          <p:cNvPr id="7" name="Arrow: Pentagon 6">
            <a:extLst>
              <a:ext uri="{FF2B5EF4-FFF2-40B4-BE49-F238E27FC236}">
                <a16:creationId xmlns:a16="http://schemas.microsoft.com/office/drawing/2014/main" id="{3E358630-B00C-B840-8CA7-2B5283ED333E}"/>
              </a:ext>
            </a:extLst>
          </p:cNvPr>
          <p:cNvSpPr/>
          <p:nvPr/>
        </p:nvSpPr>
        <p:spPr bwMode="auto">
          <a:xfrm>
            <a:off x="632228" y="1168188"/>
            <a:ext cx="2256739" cy="646176"/>
          </a:xfrm>
          <a:prstGeom prst="homePlate">
            <a:avLst/>
          </a:prstGeom>
          <a:solidFill>
            <a:srgbClr val="005172"/>
          </a:solidFill>
          <a:ln w="9525" cap="flat" cmpd="sng" algn="ctr">
            <a:noFill/>
            <a:prstDash val="solid"/>
            <a:round/>
            <a:headEnd type="none" w="med" len="med"/>
            <a:tailEnd type="triangle" w="lg" len="med"/>
          </a:ln>
          <a:effectLst/>
        </p:spPr>
        <p:txBody>
          <a:bodyPr vert="horz" wrap="square" lIns="96000" tIns="96000" rIns="96000" bIns="96000" numCol="1" rtlCol="0" anchor="ctr" anchorCtr="0" compatLnSpc="1">
            <a:prstTxWarp prst="textNoShape">
              <a:avLst/>
            </a:prstTxWarp>
            <a:no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Verdana"/>
                <a:ea typeface="+mn-ea"/>
                <a:cs typeface="Arial" charset="0"/>
              </a:rPr>
              <a:t>PHASE I</a:t>
            </a:r>
          </a:p>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Verdana"/>
                <a:ea typeface="+mn-ea"/>
                <a:cs typeface="Arial" charset="0"/>
              </a:rPr>
              <a:t>Establishment – 1st year</a:t>
            </a:r>
          </a:p>
        </p:txBody>
      </p:sp>
      <p:sp>
        <p:nvSpPr>
          <p:cNvPr id="8" name="Arrow: Chevron 7">
            <a:extLst>
              <a:ext uri="{FF2B5EF4-FFF2-40B4-BE49-F238E27FC236}">
                <a16:creationId xmlns:a16="http://schemas.microsoft.com/office/drawing/2014/main" id="{AFB7FD0E-4355-294F-9E3B-B4799E9F53A7}"/>
              </a:ext>
            </a:extLst>
          </p:cNvPr>
          <p:cNvSpPr/>
          <p:nvPr/>
        </p:nvSpPr>
        <p:spPr bwMode="auto">
          <a:xfrm>
            <a:off x="5042171" y="1168188"/>
            <a:ext cx="2340723" cy="646176"/>
          </a:xfrm>
          <a:prstGeom prst="chevron">
            <a:avLst/>
          </a:prstGeom>
          <a:solidFill>
            <a:schemeClr val="tx2"/>
          </a:solidFill>
          <a:ln w="9525" cap="flat" cmpd="sng" algn="ctr">
            <a:noFill/>
            <a:prstDash val="solid"/>
            <a:round/>
            <a:headEnd type="none" w="med" len="med"/>
            <a:tailEnd type="triangle" w="lg" len="med"/>
          </a:ln>
          <a:effectLst/>
        </p:spPr>
        <p:txBody>
          <a:bodyPr vert="horz" wrap="square" lIns="96000" tIns="96000" rIns="96000" bIns="96000" numCol="1" rtlCol="0" anchor="ctr" anchorCtr="0" compatLnSpc="1">
            <a:prstTxWarp prst="textNoShape">
              <a:avLst/>
            </a:prstTxWarp>
            <a:no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Verdana"/>
                <a:ea typeface="+mn-ea"/>
                <a:cs typeface="Arial" charset="0"/>
              </a:rPr>
              <a:t>PHASE III</a:t>
            </a:r>
          </a:p>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Verdana"/>
                <a:ea typeface="+mn-ea"/>
                <a:cs typeface="Arial" charset="0"/>
              </a:rPr>
              <a:t>Operation – 1st year</a:t>
            </a:r>
          </a:p>
        </p:txBody>
      </p:sp>
      <p:sp>
        <p:nvSpPr>
          <p:cNvPr id="9" name="Arrow: Chevron 9">
            <a:extLst>
              <a:ext uri="{FF2B5EF4-FFF2-40B4-BE49-F238E27FC236}">
                <a16:creationId xmlns:a16="http://schemas.microsoft.com/office/drawing/2014/main" id="{BACD1FA2-AB3B-3D43-827E-55829D70D3C8}"/>
              </a:ext>
            </a:extLst>
          </p:cNvPr>
          <p:cNvSpPr/>
          <p:nvPr/>
        </p:nvSpPr>
        <p:spPr bwMode="auto">
          <a:xfrm>
            <a:off x="7169605" y="1168188"/>
            <a:ext cx="2215541" cy="646176"/>
          </a:xfrm>
          <a:prstGeom prst="chevron">
            <a:avLst/>
          </a:prstGeom>
          <a:solidFill>
            <a:schemeClr val="tx2"/>
          </a:solidFill>
          <a:ln w="9525" cap="flat" cmpd="sng" algn="ctr">
            <a:noFill/>
            <a:prstDash val="solid"/>
            <a:round/>
            <a:headEnd type="none" w="med" len="med"/>
            <a:tailEnd type="triangle" w="lg" len="med"/>
          </a:ln>
          <a:effectLst/>
        </p:spPr>
        <p:txBody>
          <a:bodyPr vert="horz" wrap="square" lIns="96000" tIns="96000" rIns="96000" bIns="96000" numCol="1" rtlCol="0" anchor="ctr" anchorCtr="0" compatLnSpc="1">
            <a:prstTxWarp prst="textNoShape">
              <a:avLst/>
            </a:prstTxWarp>
            <a:noAutofit/>
          </a:bodyPr>
          <a:lstStyle/>
          <a:p>
            <a:pPr marL="0" marR="0" lvl="0" indent="0" algn="ctr" defTabSz="1219170" rtl="0" eaLnBrk="1" fontAlgn="base" latinLnBrk="0" hangingPunct="1">
              <a:lnSpc>
                <a:spcPct val="12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Verdana"/>
                <a:ea typeface="+mn-ea"/>
                <a:cs typeface="Arial" charset="0"/>
              </a:rPr>
              <a:t>Operation</a:t>
            </a:r>
          </a:p>
          <a:p>
            <a:pPr marL="0" marR="0" lvl="0" indent="0" algn="ctr" defTabSz="1219170" rtl="0" eaLnBrk="1" fontAlgn="base" latinLnBrk="0" hangingPunct="1">
              <a:lnSpc>
                <a:spcPct val="12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Verdana"/>
                <a:ea typeface="+mn-ea"/>
                <a:cs typeface="Arial" charset="0"/>
              </a:rPr>
              <a:t>2nd</a:t>
            </a:r>
            <a:r>
              <a:rPr kumimoji="0" lang="en-GB" sz="1200" b="0" i="0" u="none" strike="noStrike" kern="1200" cap="none" spc="0" normalizeH="0" baseline="0" noProof="0">
                <a:ln>
                  <a:noFill/>
                </a:ln>
                <a:solidFill>
                  <a:srgbClr val="FFFFFF"/>
                </a:solidFill>
                <a:effectLst/>
                <a:uLnTx/>
                <a:uFillTx/>
                <a:latin typeface="Verdana" pitchFamily="34" charset="0"/>
                <a:ea typeface="+mn-ea"/>
                <a:cs typeface="Arial" charset="0"/>
              </a:rPr>
              <a:t> </a:t>
            </a:r>
            <a:r>
              <a:rPr kumimoji="0" lang="en-GB" sz="1200" b="0" i="0" u="none" strike="noStrike" kern="1200" cap="none" spc="0" normalizeH="0" baseline="0" noProof="0">
                <a:ln>
                  <a:noFill/>
                </a:ln>
                <a:solidFill>
                  <a:srgbClr val="FFFFFF"/>
                </a:solidFill>
                <a:effectLst/>
                <a:uLnTx/>
                <a:uFillTx/>
                <a:latin typeface="Verdana"/>
                <a:ea typeface="+mn-ea"/>
                <a:cs typeface="Arial" charset="0"/>
              </a:rPr>
              <a:t>year</a:t>
            </a:r>
          </a:p>
        </p:txBody>
      </p:sp>
      <p:sp>
        <p:nvSpPr>
          <p:cNvPr id="10" name="Arrow: Chevron 10">
            <a:extLst>
              <a:ext uri="{FF2B5EF4-FFF2-40B4-BE49-F238E27FC236}">
                <a16:creationId xmlns:a16="http://schemas.microsoft.com/office/drawing/2014/main" id="{A11A0286-D42A-E646-927C-CD47D58668D7}"/>
              </a:ext>
            </a:extLst>
          </p:cNvPr>
          <p:cNvSpPr/>
          <p:nvPr/>
        </p:nvSpPr>
        <p:spPr bwMode="auto">
          <a:xfrm>
            <a:off x="9171858" y="1168188"/>
            <a:ext cx="2215541" cy="646176"/>
          </a:xfrm>
          <a:prstGeom prst="chevron">
            <a:avLst>
              <a:gd name="adj" fmla="val 50000"/>
            </a:avLst>
          </a:prstGeom>
          <a:solidFill>
            <a:schemeClr val="tx2"/>
          </a:solidFill>
          <a:ln w="9525" cap="flat" cmpd="sng" algn="ctr">
            <a:noFill/>
            <a:prstDash val="solid"/>
            <a:round/>
            <a:headEnd type="none" w="med" len="med"/>
            <a:tailEnd type="triangle" w="lg" len="med"/>
          </a:ln>
          <a:effectLst/>
        </p:spPr>
        <p:txBody>
          <a:bodyPr vert="horz" wrap="square" lIns="96000" tIns="96000" rIns="96000" bIns="96000" numCol="1" rtlCol="0" anchor="ctr" anchorCtr="0" compatLnSpc="1">
            <a:prstTxWarp prst="textNoShape">
              <a:avLst/>
            </a:prstTxWarp>
            <a:noAutofit/>
          </a:bodyPr>
          <a:lstStyle/>
          <a:p>
            <a:pPr marL="0" marR="0" lvl="0" indent="0" algn="ctr" defTabSz="1219170" rtl="0" eaLnBrk="1" fontAlgn="base" latinLnBrk="0" hangingPunct="1">
              <a:lnSpc>
                <a:spcPct val="12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Verdana"/>
                <a:ea typeface="+mn-ea"/>
                <a:cs typeface="Arial" charset="0"/>
              </a:rPr>
              <a:t>Operation</a:t>
            </a:r>
          </a:p>
          <a:p>
            <a:pPr marL="0" marR="0" lvl="0" indent="0" algn="ctr" defTabSz="1219170" rtl="0" eaLnBrk="1" fontAlgn="base" latinLnBrk="0" hangingPunct="1">
              <a:lnSpc>
                <a:spcPct val="12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Verdana"/>
                <a:ea typeface="+mn-ea"/>
                <a:cs typeface="Arial" charset="0"/>
              </a:rPr>
              <a:t>3rd</a:t>
            </a:r>
            <a:r>
              <a:rPr kumimoji="0" lang="en-GB" sz="1200" b="0" i="0" u="none" strike="noStrike" kern="1200" cap="none" spc="0" normalizeH="0" baseline="0" noProof="0">
                <a:ln>
                  <a:noFill/>
                </a:ln>
                <a:solidFill>
                  <a:srgbClr val="FFFFFF"/>
                </a:solidFill>
                <a:effectLst/>
                <a:uLnTx/>
                <a:uFillTx/>
                <a:latin typeface="Verdana" pitchFamily="34" charset="0"/>
                <a:ea typeface="+mn-ea"/>
                <a:cs typeface="Arial" charset="0"/>
              </a:rPr>
              <a:t> </a:t>
            </a:r>
            <a:r>
              <a:rPr kumimoji="0" lang="en-GB" sz="1200" b="0" i="0" u="none" strike="noStrike" kern="1200" cap="none" spc="0" normalizeH="0" baseline="0" noProof="0">
                <a:ln>
                  <a:noFill/>
                </a:ln>
                <a:solidFill>
                  <a:srgbClr val="FFFFFF"/>
                </a:solidFill>
                <a:effectLst/>
                <a:uLnTx/>
                <a:uFillTx/>
                <a:latin typeface="Verdana"/>
                <a:ea typeface="+mn-ea"/>
                <a:cs typeface="Arial" charset="0"/>
              </a:rPr>
              <a:t>year</a:t>
            </a:r>
          </a:p>
        </p:txBody>
      </p:sp>
      <p:sp>
        <p:nvSpPr>
          <p:cNvPr id="11" name="Arrow: Chevron 13">
            <a:extLst>
              <a:ext uri="{FF2B5EF4-FFF2-40B4-BE49-F238E27FC236}">
                <a16:creationId xmlns:a16="http://schemas.microsoft.com/office/drawing/2014/main" id="{A251588B-C2DC-384A-9BA8-26A8B409C2E2}"/>
              </a:ext>
            </a:extLst>
          </p:cNvPr>
          <p:cNvSpPr/>
          <p:nvPr/>
        </p:nvSpPr>
        <p:spPr bwMode="auto">
          <a:xfrm>
            <a:off x="2675678" y="1168188"/>
            <a:ext cx="2579783" cy="646176"/>
          </a:xfrm>
          <a:prstGeom prst="chevron">
            <a:avLst/>
          </a:prstGeom>
          <a:solidFill>
            <a:srgbClr val="005172"/>
          </a:solidFill>
          <a:ln w="9525" cap="flat" cmpd="sng" algn="ctr">
            <a:noFill/>
            <a:prstDash val="solid"/>
            <a:round/>
            <a:headEnd type="none" w="med" len="med"/>
            <a:tailEnd type="triangle" w="lg" len="med"/>
          </a:ln>
          <a:effectLst/>
        </p:spPr>
        <p:txBody>
          <a:bodyPr vert="horz" wrap="square" lIns="96000" tIns="96000" rIns="96000" bIns="96000" numCol="1" rtlCol="0" anchor="ctr" anchorCtr="0" compatLnSpc="1">
            <a:prstTxWarp prst="textNoShape">
              <a:avLst/>
            </a:prstTxWarp>
            <a:no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Verdana"/>
                <a:ea typeface="+mn-ea"/>
                <a:cs typeface="Arial" charset="0"/>
              </a:rPr>
              <a:t>PHASE II</a:t>
            </a:r>
          </a:p>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Verdana"/>
                <a:ea typeface="+mn-ea"/>
                <a:cs typeface="Arial" charset="0"/>
              </a:rPr>
              <a:t>Establishment – 2nd year</a:t>
            </a:r>
          </a:p>
        </p:txBody>
      </p:sp>
      <p:graphicFrame>
        <p:nvGraphicFramePr>
          <p:cNvPr id="2" name="Table 2">
            <a:extLst>
              <a:ext uri="{FF2B5EF4-FFF2-40B4-BE49-F238E27FC236}">
                <a16:creationId xmlns:a16="http://schemas.microsoft.com/office/drawing/2014/main" id="{17EE802F-7136-26BE-385A-EE92DAFF485F}"/>
              </a:ext>
            </a:extLst>
          </p:cNvPr>
          <p:cNvGraphicFramePr>
            <a:graphicFrameLocks noGrp="1"/>
          </p:cNvGraphicFramePr>
          <p:nvPr>
            <p:extLst>
              <p:ext uri="{D42A27DB-BD31-4B8C-83A1-F6EECF244321}">
                <p14:modId xmlns:p14="http://schemas.microsoft.com/office/powerpoint/2010/main" val="200107381"/>
              </p:ext>
            </p:extLst>
          </p:nvPr>
        </p:nvGraphicFramePr>
        <p:xfrm>
          <a:off x="632228" y="2078210"/>
          <a:ext cx="10676946" cy="3200400"/>
        </p:xfrm>
        <a:graphic>
          <a:graphicData uri="http://schemas.openxmlformats.org/drawingml/2006/table">
            <a:tbl>
              <a:tblPr firstRow="1" bandRow="1">
                <a:tableStyleId>{5C22544A-7EE6-4342-B048-85BDC9FD1C3A}</a:tableStyleId>
              </a:tblPr>
              <a:tblGrid>
                <a:gridCol w="1779491">
                  <a:extLst>
                    <a:ext uri="{9D8B030D-6E8A-4147-A177-3AD203B41FA5}">
                      <a16:colId xmlns:a16="http://schemas.microsoft.com/office/drawing/2014/main" val="1309647425"/>
                    </a:ext>
                  </a:extLst>
                </a:gridCol>
                <a:gridCol w="1779491">
                  <a:extLst>
                    <a:ext uri="{9D8B030D-6E8A-4147-A177-3AD203B41FA5}">
                      <a16:colId xmlns:a16="http://schemas.microsoft.com/office/drawing/2014/main" val="4270509590"/>
                    </a:ext>
                  </a:extLst>
                </a:gridCol>
                <a:gridCol w="1779491">
                  <a:extLst>
                    <a:ext uri="{9D8B030D-6E8A-4147-A177-3AD203B41FA5}">
                      <a16:colId xmlns:a16="http://schemas.microsoft.com/office/drawing/2014/main" val="1216159204"/>
                    </a:ext>
                  </a:extLst>
                </a:gridCol>
                <a:gridCol w="1779491">
                  <a:extLst>
                    <a:ext uri="{9D8B030D-6E8A-4147-A177-3AD203B41FA5}">
                      <a16:colId xmlns:a16="http://schemas.microsoft.com/office/drawing/2014/main" val="3816916162"/>
                    </a:ext>
                  </a:extLst>
                </a:gridCol>
                <a:gridCol w="1779491">
                  <a:extLst>
                    <a:ext uri="{9D8B030D-6E8A-4147-A177-3AD203B41FA5}">
                      <a16:colId xmlns:a16="http://schemas.microsoft.com/office/drawing/2014/main" val="4123361663"/>
                    </a:ext>
                  </a:extLst>
                </a:gridCol>
                <a:gridCol w="1779491">
                  <a:extLst>
                    <a:ext uri="{9D8B030D-6E8A-4147-A177-3AD203B41FA5}">
                      <a16:colId xmlns:a16="http://schemas.microsoft.com/office/drawing/2014/main" val="1188457047"/>
                    </a:ext>
                  </a:extLst>
                </a:gridCol>
              </a:tblGrid>
              <a:tr h="419605">
                <a:tc>
                  <a:txBody>
                    <a:bodyPr/>
                    <a:lstStyle/>
                    <a:p>
                      <a:endParaRPr lang="LID4096" sz="1600"/>
                    </a:p>
                  </a:txBody>
                  <a:tcPr>
                    <a:solidFill>
                      <a:schemeClr val="tx2"/>
                    </a:solidFill>
                  </a:tcPr>
                </a:tc>
                <a:tc>
                  <a:txBody>
                    <a:bodyPr/>
                    <a:lstStyle/>
                    <a:p>
                      <a:r>
                        <a:rPr lang="en-US" sz="1600"/>
                        <a:t>Year 1</a:t>
                      </a:r>
                      <a:endParaRPr lang="LID4096" sz="1600"/>
                    </a:p>
                  </a:txBody>
                  <a:tcPr>
                    <a:solidFill>
                      <a:schemeClr val="tx2"/>
                    </a:solidFill>
                  </a:tcPr>
                </a:tc>
                <a:tc>
                  <a:txBody>
                    <a:bodyPr/>
                    <a:lstStyle/>
                    <a:p>
                      <a:r>
                        <a:rPr lang="en-US" sz="1600"/>
                        <a:t>Year 2</a:t>
                      </a:r>
                      <a:endParaRPr lang="LID4096" sz="1600"/>
                    </a:p>
                  </a:txBody>
                  <a:tcPr>
                    <a:solidFill>
                      <a:schemeClr val="tx2"/>
                    </a:solidFill>
                  </a:tcPr>
                </a:tc>
                <a:tc>
                  <a:txBody>
                    <a:bodyPr/>
                    <a:lstStyle/>
                    <a:p>
                      <a:r>
                        <a:rPr lang="en-US" sz="1600"/>
                        <a:t>Year 3</a:t>
                      </a:r>
                      <a:endParaRPr lang="LID4096" sz="1600"/>
                    </a:p>
                  </a:txBody>
                  <a:tcPr>
                    <a:solidFill>
                      <a:schemeClr val="tx2"/>
                    </a:solidFill>
                  </a:tcPr>
                </a:tc>
                <a:tc>
                  <a:txBody>
                    <a:bodyPr/>
                    <a:lstStyle/>
                    <a:p>
                      <a:r>
                        <a:rPr lang="en-US" sz="1600"/>
                        <a:t>Year 4</a:t>
                      </a:r>
                      <a:endParaRPr lang="LID4096" sz="1600"/>
                    </a:p>
                  </a:txBody>
                  <a:tcPr>
                    <a:solidFill>
                      <a:schemeClr val="tx2"/>
                    </a:solidFill>
                  </a:tcPr>
                </a:tc>
                <a:tc>
                  <a:txBody>
                    <a:bodyPr/>
                    <a:lstStyle/>
                    <a:p>
                      <a:r>
                        <a:rPr lang="en-US" sz="1600"/>
                        <a:t>Year 5</a:t>
                      </a:r>
                      <a:endParaRPr lang="LID4096" sz="1600"/>
                    </a:p>
                  </a:txBody>
                  <a:tcPr>
                    <a:solidFill>
                      <a:schemeClr val="tx2"/>
                    </a:solidFill>
                  </a:tcPr>
                </a:tc>
                <a:extLst>
                  <a:ext uri="{0D108BD9-81ED-4DB2-BD59-A6C34878D82A}">
                    <a16:rowId xmlns:a16="http://schemas.microsoft.com/office/drawing/2014/main" val="1149319562"/>
                  </a:ext>
                </a:extLst>
              </a:tr>
              <a:tr h="556159">
                <a:tc>
                  <a:txBody>
                    <a:bodyPr/>
                    <a:lstStyle/>
                    <a:p>
                      <a:r>
                        <a:rPr lang="en-US" sz="1400"/>
                        <a:t>Phases</a:t>
                      </a:r>
                      <a:endParaRPr lang="LID4096" sz="1400"/>
                    </a:p>
                  </a:txBody>
                  <a:tcPr>
                    <a:solidFill>
                      <a:srgbClr val="CBDFF3"/>
                    </a:solidFill>
                  </a:tcPr>
                </a:tc>
                <a:tc>
                  <a:txBody>
                    <a:bodyPr/>
                    <a:lstStyle/>
                    <a:p>
                      <a:pPr algn="ctr"/>
                      <a:r>
                        <a:rPr lang="en-US" sz="1400"/>
                        <a:t>Phase I</a:t>
                      </a:r>
                      <a:endParaRPr lang="LID4096" sz="1400"/>
                    </a:p>
                  </a:txBody>
                  <a:tcPr>
                    <a:solidFill>
                      <a:srgbClr val="CBDFF3"/>
                    </a:solidFill>
                  </a:tcPr>
                </a:tc>
                <a:tc>
                  <a:txBody>
                    <a:bodyPr/>
                    <a:lstStyle/>
                    <a:p>
                      <a:pPr algn="ctr"/>
                      <a:r>
                        <a:rPr lang="en-US" sz="1400"/>
                        <a:t>Phase II</a:t>
                      </a:r>
                      <a:endParaRPr lang="LID4096" sz="1400"/>
                    </a:p>
                  </a:txBody>
                  <a:tcPr>
                    <a:solidFill>
                      <a:srgbClr val="CBDFF3"/>
                    </a:solidFill>
                  </a:tcPr>
                </a:tc>
                <a:tc>
                  <a:txBody>
                    <a:bodyPr/>
                    <a:lstStyle/>
                    <a:p>
                      <a:pPr algn="ctr"/>
                      <a:r>
                        <a:rPr lang="en-US" sz="1400"/>
                        <a:t>Phase III</a:t>
                      </a:r>
                      <a:endParaRPr lang="LID4096" sz="1400"/>
                    </a:p>
                  </a:txBody>
                  <a:tcPr>
                    <a:solidFill>
                      <a:srgbClr val="CBDFF3"/>
                    </a:solidFill>
                  </a:tcPr>
                </a:tc>
                <a:tc>
                  <a:txBody>
                    <a:bodyPr/>
                    <a:lstStyle/>
                    <a:p>
                      <a:pPr algn="ctr"/>
                      <a:r>
                        <a:rPr lang="en-US" sz="1400"/>
                        <a:t>Option 1</a:t>
                      </a:r>
                      <a:endParaRPr lang="LID4096" sz="1400"/>
                    </a:p>
                  </a:txBody>
                  <a:tcPr>
                    <a:solidFill>
                      <a:srgbClr val="CBDFF3"/>
                    </a:solidFill>
                  </a:tcPr>
                </a:tc>
                <a:tc>
                  <a:txBody>
                    <a:bodyPr/>
                    <a:lstStyle/>
                    <a:p>
                      <a:pPr algn="ctr"/>
                      <a:r>
                        <a:rPr lang="en-US" sz="1400"/>
                        <a:t>Option 2</a:t>
                      </a:r>
                      <a:endParaRPr lang="LID4096" sz="1400"/>
                    </a:p>
                  </a:txBody>
                  <a:tcPr>
                    <a:solidFill>
                      <a:srgbClr val="CBDFF3"/>
                    </a:solidFill>
                  </a:tcPr>
                </a:tc>
                <a:extLst>
                  <a:ext uri="{0D108BD9-81ED-4DB2-BD59-A6C34878D82A}">
                    <a16:rowId xmlns:a16="http://schemas.microsoft.com/office/drawing/2014/main" val="197935876"/>
                  </a:ext>
                </a:extLst>
              </a:tr>
              <a:tr h="556159">
                <a:tc>
                  <a:txBody>
                    <a:bodyPr/>
                    <a:lstStyle/>
                    <a:p>
                      <a:r>
                        <a:rPr lang="en-US" sz="1400"/>
                        <a:t>Routine Repeated analysis</a:t>
                      </a:r>
                      <a:endParaRPr lang="LID4096" sz="1400"/>
                    </a:p>
                  </a:txBody>
                  <a:tcPr>
                    <a:solidFill>
                      <a:srgbClr val="CBDFF3"/>
                    </a:solidFill>
                  </a:tcPr>
                </a:tc>
                <a:tc>
                  <a:txBody>
                    <a:bodyPr/>
                    <a:lstStyle/>
                    <a:p>
                      <a:pPr marL="0" algn="ctr" defTabSz="1219170" rtl="0" eaLnBrk="1" latinLnBrk="0" hangingPunct="1"/>
                      <a:r>
                        <a:rPr lang="en-US" sz="1400" kern="1200">
                          <a:solidFill>
                            <a:schemeClr val="dk1"/>
                          </a:solidFill>
                          <a:latin typeface="+mn-lt"/>
                          <a:ea typeface="+mn-ea"/>
                          <a:cs typeface="+mn-cs"/>
                        </a:rPr>
                        <a:t>At least 1 study </a:t>
                      </a:r>
                      <a:endParaRPr lang="LID4096" sz="1400" kern="1200">
                        <a:solidFill>
                          <a:schemeClr val="dk1"/>
                        </a:solidFill>
                        <a:latin typeface="+mn-lt"/>
                        <a:ea typeface="+mn-ea"/>
                        <a:cs typeface="+mn-cs"/>
                      </a:endParaRPr>
                    </a:p>
                  </a:txBody>
                  <a:tcPr>
                    <a:solidFill>
                      <a:srgbClr val="CBDFF3"/>
                    </a:solidFill>
                  </a:tcPr>
                </a:tc>
                <a:tc>
                  <a:txBody>
                    <a:bodyPr/>
                    <a:lstStyle/>
                    <a:p>
                      <a:pPr marL="0" algn="ctr" defTabSz="1219170" rtl="0" eaLnBrk="1" latinLnBrk="0" hangingPunct="1"/>
                      <a:r>
                        <a:rPr lang="en-US" sz="1400" kern="1200">
                          <a:solidFill>
                            <a:schemeClr val="dk1"/>
                          </a:solidFill>
                          <a:latin typeface="+mn-lt"/>
                          <a:ea typeface="+mn-ea"/>
                          <a:cs typeface="+mn-cs"/>
                        </a:rPr>
                        <a:t>-</a:t>
                      </a:r>
                      <a:endParaRPr lang="LID4096" sz="1400" kern="1200">
                        <a:solidFill>
                          <a:schemeClr val="dk1"/>
                        </a:solidFill>
                        <a:latin typeface="+mn-lt"/>
                        <a:ea typeface="+mn-ea"/>
                        <a:cs typeface="+mn-cs"/>
                      </a:endParaRPr>
                    </a:p>
                  </a:txBody>
                  <a:tcPr>
                    <a:solidFill>
                      <a:srgbClr val="CBDFF3"/>
                    </a:solidFill>
                  </a:tcPr>
                </a:tc>
                <a:tc>
                  <a:txBody>
                    <a:bodyPr/>
                    <a:lstStyle/>
                    <a:p>
                      <a:pPr marL="0" algn="ctr" defTabSz="1219170" rtl="0" eaLnBrk="1" latinLnBrk="0" hangingPunct="1"/>
                      <a:r>
                        <a:rPr lang="en-US" sz="1400" kern="1200">
                          <a:solidFill>
                            <a:schemeClr val="dk1"/>
                          </a:solidFill>
                          <a:latin typeface="+mn-lt"/>
                          <a:ea typeface="+mn-ea"/>
                          <a:cs typeface="+mn-cs"/>
                        </a:rPr>
                        <a:t>30</a:t>
                      </a:r>
                      <a:endParaRPr lang="LID4096" sz="1400" kern="1200">
                        <a:solidFill>
                          <a:schemeClr val="dk1"/>
                        </a:solidFill>
                        <a:latin typeface="+mn-lt"/>
                        <a:ea typeface="+mn-ea"/>
                        <a:cs typeface="+mn-cs"/>
                      </a:endParaRPr>
                    </a:p>
                  </a:txBody>
                  <a:tcPr>
                    <a:solidFill>
                      <a:srgbClr val="CBDFF3"/>
                    </a:solidFill>
                  </a:tcPr>
                </a:tc>
                <a:tc>
                  <a:txBody>
                    <a:bodyPr/>
                    <a:lstStyle/>
                    <a:p>
                      <a:pPr marL="0" algn="ctr" defTabSz="1219170" rtl="0" eaLnBrk="1" latinLnBrk="0" hangingPunct="1"/>
                      <a:r>
                        <a:rPr lang="en-US" sz="1400" kern="1200">
                          <a:solidFill>
                            <a:schemeClr val="dk1"/>
                          </a:solidFill>
                          <a:latin typeface="+mn-lt"/>
                          <a:ea typeface="+mn-ea"/>
                          <a:cs typeface="+mn-cs"/>
                        </a:rPr>
                        <a:t>60</a:t>
                      </a:r>
                      <a:endParaRPr lang="LID4096" sz="1400" kern="1200">
                        <a:solidFill>
                          <a:schemeClr val="dk1"/>
                        </a:solidFill>
                        <a:latin typeface="+mn-lt"/>
                        <a:ea typeface="+mn-ea"/>
                        <a:cs typeface="+mn-cs"/>
                      </a:endParaRPr>
                    </a:p>
                  </a:txBody>
                  <a:tcPr>
                    <a:solidFill>
                      <a:srgbClr val="CBDFF3"/>
                    </a:solidFill>
                  </a:tcPr>
                </a:tc>
                <a:tc>
                  <a:txBody>
                    <a:bodyPr/>
                    <a:lstStyle/>
                    <a:p>
                      <a:pPr marL="0" algn="ctr" defTabSz="1219170" rtl="0" eaLnBrk="1" latinLnBrk="0" hangingPunct="1"/>
                      <a:r>
                        <a:rPr lang="en-US" sz="1400" kern="1200">
                          <a:solidFill>
                            <a:schemeClr val="dk1"/>
                          </a:solidFill>
                          <a:latin typeface="+mn-lt"/>
                          <a:ea typeface="+mn-ea"/>
                          <a:cs typeface="+mn-cs"/>
                        </a:rPr>
                        <a:t>60</a:t>
                      </a:r>
                      <a:endParaRPr lang="LID4096" sz="1400" kern="1200">
                        <a:solidFill>
                          <a:schemeClr val="dk1"/>
                        </a:solidFill>
                        <a:latin typeface="+mn-lt"/>
                        <a:ea typeface="+mn-ea"/>
                        <a:cs typeface="+mn-cs"/>
                      </a:endParaRPr>
                    </a:p>
                  </a:txBody>
                  <a:tcPr>
                    <a:solidFill>
                      <a:srgbClr val="CBDFF3"/>
                    </a:solidFill>
                  </a:tcPr>
                </a:tc>
                <a:extLst>
                  <a:ext uri="{0D108BD9-81ED-4DB2-BD59-A6C34878D82A}">
                    <a16:rowId xmlns:a16="http://schemas.microsoft.com/office/drawing/2014/main" val="3394020605"/>
                  </a:ext>
                </a:extLst>
              </a:tr>
              <a:tr h="556159">
                <a:tc>
                  <a:txBody>
                    <a:bodyPr/>
                    <a:lstStyle/>
                    <a:p>
                      <a:pPr marL="0" algn="l" defTabSz="1219170" rtl="0" eaLnBrk="1" latinLnBrk="0" hangingPunct="1"/>
                      <a:r>
                        <a:rPr lang="en-US" sz="1400" kern="1200">
                          <a:solidFill>
                            <a:schemeClr val="dk1"/>
                          </a:solidFill>
                          <a:latin typeface="+mn-lt"/>
                          <a:ea typeface="+mn-ea"/>
                          <a:cs typeface="+mn-cs"/>
                        </a:rPr>
                        <a:t>Off the shelf studies</a:t>
                      </a:r>
                      <a:endParaRPr lang="LID4096" sz="1400" kern="1200">
                        <a:solidFill>
                          <a:schemeClr val="dk1"/>
                        </a:solidFill>
                        <a:latin typeface="+mn-lt"/>
                        <a:ea typeface="+mn-ea"/>
                        <a:cs typeface="+mn-cs"/>
                      </a:endParaRPr>
                    </a:p>
                  </a:txBody>
                  <a:tcPr>
                    <a:solidFill>
                      <a:srgbClr val="CBDFF3"/>
                    </a:solidFill>
                  </a:tcPr>
                </a:tc>
                <a:tc>
                  <a:txBody>
                    <a:bodyPr/>
                    <a:lstStyle/>
                    <a:p>
                      <a:pPr marL="0" algn="ctr" defTabSz="1219170" rtl="0" eaLnBrk="1" latinLnBrk="0" hangingPunct="1"/>
                      <a:r>
                        <a:rPr lang="en-US" sz="1400" kern="1200">
                          <a:solidFill>
                            <a:schemeClr val="dk1"/>
                          </a:solidFill>
                          <a:latin typeface="+mn-lt"/>
                          <a:ea typeface="+mn-ea"/>
                          <a:cs typeface="+mn-cs"/>
                        </a:rPr>
                        <a:t>At least 2 studies</a:t>
                      </a:r>
                      <a:endParaRPr lang="LID4096" sz="1400" kern="1200">
                        <a:solidFill>
                          <a:schemeClr val="dk1"/>
                        </a:solidFill>
                        <a:latin typeface="+mn-lt"/>
                        <a:ea typeface="+mn-ea"/>
                        <a:cs typeface="+mn-cs"/>
                      </a:endParaRPr>
                    </a:p>
                  </a:txBody>
                  <a:tcPr>
                    <a:solidFill>
                      <a:srgbClr val="CBDFF3"/>
                    </a:solidFill>
                  </a:tcPr>
                </a:tc>
                <a:tc>
                  <a:txBody>
                    <a:bodyPr/>
                    <a:lstStyle/>
                    <a:p>
                      <a:pPr marL="0" algn="ctr" defTabSz="1219170" rtl="0" eaLnBrk="1" latinLnBrk="0" hangingPunct="1"/>
                      <a:r>
                        <a:rPr lang="en-US" sz="1400" kern="1200">
                          <a:solidFill>
                            <a:schemeClr val="dk1"/>
                          </a:solidFill>
                          <a:latin typeface="+mn-lt"/>
                          <a:ea typeface="+mn-ea"/>
                          <a:cs typeface="+mn-cs"/>
                        </a:rPr>
                        <a:t>6 + 8</a:t>
                      </a:r>
                      <a:endParaRPr lang="LID4096" sz="1400" kern="1200">
                        <a:solidFill>
                          <a:schemeClr val="dk1"/>
                        </a:solidFill>
                        <a:latin typeface="+mn-lt"/>
                        <a:ea typeface="+mn-ea"/>
                        <a:cs typeface="+mn-cs"/>
                      </a:endParaRPr>
                    </a:p>
                  </a:txBody>
                  <a:tcPr>
                    <a:solidFill>
                      <a:srgbClr val="CBDFF3"/>
                    </a:solidFill>
                  </a:tcPr>
                </a:tc>
                <a:tc>
                  <a:txBody>
                    <a:bodyPr/>
                    <a:lstStyle/>
                    <a:p>
                      <a:pPr marL="0" algn="ctr" defTabSz="1219170" rtl="0" eaLnBrk="1" latinLnBrk="0" hangingPunct="1"/>
                      <a:r>
                        <a:rPr lang="en-US" sz="1400" kern="1200">
                          <a:solidFill>
                            <a:schemeClr val="dk1"/>
                          </a:solidFill>
                          <a:latin typeface="+mn-lt"/>
                          <a:ea typeface="+mn-ea"/>
                          <a:cs typeface="+mn-cs"/>
                        </a:rPr>
                        <a:t>30</a:t>
                      </a:r>
                      <a:endParaRPr lang="LID4096" sz="1400" kern="1200">
                        <a:solidFill>
                          <a:schemeClr val="dk1"/>
                        </a:solidFill>
                        <a:latin typeface="+mn-lt"/>
                        <a:ea typeface="+mn-ea"/>
                        <a:cs typeface="+mn-cs"/>
                      </a:endParaRPr>
                    </a:p>
                  </a:txBody>
                  <a:tcPr>
                    <a:solidFill>
                      <a:srgbClr val="CBDFF3"/>
                    </a:solidFill>
                  </a:tcPr>
                </a:tc>
                <a:tc>
                  <a:txBody>
                    <a:bodyPr/>
                    <a:lstStyle/>
                    <a:p>
                      <a:pPr marL="0" algn="ctr" defTabSz="1219170" rtl="0" eaLnBrk="1" latinLnBrk="0" hangingPunct="1"/>
                      <a:r>
                        <a:rPr lang="en-US" sz="1400" kern="1200">
                          <a:solidFill>
                            <a:schemeClr val="dk1"/>
                          </a:solidFill>
                          <a:latin typeface="+mn-lt"/>
                          <a:ea typeface="+mn-ea"/>
                          <a:cs typeface="+mn-cs"/>
                        </a:rPr>
                        <a:t>60</a:t>
                      </a:r>
                      <a:endParaRPr lang="LID4096" sz="1400" kern="1200">
                        <a:solidFill>
                          <a:schemeClr val="dk1"/>
                        </a:solidFill>
                        <a:latin typeface="+mn-lt"/>
                        <a:ea typeface="+mn-ea"/>
                        <a:cs typeface="+mn-cs"/>
                      </a:endParaRPr>
                    </a:p>
                  </a:txBody>
                  <a:tcPr>
                    <a:solidFill>
                      <a:srgbClr val="CBDFF3"/>
                    </a:solidFill>
                  </a:tcPr>
                </a:tc>
                <a:tc>
                  <a:txBody>
                    <a:bodyPr/>
                    <a:lstStyle/>
                    <a:p>
                      <a:pPr marL="0" algn="ctr" defTabSz="1219170" rtl="0" eaLnBrk="1" latinLnBrk="0" hangingPunct="1"/>
                      <a:r>
                        <a:rPr lang="en-US" sz="1400" kern="1200">
                          <a:solidFill>
                            <a:schemeClr val="dk1"/>
                          </a:solidFill>
                          <a:latin typeface="+mn-lt"/>
                          <a:ea typeface="+mn-ea"/>
                          <a:cs typeface="+mn-cs"/>
                        </a:rPr>
                        <a:t>60</a:t>
                      </a:r>
                      <a:endParaRPr lang="LID4096" sz="1400" kern="1200">
                        <a:solidFill>
                          <a:schemeClr val="dk1"/>
                        </a:solidFill>
                        <a:latin typeface="+mn-lt"/>
                        <a:ea typeface="+mn-ea"/>
                        <a:cs typeface="+mn-cs"/>
                      </a:endParaRPr>
                    </a:p>
                  </a:txBody>
                  <a:tcPr>
                    <a:solidFill>
                      <a:srgbClr val="CBDFF3"/>
                    </a:solidFill>
                  </a:tcPr>
                </a:tc>
                <a:extLst>
                  <a:ext uri="{0D108BD9-81ED-4DB2-BD59-A6C34878D82A}">
                    <a16:rowId xmlns:a16="http://schemas.microsoft.com/office/drawing/2014/main" val="2459397823"/>
                  </a:ext>
                </a:extLst>
              </a:tr>
              <a:tr h="556159">
                <a:tc>
                  <a:txBody>
                    <a:bodyPr/>
                    <a:lstStyle/>
                    <a:p>
                      <a:pPr marL="0" algn="l" defTabSz="1219170" rtl="0" eaLnBrk="1" latinLnBrk="0" hangingPunct="1"/>
                      <a:r>
                        <a:rPr lang="en-US" sz="1400" kern="1200">
                          <a:solidFill>
                            <a:schemeClr val="dk1"/>
                          </a:solidFill>
                          <a:latin typeface="+mn-lt"/>
                          <a:ea typeface="+mn-ea"/>
                          <a:cs typeface="+mn-cs"/>
                        </a:rPr>
                        <a:t>Complex Studies</a:t>
                      </a:r>
                      <a:endParaRPr lang="LID4096" sz="1400" kern="1200">
                        <a:solidFill>
                          <a:schemeClr val="dk1"/>
                        </a:solidFill>
                        <a:latin typeface="+mn-lt"/>
                        <a:ea typeface="+mn-ea"/>
                        <a:cs typeface="+mn-cs"/>
                      </a:endParaRPr>
                    </a:p>
                  </a:txBody>
                  <a:tcPr>
                    <a:solidFill>
                      <a:srgbClr val="CBDFF3"/>
                    </a:solidFill>
                  </a:tcPr>
                </a:tc>
                <a:tc>
                  <a:txBody>
                    <a:bodyPr/>
                    <a:lstStyle/>
                    <a:p>
                      <a:pPr marL="0" algn="ctr" defTabSz="1219170" rtl="0" eaLnBrk="1" latinLnBrk="0" hangingPunct="1"/>
                      <a:r>
                        <a:rPr lang="en-US" sz="1400" kern="1200">
                          <a:solidFill>
                            <a:schemeClr val="dk1"/>
                          </a:solidFill>
                          <a:latin typeface="+mn-lt"/>
                          <a:ea typeface="+mn-ea"/>
                          <a:cs typeface="+mn-cs"/>
                        </a:rPr>
                        <a:t>1</a:t>
                      </a:r>
                      <a:endParaRPr lang="LID4096" sz="1400" kern="1200">
                        <a:solidFill>
                          <a:schemeClr val="dk1"/>
                        </a:solidFill>
                        <a:latin typeface="+mn-lt"/>
                        <a:ea typeface="+mn-ea"/>
                        <a:cs typeface="+mn-cs"/>
                      </a:endParaRPr>
                    </a:p>
                  </a:txBody>
                  <a:tcPr>
                    <a:solidFill>
                      <a:srgbClr val="CBDFF3"/>
                    </a:solidFill>
                  </a:tcPr>
                </a:tc>
                <a:tc>
                  <a:txBody>
                    <a:bodyPr/>
                    <a:lstStyle/>
                    <a:p>
                      <a:pPr marL="0" algn="ctr" defTabSz="1219170" rtl="0" eaLnBrk="1" latinLnBrk="0" hangingPunct="1"/>
                      <a:r>
                        <a:rPr lang="en-US" sz="1400" kern="1200">
                          <a:solidFill>
                            <a:schemeClr val="dk1"/>
                          </a:solidFill>
                          <a:latin typeface="+mn-lt"/>
                          <a:ea typeface="+mn-ea"/>
                          <a:cs typeface="+mn-cs"/>
                        </a:rPr>
                        <a:t>4</a:t>
                      </a:r>
                      <a:endParaRPr lang="LID4096" sz="1400" kern="1200">
                        <a:solidFill>
                          <a:schemeClr val="dk1"/>
                        </a:solidFill>
                        <a:latin typeface="+mn-lt"/>
                        <a:ea typeface="+mn-ea"/>
                        <a:cs typeface="+mn-cs"/>
                      </a:endParaRPr>
                    </a:p>
                  </a:txBody>
                  <a:tcPr>
                    <a:solidFill>
                      <a:srgbClr val="CBDFF3"/>
                    </a:solidFill>
                  </a:tcPr>
                </a:tc>
                <a:tc>
                  <a:txBody>
                    <a:bodyPr/>
                    <a:lstStyle/>
                    <a:p>
                      <a:pPr marL="0" algn="ctr" defTabSz="1219170" rtl="0" eaLnBrk="1" latinLnBrk="0" hangingPunct="1"/>
                      <a:r>
                        <a:rPr lang="en-US" sz="1400" kern="1200">
                          <a:solidFill>
                            <a:schemeClr val="dk1"/>
                          </a:solidFill>
                          <a:latin typeface="+mn-lt"/>
                          <a:ea typeface="+mn-ea"/>
                          <a:cs typeface="+mn-cs"/>
                        </a:rPr>
                        <a:t>12</a:t>
                      </a:r>
                      <a:endParaRPr lang="LID4096" sz="1400" kern="1200">
                        <a:solidFill>
                          <a:schemeClr val="dk1"/>
                        </a:solidFill>
                        <a:latin typeface="+mn-lt"/>
                        <a:ea typeface="+mn-ea"/>
                        <a:cs typeface="+mn-cs"/>
                      </a:endParaRPr>
                    </a:p>
                  </a:txBody>
                  <a:tcPr>
                    <a:solidFill>
                      <a:srgbClr val="CBDFF3"/>
                    </a:solidFill>
                  </a:tcPr>
                </a:tc>
                <a:tc>
                  <a:txBody>
                    <a:bodyPr/>
                    <a:lstStyle/>
                    <a:p>
                      <a:pPr marL="0" algn="ctr" defTabSz="1219170" rtl="0" eaLnBrk="1" latinLnBrk="0" hangingPunct="1"/>
                      <a:r>
                        <a:rPr lang="en-US" sz="1400" kern="1200">
                          <a:solidFill>
                            <a:schemeClr val="dk1"/>
                          </a:solidFill>
                          <a:latin typeface="+mn-lt"/>
                          <a:ea typeface="+mn-ea"/>
                          <a:cs typeface="+mn-cs"/>
                        </a:rPr>
                        <a:t>24</a:t>
                      </a:r>
                      <a:endParaRPr lang="LID4096" sz="1400" kern="1200">
                        <a:solidFill>
                          <a:schemeClr val="dk1"/>
                        </a:solidFill>
                        <a:latin typeface="+mn-lt"/>
                        <a:ea typeface="+mn-ea"/>
                        <a:cs typeface="+mn-cs"/>
                      </a:endParaRPr>
                    </a:p>
                  </a:txBody>
                  <a:tcPr>
                    <a:solidFill>
                      <a:srgbClr val="CBDFF3"/>
                    </a:solidFill>
                  </a:tcPr>
                </a:tc>
                <a:tc>
                  <a:txBody>
                    <a:bodyPr/>
                    <a:lstStyle/>
                    <a:p>
                      <a:pPr marL="0" algn="ctr" defTabSz="1219170" rtl="0" eaLnBrk="1" latinLnBrk="0" hangingPunct="1"/>
                      <a:r>
                        <a:rPr lang="en-US" sz="1400" kern="1200">
                          <a:solidFill>
                            <a:schemeClr val="dk1"/>
                          </a:solidFill>
                          <a:latin typeface="+mn-lt"/>
                          <a:ea typeface="+mn-ea"/>
                          <a:cs typeface="+mn-cs"/>
                        </a:rPr>
                        <a:t>24</a:t>
                      </a:r>
                      <a:endParaRPr lang="LID4096" sz="1400" kern="1200">
                        <a:solidFill>
                          <a:schemeClr val="dk1"/>
                        </a:solidFill>
                        <a:latin typeface="+mn-lt"/>
                        <a:ea typeface="+mn-ea"/>
                        <a:cs typeface="+mn-cs"/>
                      </a:endParaRPr>
                    </a:p>
                  </a:txBody>
                  <a:tcPr>
                    <a:solidFill>
                      <a:srgbClr val="CBDFF3"/>
                    </a:solidFill>
                  </a:tcPr>
                </a:tc>
                <a:extLst>
                  <a:ext uri="{0D108BD9-81ED-4DB2-BD59-A6C34878D82A}">
                    <a16:rowId xmlns:a16="http://schemas.microsoft.com/office/drawing/2014/main" val="1291604051"/>
                  </a:ext>
                </a:extLst>
              </a:tr>
              <a:tr h="556159">
                <a:tc>
                  <a:txBody>
                    <a:bodyPr/>
                    <a:lstStyle/>
                    <a:p>
                      <a:pPr marL="0" algn="l" defTabSz="1219170" rtl="0" eaLnBrk="1" latinLnBrk="0" hangingPunct="1"/>
                      <a:r>
                        <a:rPr lang="en-US" sz="1400" kern="1200">
                          <a:solidFill>
                            <a:schemeClr val="dk1"/>
                          </a:solidFill>
                          <a:latin typeface="+mn-lt"/>
                          <a:ea typeface="+mn-ea"/>
                          <a:cs typeface="+mn-cs"/>
                        </a:rPr>
                        <a:t>Very Complex Studies</a:t>
                      </a:r>
                      <a:endParaRPr lang="LID4096" sz="1400" kern="1200">
                        <a:solidFill>
                          <a:schemeClr val="dk1"/>
                        </a:solidFill>
                        <a:latin typeface="+mn-lt"/>
                        <a:ea typeface="+mn-ea"/>
                        <a:cs typeface="+mn-cs"/>
                      </a:endParaRPr>
                    </a:p>
                  </a:txBody>
                  <a:tcPr>
                    <a:solidFill>
                      <a:srgbClr val="CBDFF3"/>
                    </a:solidFill>
                  </a:tcPr>
                </a:tc>
                <a:tc>
                  <a:txBody>
                    <a:bodyPr/>
                    <a:lstStyle/>
                    <a:p>
                      <a:pPr marL="0" algn="ctr" defTabSz="1219170" rtl="0" eaLnBrk="1" latinLnBrk="0" hangingPunct="1"/>
                      <a:r>
                        <a:rPr lang="en-US" sz="1400" kern="1200">
                          <a:solidFill>
                            <a:schemeClr val="dk1"/>
                          </a:solidFill>
                          <a:latin typeface="+mn-lt"/>
                          <a:ea typeface="+mn-ea"/>
                          <a:cs typeface="+mn-cs"/>
                        </a:rPr>
                        <a:t>0</a:t>
                      </a:r>
                      <a:endParaRPr lang="LID4096" sz="1400" kern="1200">
                        <a:solidFill>
                          <a:schemeClr val="dk1"/>
                        </a:solidFill>
                        <a:latin typeface="+mn-lt"/>
                        <a:ea typeface="+mn-ea"/>
                        <a:cs typeface="+mn-cs"/>
                      </a:endParaRPr>
                    </a:p>
                  </a:txBody>
                  <a:tcPr>
                    <a:solidFill>
                      <a:srgbClr val="CBDFF3"/>
                    </a:solidFill>
                  </a:tcPr>
                </a:tc>
                <a:tc>
                  <a:txBody>
                    <a:bodyPr/>
                    <a:lstStyle/>
                    <a:p>
                      <a:pPr marL="0" algn="ctr" defTabSz="1219170" rtl="0" eaLnBrk="1" latinLnBrk="0" hangingPunct="1"/>
                      <a:r>
                        <a:rPr lang="en-US" sz="1400" kern="1200">
                          <a:solidFill>
                            <a:schemeClr val="dk1"/>
                          </a:solidFill>
                          <a:latin typeface="+mn-lt"/>
                          <a:ea typeface="+mn-ea"/>
                          <a:cs typeface="+mn-cs"/>
                        </a:rPr>
                        <a:t>0</a:t>
                      </a:r>
                      <a:endParaRPr lang="LID4096" sz="1400" kern="1200">
                        <a:solidFill>
                          <a:schemeClr val="dk1"/>
                        </a:solidFill>
                        <a:latin typeface="+mn-lt"/>
                        <a:ea typeface="+mn-ea"/>
                        <a:cs typeface="+mn-cs"/>
                      </a:endParaRPr>
                    </a:p>
                  </a:txBody>
                  <a:tcPr>
                    <a:solidFill>
                      <a:srgbClr val="CBDFF3"/>
                    </a:solidFill>
                  </a:tcPr>
                </a:tc>
                <a:tc>
                  <a:txBody>
                    <a:bodyPr/>
                    <a:lstStyle/>
                    <a:p>
                      <a:pPr marL="0" algn="ctr" defTabSz="1219170" rtl="0" eaLnBrk="1" latinLnBrk="0" hangingPunct="1"/>
                      <a:r>
                        <a:rPr lang="en-US" sz="1400" kern="1200">
                          <a:solidFill>
                            <a:schemeClr val="dk1"/>
                          </a:solidFill>
                          <a:latin typeface="+mn-lt"/>
                          <a:ea typeface="+mn-ea"/>
                          <a:cs typeface="+mn-cs"/>
                        </a:rPr>
                        <a:t>0</a:t>
                      </a:r>
                      <a:endParaRPr lang="LID4096" sz="1400" kern="1200">
                        <a:solidFill>
                          <a:schemeClr val="dk1"/>
                        </a:solidFill>
                        <a:latin typeface="+mn-lt"/>
                        <a:ea typeface="+mn-ea"/>
                        <a:cs typeface="+mn-cs"/>
                      </a:endParaRPr>
                    </a:p>
                  </a:txBody>
                  <a:tcPr>
                    <a:solidFill>
                      <a:srgbClr val="CBDFF3"/>
                    </a:solidFill>
                  </a:tcPr>
                </a:tc>
                <a:tc>
                  <a:txBody>
                    <a:bodyPr/>
                    <a:lstStyle/>
                    <a:p>
                      <a:pPr marL="0" algn="ctr" defTabSz="1219170" rtl="0" eaLnBrk="1" latinLnBrk="0" hangingPunct="1"/>
                      <a:r>
                        <a:rPr lang="en-US" sz="1400" kern="1200">
                          <a:solidFill>
                            <a:schemeClr val="dk1"/>
                          </a:solidFill>
                          <a:latin typeface="+mn-lt"/>
                          <a:ea typeface="+mn-ea"/>
                          <a:cs typeface="+mn-cs"/>
                        </a:rPr>
                        <a:t>1</a:t>
                      </a:r>
                      <a:endParaRPr lang="LID4096" sz="1400" kern="1200">
                        <a:solidFill>
                          <a:schemeClr val="dk1"/>
                        </a:solidFill>
                        <a:latin typeface="+mn-lt"/>
                        <a:ea typeface="+mn-ea"/>
                        <a:cs typeface="+mn-cs"/>
                      </a:endParaRPr>
                    </a:p>
                  </a:txBody>
                  <a:tcPr>
                    <a:solidFill>
                      <a:srgbClr val="CBDFF3"/>
                    </a:solidFill>
                  </a:tcPr>
                </a:tc>
                <a:tc>
                  <a:txBody>
                    <a:bodyPr/>
                    <a:lstStyle/>
                    <a:p>
                      <a:pPr marL="0" algn="ctr" defTabSz="1219170" rtl="0" eaLnBrk="1" latinLnBrk="0" hangingPunct="1"/>
                      <a:r>
                        <a:rPr lang="en-US" sz="1400" kern="1200" dirty="0">
                          <a:solidFill>
                            <a:schemeClr val="dk1"/>
                          </a:solidFill>
                          <a:latin typeface="+mn-lt"/>
                          <a:ea typeface="+mn-ea"/>
                          <a:cs typeface="+mn-cs"/>
                        </a:rPr>
                        <a:t>1</a:t>
                      </a:r>
                      <a:endParaRPr lang="LID4096" sz="1400" kern="1200" dirty="0">
                        <a:solidFill>
                          <a:schemeClr val="dk1"/>
                        </a:solidFill>
                        <a:latin typeface="+mn-lt"/>
                        <a:ea typeface="+mn-ea"/>
                        <a:cs typeface="+mn-cs"/>
                      </a:endParaRPr>
                    </a:p>
                  </a:txBody>
                  <a:tcPr>
                    <a:solidFill>
                      <a:srgbClr val="CBDFF3"/>
                    </a:solidFill>
                  </a:tcPr>
                </a:tc>
                <a:extLst>
                  <a:ext uri="{0D108BD9-81ED-4DB2-BD59-A6C34878D82A}">
                    <a16:rowId xmlns:a16="http://schemas.microsoft.com/office/drawing/2014/main" val="3989521605"/>
                  </a:ext>
                </a:extLst>
              </a:tr>
            </a:tbl>
          </a:graphicData>
        </a:graphic>
      </p:graphicFrame>
      <p:sp>
        <p:nvSpPr>
          <p:cNvPr id="13" name="Rectangle 12">
            <a:extLst>
              <a:ext uri="{FF2B5EF4-FFF2-40B4-BE49-F238E27FC236}">
                <a16:creationId xmlns:a16="http://schemas.microsoft.com/office/drawing/2014/main" id="{7F7AE907-FB59-61BA-3FD4-CC6EB8CFBB34}"/>
              </a:ext>
            </a:extLst>
          </p:cNvPr>
          <p:cNvSpPr/>
          <p:nvPr/>
        </p:nvSpPr>
        <p:spPr bwMode="auto">
          <a:xfrm>
            <a:off x="9501921" y="2052724"/>
            <a:ext cx="1752600" cy="3200400"/>
          </a:xfrm>
          <a:prstGeom prst="rect">
            <a:avLst/>
          </a:prstGeom>
          <a:noFill/>
          <a:ln w="25400" cap="flat" cmpd="sng" algn="ctr">
            <a:solidFill>
              <a:srgbClr val="FF0000"/>
            </a:solidFill>
            <a:prstDash val="solid"/>
            <a:round/>
            <a:headEnd type="none" w="med" len="med"/>
            <a:tailEnd type="triangle" w="lg" len="med"/>
          </a:ln>
          <a:effectLst/>
        </p:spPr>
        <p:txBody>
          <a:bodyPr vert="horz" wrap="square" lIns="72000" tIns="72000" rIns="72000" bIns="72000" numCol="1" rtlCol="0" anchor="ctr" anchorCtr="0" compatLnSpc="1">
            <a:prstTxWarp prst="textNoShape">
              <a:avLst/>
            </a:prstTxWarp>
            <a:spAutoFit/>
          </a:bodyPr>
          <a:lstStyle/>
          <a:p>
            <a:pPr marL="0" marR="0" lvl="0" indent="0" algn="ctr" defTabSz="914400" rtl="0" eaLnBrk="1" fontAlgn="base" latinLnBrk="0" hangingPunct="1">
              <a:lnSpc>
                <a:spcPct val="120000"/>
              </a:lnSpc>
              <a:spcBef>
                <a:spcPct val="0"/>
              </a:spcBef>
              <a:spcAft>
                <a:spcPct val="0"/>
              </a:spcAft>
              <a:buClrTx/>
              <a:buSzTx/>
              <a:buFontTx/>
              <a:buNone/>
              <a:tabLst/>
              <a:defRPr/>
            </a:pPr>
            <a:endParaRPr kumimoji="0" lang="LID4096" sz="1600" b="0" i="0" u="none" strike="noStrike" kern="1200" cap="none" spc="0" normalizeH="0" baseline="0" noProof="0">
              <a:ln>
                <a:noFill/>
              </a:ln>
              <a:solidFill>
                <a:srgbClr val="000000"/>
              </a:solidFill>
              <a:effectLst/>
              <a:uLnTx/>
              <a:uFillTx/>
              <a:latin typeface="Verdana" pitchFamily="34" charset="0"/>
              <a:ea typeface="+mn-ea"/>
              <a:cs typeface="Arial" charset="0"/>
            </a:endParaRPr>
          </a:p>
        </p:txBody>
      </p:sp>
      <p:sp>
        <p:nvSpPr>
          <p:cNvPr id="3" name="TextBox 2">
            <a:extLst>
              <a:ext uri="{FF2B5EF4-FFF2-40B4-BE49-F238E27FC236}">
                <a16:creationId xmlns:a16="http://schemas.microsoft.com/office/drawing/2014/main" id="{26627A0C-0E93-F1FE-D402-5504945B8754}"/>
              </a:ext>
            </a:extLst>
          </p:cNvPr>
          <p:cNvSpPr txBox="1"/>
          <p:nvPr/>
        </p:nvSpPr>
        <p:spPr>
          <a:xfrm>
            <a:off x="2017644" y="5689812"/>
            <a:ext cx="9413154" cy="461665"/>
          </a:xfrm>
          <a:prstGeom prst="rect">
            <a:avLst/>
          </a:prstGeom>
          <a:noFill/>
        </p:spPr>
        <p:txBody>
          <a:bodyPr wrap="none" rtlCol="0">
            <a:spAutoFit/>
          </a:bodyPr>
          <a:lstStyle/>
          <a:p>
            <a:r>
              <a:rPr lang="en-US" sz="2400" i="1" dirty="0"/>
              <a:t>We need tools to allow </a:t>
            </a:r>
            <a:r>
              <a:rPr lang="en-US" sz="2400" b="1" i="1" dirty="0"/>
              <a:t>storing and reuse </a:t>
            </a:r>
            <a:r>
              <a:rPr lang="en-US" sz="2400" i="1" dirty="0"/>
              <a:t>of phenotypes…</a:t>
            </a:r>
          </a:p>
        </p:txBody>
      </p:sp>
      <p:sp>
        <p:nvSpPr>
          <p:cNvPr id="15" name="Footer Placeholder 4">
            <a:extLst>
              <a:ext uri="{FF2B5EF4-FFF2-40B4-BE49-F238E27FC236}">
                <a16:creationId xmlns:a16="http://schemas.microsoft.com/office/drawing/2014/main" id="{EF0D9BE9-9348-2578-96A3-D44343260739}"/>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16" name="Slide Number Placeholder 5">
            <a:extLst>
              <a:ext uri="{FF2B5EF4-FFF2-40B4-BE49-F238E27FC236}">
                <a16:creationId xmlns:a16="http://schemas.microsoft.com/office/drawing/2014/main" id="{9A3CB3C1-8E3C-4641-1E4C-1C97DCC506F1}"/>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303802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352FC-73D5-BCEA-0129-65483819AC4D}"/>
              </a:ext>
            </a:extLst>
          </p:cNvPr>
          <p:cNvSpPr>
            <a:spLocks noGrp="1"/>
          </p:cNvSpPr>
          <p:nvPr>
            <p:ph type="title"/>
          </p:nvPr>
        </p:nvSpPr>
        <p:spPr/>
        <p:txBody>
          <a:bodyPr/>
          <a:lstStyle/>
          <a:p>
            <a:r>
              <a:rPr lang="en-US" dirty="0"/>
              <a:t>The Process and Tools</a:t>
            </a:r>
          </a:p>
        </p:txBody>
      </p:sp>
      <p:sp>
        <p:nvSpPr>
          <p:cNvPr id="6" name="Footer Placeholder 4">
            <a:extLst>
              <a:ext uri="{FF2B5EF4-FFF2-40B4-BE49-F238E27FC236}">
                <a16:creationId xmlns:a16="http://schemas.microsoft.com/office/drawing/2014/main" id="{85AC89CB-CC15-36D0-1BA3-A499923686D5}"/>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7" name="Slide Number Placeholder 5">
            <a:extLst>
              <a:ext uri="{FF2B5EF4-FFF2-40B4-BE49-F238E27FC236}">
                <a16:creationId xmlns:a16="http://schemas.microsoft.com/office/drawing/2014/main" id="{7C4E0B4B-1672-586D-5E94-AB02F0E30230}"/>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pic>
        <p:nvPicPr>
          <p:cNvPr id="11" name="Picture 7">
            <a:extLst>
              <a:ext uri="{FF2B5EF4-FFF2-40B4-BE49-F238E27FC236}">
                <a16:creationId xmlns:a16="http://schemas.microsoft.com/office/drawing/2014/main" id="{B9D81D41-97D4-52D6-00EC-3BFF829CADE9}"/>
              </a:ext>
            </a:extLst>
          </p:cNvPr>
          <p:cNvPicPr>
            <a:picLocks noChangeAspect="1"/>
          </p:cNvPicPr>
          <p:nvPr/>
        </p:nvPicPr>
        <p:blipFill>
          <a:blip r:embed="rId2"/>
          <a:stretch>
            <a:fillRect/>
          </a:stretch>
        </p:blipFill>
        <p:spPr>
          <a:xfrm>
            <a:off x="199910" y="1278300"/>
            <a:ext cx="6632069" cy="4777991"/>
          </a:xfrm>
          <a:prstGeom prst="rect">
            <a:avLst/>
          </a:prstGeom>
        </p:spPr>
      </p:pic>
      <p:sp>
        <p:nvSpPr>
          <p:cNvPr id="13" name="CuadroTexto 8">
            <a:extLst>
              <a:ext uri="{FF2B5EF4-FFF2-40B4-BE49-F238E27FC236}">
                <a16:creationId xmlns:a16="http://schemas.microsoft.com/office/drawing/2014/main" id="{F8011E1C-879C-1308-4D31-528F72FE93F6}"/>
              </a:ext>
            </a:extLst>
          </p:cNvPr>
          <p:cNvSpPr txBox="1"/>
          <p:nvPr/>
        </p:nvSpPr>
        <p:spPr>
          <a:xfrm>
            <a:off x="6602802" y="5689139"/>
            <a:ext cx="6098146" cy="461665"/>
          </a:xfrm>
          <a:prstGeom prst="rect">
            <a:avLst/>
          </a:prstGeom>
          <a:noFill/>
        </p:spPr>
        <p:txBody>
          <a:bodyPr wrap="square">
            <a:spAutoFit/>
          </a:bodyPr>
          <a:lstStyle/>
          <a:p>
            <a:pPr algn="l"/>
            <a:r>
              <a:rPr lang="en-GB" sz="2400" b="0" i="0" dirty="0">
                <a:solidFill>
                  <a:srgbClr val="767676"/>
                </a:solidFill>
                <a:effectLst/>
                <a:latin typeface="Open Sans" panose="020B0606030504020204" pitchFamily="34" charset="0"/>
              </a:rPr>
              <a:t> </a:t>
            </a:r>
            <a:r>
              <a:rPr lang="en-GB" sz="2400" b="1" i="0" u="none" strike="noStrike" dirty="0">
                <a:solidFill>
                  <a:srgbClr val="767676"/>
                </a:solidFill>
                <a:effectLst/>
                <a:latin typeface="Open Sans" panose="020B0606030504020204" pitchFamily="34" charset="0"/>
                <a:hlinkClick r:id="rId3"/>
              </a:rPr>
              <a:t>https://doi.org/10.1002/pds.70042</a:t>
            </a:r>
            <a:endParaRPr lang="en-GB" sz="2400" b="0" i="0" dirty="0">
              <a:solidFill>
                <a:srgbClr val="767676"/>
              </a:solidFill>
              <a:effectLst/>
              <a:latin typeface="Open Sans" panose="020B0606030504020204" pitchFamily="34" charset="0"/>
            </a:endParaRPr>
          </a:p>
        </p:txBody>
      </p:sp>
      <p:pic>
        <p:nvPicPr>
          <p:cNvPr id="15" name="Imagen 14" descr="Código QR&#10;&#10;Descripción generada automáticamente">
            <a:extLst>
              <a:ext uri="{FF2B5EF4-FFF2-40B4-BE49-F238E27FC236}">
                <a16:creationId xmlns:a16="http://schemas.microsoft.com/office/drawing/2014/main" id="{C54932CB-F34A-8BB3-B0EB-07CDF0828B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62750" y="2695652"/>
            <a:ext cx="2890714" cy="2890714"/>
          </a:xfrm>
          <a:prstGeom prst="rect">
            <a:avLst/>
          </a:prstGeom>
        </p:spPr>
      </p:pic>
    </p:spTree>
    <p:extLst>
      <p:ext uri="{BB962C8B-B14F-4D97-AF65-F5344CB8AC3E}">
        <p14:creationId xmlns:p14="http://schemas.microsoft.com/office/powerpoint/2010/main" val="5292177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Diagram&#10;&#10;Description automatically generated with medium confidence">
            <a:extLst>
              <a:ext uri="{FF2B5EF4-FFF2-40B4-BE49-F238E27FC236}">
                <a16:creationId xmlns:a16="http://schemas.microsoft.com/office/drawing/2014/main" id="{A01A6AE8-DAEC-A1E7-8B80-5D4C4D347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599" y="824949"/>
            <a:ext cx="7800975" cy="5770107"/>
          </a:xfrm>
          <a:prstGeom prst="rect">
            <a:avLst/>
          </a:prstGeom>
        </p:spPr>
      </p:pic>
      <p:sp>
        <p:nvSpPr>
          <p:cNvPr id="2" name="Rectangle 1">
            <a:extLst>
              <a:ext uri="{FF2B5EF4-FFF2-40B4-BE49-F238E27FC236}">
                <a16:creationId xmlns:a16="http://schemas.microsoft.com/office/drawing/2014/main" id="{08642C20-157E-8CED-C3BE-3F2B831710D7}"/>
              </a:ext>
            </a:extLst>
          </p:cNvPr>
          <p:cNvSpPr/>
          <p:nvPr/>
        </p:nvSpPr>
        <p:spPr>
          <a:xfrm>
            <a:off x="6772274" y="338504"/>
            <a:ext cx="1438275" cy="2114550"/>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16F38F7A-DA6E-9737-C857-BB867B683D40}"/>
              </a:ext>
            </a:extLst>
          </p:cNvPr>
          <p:cNvSpPr txBox="1"/>
          <p:nvPr/>
        </p:nvSpPr>
        <p:spPr>
          <a:xfrm>
            <a:off x="6772274" y="455617"/>
            <a:ext cx="1438275" cy="369332"/>
          </a:xfrm>
          <a:prstGeom prst="rect">
            <a:avLst/>
          </a:prstGeom>
          <a:noFill/>
        </p:spPr>
        <p:txBody>
          <a:bodyPr wrap="square">
            <a:spAutoFit/>
          </a:bodyPr>
          <a:lstStyle>
            <a:defPPr>
              <a:defRPr lang="en-US"/>
            </a:defPPr>
            <a:lvl1pPr algn="ctr">
              <a:defRPr>
                <a:solidFill>
                  <a:srgbClr val="0070C0"/>
                </a:solidFill>
                <a:latin typeface="FoundrySterling-Bold" panose="02000700000000000000"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FoundrySterling-Bold" panose="02000700000000000000" pitchFamily="2" charset="0"/>
                <a:ea typeface="+mn-ea"/>
                <a:cs typeface="+mn-cs"/>
              </a:rPr>
              <a:t>5. DECK</a:t>
            </a:r>
          </a:p>
        </p:txBody>
      </p:sp>
      <p:sp>
        <p:nvSpPr>
          <p:cNvPr id="5" name="Rectangle 4">
            <a:extLst>
              <a:ext uri="{FF2B5EF4-FFF2-40B4-BE49-F238E27FC236}">
                <a16:creationId xmlns:a16="http://schemas.microsoft.com/office/drawing/2014/main" id="{6614D175-2B83-11C8-BE3B-884411E3AB15}"/>
              </a:ext>
            </a:extLst>
          </p:cNvPr>
          <p:cNvSpPr/>
          <p:nvPr/>
        </p:nvSpPr>
        <p:spPr>
          <a:xfrm>
            <a:off x="9085259" y="338504"/>
            <a:ext cx="2465879" cy="2114550"/>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7F7CEABF-BDFF-4397-0E37-485658DC3B09}"/>
              </a:ext>
            </a:extLst>
          </p:cNvPr>
          <p:cNvSpPr txBox="1"/>
          <p:nvPr/>
        </p:nvSpPr>
        <p:spPr>
          <a:xfrm>
            <a:off x="9401902" y="455617"/>
            <a:ext cx="193040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FoundrySterling-Bold" panose="02000700000000000000" pitchFamily="2" charset="0"/>
                <a:ea typeface="+mn-ea"/>
                <a:cs typeface="+mn-cs"/>
              </a:rPr>
              <a:t>METADATA DB</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01797AE2-6161-8F35-BE01-7F22F0141C53}"/>
              </a:ext>
            </a:extLst>
          </p:cNvPr>
          <p:cNvSpPr txBox="1"/>
          <p:nvPr/>
        </p:nvSpPr>
        <p:spPr>
          <a:xfrm>
            <a:off x="9269047" y="942062"/>
            <a:ext cx="2188783"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Database that follows the process and contains data on all forms and decisions</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7EDBDF5A-A274-4DE2-475B-F66D32A34936}"/>
              </a:ext>
            </a:extLst>
          </p:cNvPr>
          <p:cNvCxnSpPr/>
          <p:nvPr/>
        </p:nvCxnSpPr>
        <p:spPr>
          <a:xfrm flipH="1">
            <a:off x="8210549" y="824949"/>
            <a:ext cx="87471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F81B9787-BC9E-4A5D-8E14-4797D044943E}"/>
              </a:ext>
            </a:extLst>
          </p:cNvPr>
          <p:cNvSpPr/>
          <p:nvPr/>
        </p:nvSpPr>
        <p:spPr>
          <a:xfrm>
            <a:off x="9085259" y="2822386"/>
            <a:ext cx="2465879" cy="663276"/>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47BAFE73-C206-506E-81C8-252A25470B76}"/>
              </a:ext>
            </a:extLst>
          </p:cNvPr>
          <p:cNvSpPr txBox="1"/>
          <p:nvPr/>
        </p:nvSpPr>
        <p:spPr>
          <a:xfrm>
            <a:off x="2296378" y="757396"/>
            <a:ext cx="1845776" cy="369332"/>
          </a:xfrm>
          <a:prstGeom prst="rect">
            <a:avLst/>
          </a:prstGeom>
          <a:noFill/>
        </p:spPr>
        <p:txBody>
          <a:bodyPr wrap="square">
            <a:spAutoFit/>
          </a:bodyPr>
          <a:lstStyle>
            <a:defPPr>
              <a:defRPr lang="en-US"/>
            </a:defPPr>
            <a:lvl1pPr algn="ctr">
              <a:defRPr>
                <a:solidFill>
                  <a:srgbClr val="0070C0"/>
                </a:solidFill>
                <a:latin typeface="FoundrySterling-Bold" panose="02000700000000000000" pitchFamily="2"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FoundrySterling-Bold" panose="02000700000000000000" pitchFamily="2" charset="0"/>
                <a:ea typeface="+mn-ea"/>
                <a:cs typeface="+mn-cs"/>
              </a:rPr>
              <a:t>1. PROPOSAL</a:t>
            </a:r>
          </a:p>
        </p:txBody>
      </p:sp>
      <p:sp>
        <p:nvSpPr>
          <p:cNvPr id="7" name="TextBox 6">
            <a:extLst>
              <a:ext uri="{FF2B5EF4-FFF2-40B4-BE49-F238E27FC236}">
                <a16:creationId xmlns:a16="http://schemas.microsoft.com/office/drawing/2014/main" id="{0BE62CAA-7A68-8935-1628-EBCFDACED97B}"/>
              </a:ext>
            </a:extLst>
          </p:cNvPr>
          <p:cNvSpPr txBox="1"/>
          <p:nvPr/>
        </p:nvSpPr>
        <p:spPr>
          <a:xfrm>
            <a:off x="1433204" y="2231490"/>
            <a:ext cx="1845776"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FoundrySterling-Bold" panose="02000700000000000000" pitchFamily="2" charset="0"/>
                <a:ea typeface="+mn-ea"/>
                <a:cs typeface="+mn-cs"/>
              </a:rPr>
              <a:t>2. COHORT EXISTS?</a:t>
            </a:r>
            <a:endPar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77885709-0E2C-A3DF-7165-39B63FF075AA}"/>
              </a:ext>
            </a:extLst>
          </p:cNvPr>
          <p:cNvSpPr txBox="1"/>
          <p:nvPr/>
        </p:nvSpPr>
        <p:spPr>
          <a:xfrm>
            <a:off x="1155759" y="6235114"/>
            <a:ext cx="1845776"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FoundrySterling-Bold" panose="02000700000000000000" pitchFamily="2" charset="0"/>
                <a:ea typeface="+mn-ea"/>
                <a:cs typeface="+mn-cs"/>
              </a:rPr>
              <a:t>3. CODELIST GENERATION</a:t>
            </a:r>
            <a:endPar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4A5BC71C-5304-89B9-B717-040DBBF593C4}"/>
              </a:ext>
            </a:extLst>
          </p:cNvPr>
          <p:cNvSpPr txBox="1"/>
          <p:nvPr/>
        </p:nvSpPr>
        <p:spPr>
          <a:xfrm>
            <a:off x="4142154" y="6268939"/>
            <a:ext cx="1845776"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70C0"/>
                </a:solidFill>
                <a:effectLst/>
                <a:uLnTx/>
                <a:uFillTx/>
                <a:latin typeface="FoundrySterling-Bold" panose="02000700000000000000" pitchFamily="2" charset="0"/>
                <a:ea typeface="+mn-ea"/>
                <a:cs typeface="+mn-cs"/>
              </a:rPr>
              <a:t>4. COHORT GENERATION</a:t>
            </a:r>
            <a:endParaRPr kumimoji="0" lang="en-GB" sz="18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p:sp>
        <p:nvSpPr>
          <p:cNvPr id="15" name="TextBox 13">
            <a:extLst>
              <a:ext uri="{FF2B5EF4-FFF2-40B4-BE49-F238E27FC236}">
                <a16:creationId xmlns:a16="http://schemas.microsoft.com/office/drawing/2014/main" id="{E4B80893-C15A-AEF7-2F92-429CA0A11C25}"/>
              </a:ext>
            </a:extLst>
          </p:cNvPr>
          <p:cNvSpPr txBox="1"/>
          <p:nvPr/>
        </p:nvSpPr>
        <p:spPr>
          <a:xfrm>
            <a:off x="9398235" y="2969358"/>
            <a:ext cx="193040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FoundrySterling-Bold" panose="02000700000000000000" pitchFamily="2" charset="0"/>
                <a:ea typeface="+mn-ea"/>
                <a:cs typeface="+mn-cs"/>
              </a:rPr>
              <a:t>Diagnostics DB</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Rectángulo 3">
            <a:extLst>
              <a:ext uri="{FF2B5EF4-FFF2-40B4-BE49-F238E27FC236}">
                <a16:creationId xmlns:a16="http://schemas.microsoft.com/office/drawing/2014/main" id="{C84EB755-F85E-2D52-3657-141377D35BC7}"/>
              </a:ext>
            </a:extLst>
          </p:cNvPr>
          <p:cNvSpPr/>
          <p:nvPr/>
        </p:nvSpPr>
        <p:spPr>
          <a:xfrm>
            <a:off x="5360193" y="4579144"/>
            <a:ext cx="686339" cy="265948"/>
          </a:xfrm>
          <a:custGeom>
            <a:avLst/>
            <a:gdLst>
              <a:gd name="connsiteX0" fmla="*/ 0 w 687806"/>
              <a:gd name="connsiteY0" fmla="*/ 0 h 270711"/>
              <a:gd name="connsiteX1" fmla="*/ 687806 w 687806"/>
              <a:gd name="connsiteY1" fmla="*/ 0 h 270711"/>
              <a:gd name="connsiteX2" fmla="*/ 687806 w 687806"/>
              <a:gd name="connsiteY2" fmla="*/ 270711 h 270711"/>
              <a:gd name="connsiteX3" fmla="*/ 0 w 687806"/>
              <a:gd name="connsiteY3" fmla="*/ 270711 h 270711"/>
              <a:gd name="connsiteX4" fmla="*/ 0 w 687806"/>
              <a:gd name="connsiteY4" fmla="*/ 0 h 270711"/>
              <a:gd name="connsiteX0" fmla="*/ 16669 w 687806"/>
              <a:gd name="connsiteY0" fmla="*/ 23812 h 270711"/>
              <a:gd name="connsiteX1" fmla="*/ 687806 w 687806"/>
              <a:gd name="connsiteY1" fmla="*/ 0 h 270711"/>
              <a:gd name="connsiteX2" fmla="*/ 687806 w 687806"/>
              <a:gd name="connsiteY2" fmla="*/ 270711 h 270711"/>
              <a:gd name="connsiteX3" fmla="*/ 0 w 687806"/>
              <a:gd name="connsiteY3" fmla="*/ 270711 h 270711"/>
              <a:gd name="connsiteX4" fmla="*/ 16669 w 687806"/>
              <a:gd name="connsiteY4" fmla="*/ 23812 h 270711"/>
              <a:gd name="connsiteX0" fmla="*/ 16669 w 687806"/>
              <a:gd name="connsiteY0" fmla="*/ 0 h 246899"/>
              <a:gd name="connsiteX1" fmla="*/ 611606 w 687806"/>
              <a:gd name="connsiteY1" fmla="*/ 9526 h 246899"/>
              <a:gd name="connsiteX2" fmla="*/ 687806 w 687806"/>
              <a:gd name="connsiteY2" fmla="*/ 246899 h 246899"/>
              <a:gd name="connsiteX3" fmla="*/ 0 w 687806"/>
              <a:gd name="connsiteY3" fmla="*/ 246899 h 246899"/>
              <a:gd name="connsiteX4" fmla="*/ 16669 w 687806"/>
              <a:gd name="connsiteY4" fmla="*/ 0 h 246899"/>
              <a:gd name="connsiteX0" fmla="*/ 16669 w 611606"/>
              <a:gd name="connsiteY0" fmla="*/ 0 h 249280"/>
              <a:gd name="connsiteX1" fmla="*/ 611606 w 611606"/>
              <a:gd name="connsiteY1" fmla="*/ 9526 h 249280"/>
              <a:gd name="connsiteX2" fmla="*/ 523500 w 611606"/>
              <a:gd name="connsiteY2" fmla="*/ 249280 h 249280"/>
              <a:gd name="connsiteX3" fmla="*/ 0 w 611606"/>
              <a:gd name="connsiteY3" fmla="*/ 246899 h 249280"/>
              <a:gd name="connsiteX4" fmla="*/ 16669 w 611606"/>
              <a:gd name="connsiteY4" fmla="*/ 0 h 249280"/>
              <a:gd name="connsiteX0" fmla="*/ 0 w 594937"/>
              <a:gd name="connsiteY0" fmla="*/ 0 h 249280"/>
              <a:gd name="connsiteX1" fmla="*/ 594937 w 594937"/>
              <a:gd name="connsiteY1" fmla="*/ 9526 h 249280"/>
              <a:gd name="connsiteX2" fmla="*/ 506831 w 594937"/>
              <a:gd name="connsiteY2" fmla="*/ 249280 h 249280"/>
              <a:gd name="connsiteX3" fmla="*/ 69056 w 594937"/>
              <a:gd name="connsiteY3" fmla="*/ 239755 h 249280"/>
              <a:gd name="connsiteX4" fmla="*/ 0 w 594937"/>
              <a:gd name="connsiteY4" fmla="*/ 0 h 249280"/>
              <a:gd name="connsiteX0" fmla="*/ 0 w 566362"/>
              <a:gd name="connsiteY0" fmla="*/ 0 h 282617"/>
              <a:gd name="connsiteX1" fmla="*/ 566362 w 566362"/>
              <a:gd name="connsiteY1" fmla="*/ 42863 h 282617"/>
              <a:gd name="connsiteX2" fmla="*/ 478256 w 566362"/>
              <a:gd name="connsiteY2" fmla="*/ 282617 h 282617"/>
              <a:gd name="connsiteX3" fmla="*/ 40481 w 566362"/>
              <a:gd name="connsiteY3" fmla="*/ 273092 h 282617"/>
              <a:gd name="connsiteX4" fmla="*/ 0 w 566362"/>
              <a:gd name="connsiteY4" fmla="*/ 0 h 282617"/>
              <a:gd name="connsiteX0" fmla="*/ 0 w 525881"/>
              <a:gd name="connsiteY0" fmla="*/ 0 h 282617"/>
              <a:gd name="connsiteX1" fmla="*/ 525881 w 525881"/>
              <a:gd name="connsiteY1" fmla="*/ 7144 h 282617"/>
              <a:gd name="connsiteX2" fmla="*/ 478256 w 525881"/>
              <a:gd name="connsiteY2" fmla="*/ 282617 h 282617"/>
              <a:gd name="connsiteX3" fmla="*/ 40481 w 525881"/>
              <a:gd name="connsiteY3" fmla="*/ 273092 h 282617"/>
              <a:gd name="connsiteX4" fmla="*/ 0 w 525881"/>
              <a:gd name="connsiteY4" fmla="*/ 0 h 282617"/>
              <a:gd name="connsiteX0" fmla="*/ 0 w 593094"/>
              <a:gd name="connsiteY0" fmla="*/ 0 h 282617"/>
              <a:gd name="connsiteX1" fmla="*/ 525881 w 593094"/>
              <a:gd name="connsiteY1" fmla="*/ 7144 h 282617"/>
              <a:gd name="connsiteX2" fmla="*/ 592556 w 593094"/>
              <a:gd name="connsiteY2" fmla="*/ 152400 h 282617"/>
              <a:gd name="connsiteX3" fmla="*/ 478256 w 593094"/>
              <a:gd name="connsiteY3" fmla="*/ 282617 h 282617"/>
              <a:gd name="connsiteX4" fmla="*/ 40481 w 593094"/>
              <a:gd name="connsiteY4" fmla="*/ 273092 h 282617"/>
              <a:gd name="connsiteX5" fmla="*/ 0 w 593094"/>
              <a:gd name="connsiteY5" fmla="*/ 0 h 282617"/>
              <a:gd name="connsiteX0" fmla="*/ 109914 w 703008"/>
              <a:gd name="connsiteY0" fmla="*/ 0 h 282617"/>
              <a:gd name="connsiteX1" fmla="*/ 635795 w 703008"/>
              <a:gd name="connsiteY1" fmla="*/ 7144 h 282617"/>
              <a:gd name="connsiteX2" fmla="*/ 702470 w 703008"/>
              <a:gd name="connsiteY2" fmla="*/ 152400 h 282617"/>
              <a:gd name="connsiteX3" fmla="*/ 588170 w 703008"/>
              <a:gd name="connsiteY3" fmla="*/ 282617 h 282617"/>
              <a:gd name="connsiteX4" fmla="*/ 150395 w 703008"/>
              <a:gd name="connsiteY4" fmla="*/ 273092 h 282617"/>
              <a:gd name="connsiteX5" fmla="*/ 0 w 703008"/>
              <a:gd name="connsiteY5" fmla="*/ 135731 h 282617"/>
              <a:gd name="connsiteX6" fmla="*/ 109914 w 703008"/>
              <a:gd name="connsiteY6" fmla="*/ 0 h 282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3008" h="282617">
                <a:moveTo>
                  <a:pt x="109914" y="0"/>
                </a:moveTo>
                <a:lnTo>
                  <a:pt x="635795" y="7144"/>
                </a:lnTo>
                <a:cubicBezTo>
                  <a:pt x="627857" y="55563"/>
                  <a:pt x="710408" y="103981"/>
                  <a:pt x="702470" y="152400"/>
                </a:cubicBezTo>
                <a:lnTo>
                  <a:pt x="588170" y="282617"/>
                </a:lnTo>
                <a:lnTo>
                  <a:pt x="150395" y="273092"/>
                </a:lnTo>
                <a:cubicBezTo>
                  <a:pt x="142332" y="229686"/>
                  <a:pt x="8063" y="179137"/>
                  <a:pt x="0" y="135731"/>
                </a:cubicBezTo>
                <a:lnTo>
                  <a:pt x="109914"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dirty="0">
                <a:ln>
                  <a:noFill/>
                </a:ln>
                <a:solidFill>
                  <a:prstClr val="black"/>
                </a:solidFill>
                <a:effectLst/>
                <a:uLnTx/>
                <a:uFillTx/>
                <a:latin typeface="Calibri" panose="020F0502020204030204"/>
                <a:ea typeface="+mn-ea"/>
                <a:cs typeface="+mn-cs"/>
              </a:rPr>
              <a:t>Risk of</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dirty="0">
                <a:ln>
                  <a:noFill/>
                </a:ln>
                <a:solidFill>
                  <a:prstClr val="black"/>
                </a:solidFill>
                <a:effectLst/>
                <a:uLnTx/>
                <a:uFillTx/>
                <a:latin typeface="Calibri" panose="020F0502020204030204"/>
                <a:ea typeface="+mn-ea"/>
                <a:cs typeface="+mn-cs"/>
              </a:rPr>
              <a:t>misclassification</a:t>
            </a:r>
          </a:p>
        </p:txBody>
      </p:sp>
    </p:spTree>
    <p:extLst>
      <p:ext uri="{BB962C8B-B14F-4D97-AF65-F5344CB8AC3E}">
        <p14:creationId xmlns:p14="http://schemas.microsoft.com/office/powerpoint/2010/main" val="41696024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5818D-C23F-0E2F-9C2B-C2DF4A18C591}"/>
              </a:ext>
            </a:extLst>
          </p:cNvPr>
          <p:cNvSpPr>
            <a:spLocks noGrp="1"/>
          </p:cNvSpPr>
          <p:nvPr>
            <p:ph type="title"/>
          </p:nvPr>
        </p:nvSpPr>
        <p:spPr/>
        <p:txBody>
          <a:bodyPr/>
          <a:lstStyle/>
          <a:p>
            <a:r>
              <a:rPr lang="en-GB" dirty="0">
                <a:latin typeface="FoundrySterling-Bold" panose="02000700000000000000" pitchFamily="2" charset="0"/>
              </a:rPr>
              <a:t>1. Proposal</a:t>
            </a:r>
          </a:p>
        </p:txBody>
      </p:sp>
      <p:sp>
        <p:nvSpPr>
          <p:cNvPr id="3" name="Content Placeholder 2">
            <a:extLst>
              <a:ext uri="{FF2B5EF4-FFF2-40B4-BE49-F238E27FC236}">
                <a16:creationId xmlns:a16="http://schemas.microsoft.com/office/drawing/2014/main" id="{1501D05F-00EC-0F13-A18D-324EEF645277}"/>
              </a:ext>
            </a:extLst>
          </p:cNvPr>
          <p:cNvSpPr>
            <a:spLocks noGrp="1"/>
          </p:cNvSpPr>
          <p:nvPr>
            <p:ph idx="1"/>
          </p:nvPr>
        </p:nvSpPr>
        <p:spPr/>
        <p:txBody>
          <a:bodyPr/>
          <a:lstStyle/>
          <a:p>
            <a:pPr marL="0" indent="0">
              <a:buNone/>
            </a:pPr>
            <a:r>
              <a:rPr lang="en-GB" b="1" dirty="0">
                <a:latin typeface="FoundrySterling-BookOSF" panose="02000503000000020004" pitchFamily="2" charset="0"/>
              </a:rPr>
              <a:t>Phenotype proposal form </a:t>
            </a:r>
          </a:p>
          <a:p>
            <a:pPr marL="0" indent="0">
              <a:buNone/>
            </a:pPr>
            <a:r>
              <a:rPr lang="en-GB" b="1" dirty="0">
                <a:latin typeface="FoundrySterling-BookOSF" panose="02000503000000020004" pitchFamily="2" charset="0"/>
              </a:rPr>
              <a:t>	</a:t>
            </a:r>
            <a:r>
              <a:rPr lang="en-GB" dirty="0">
                <a:latin typeface="FoundrySterling-BookOSF" panose="02000503000000020004" pitchFamily="2" charset="0"/>
              </a:rPr>
              <a:t>– Who asks? What is it for?</a:t>
            </a:r>
          </a:p>
          <a:p>
            <a:pPr marL="0" indent="0">
              <a:buNone/>
            </a:pPr>
            <a:endParaRPr lang="en-GB" dirty="0">
              <a:latin typeface="FoundrySterling-BookOSF" panose="02000503000000020004" pitchFamily="2" charset="0"/>
            </a:endParaRPr>
          </a:p>
          <a:p>
            <a:pPr marL="0" indent="0">
              <a:buNone/>
            </a:pPr>
            <a:r>
              <a:rPr lang="en-GB" u="sng" dirty="0">
                <a:latin typeface="FoundrySterling-BookOSF" panose="02000503000000020004" pitchFamily="2" charset="0"/>
              </a:rPr>
              <a:t>Evaluate</a:t>
            </a:r>
            <a:r>
              <a:rPr lang="en-GB" dirty="0">
                <a:latin typeface="FoundrySterling-BookOSF" panose="02000503000000020004" pitchFamily="2" charset="0"/>
              </a:rPr>
              <a:t>:</a:t>
            </a:r>
          </a:p>
          <a:p>
            <a:pPr marL="0" indent="0">
              <a:buNone/>
            </a:pPr>
            <a:r>
              <a:rPr lang="en-GB" dirty="0">
                <a:latin typeface="FoundrySterling-BookOSF" panose="02000503000000020004" pitchFamily="2" charset="0"/>
              </a:rPr>
              <a:t>	- </a:t>
            </a:r>
            <a:r>
              <a:rPr lang="en-GB" b="1" dirty="0">
                <a:latin typeface="FoundrySterling-BookOSF" panose="02000503000000020004" pitchFamily="2" charset="0"/>
              </a:rPr>
              <a:t>Feasibility</a:t>
            </a:r>
            <a:r>
              <a:rPr lang="en-GB" dirty="0">
                <a:latin typeface="FoundrySterling-BookOSF" panose="02000503000000020004" pitchFamily="2" charset="0"/>
              </a:rPr>
              <a:t> – If non-feasible – STOP + reason</a:t>
            </a:r>
          </a:p>
          <a:p>
            <a:pPr marL="0" indent="0">
              <a:buNone/>
            </a:pPr>
            <a:r>
              <a:rPr lang="en-GB" dirty="0">
                <a:latin typeface="FoundrySterling-BookOSF" panose="02000503000000020004" pitchFamily="2" charset="0"/>
              </a:rPr>
              <a:t>			- Different than study feasibility (but related)</a:t>
            </a:r>
          </a:p>
          <a:p>
            <a:pPr marL="0" indent="0">
              <a:buNone/>
            </a:pPr>
            <a:r>
              <a:rPr lang="en-GB" dirty="0">
                <a:latin typeface="FoundrySterling-BookOSF" panose="02000503000000020004" pitchFamily="2" charset="0"/>
              </a:rPr>
              <a:t>	- </a:t>
            </a:r>
            <a:r>
              <a:rPr lang="en-GB" b="1" dirty="0">
                <a:latin typeface="FoundrySterling-BookOSF" panose="02000503000000020004" pitchFamily="2" charset="0"/>
              </a:rPr>
              <a:t>Need for clinical description </a:t>
            </a:r>
          </a:p>
          <a:p>
            <a:pPr marL="0" indent="0">
              <a:buNone/>
            </a:pPr>
            <a:r>
              <a:rPr lang="en-GB" b="1" dirty="0">
                <a:latin typeface="FoundrySterling-BookOSF" panose="02000503000000020004" pitchFamily="2" charset="0"/>
              </a:rPr>
              <a:t>			</a:t>
            </a:r>
            <a:r>
              <a:rPr lang="en-GB" dirty="0">
                <a:latin typeface="FoundrySterling-BookOSF" panose="02000503000000020004" pitchFamily="2" charset="0"/>
              </a:rPr>
              <a:t>- If yes, </a:t>
            </a:r>
            <a:r>
              <a:rPr lang="en-GB" b="1" dirty="0">
                <a:latin typeface="FoundrySterling-BookOSF" panose="02000503000000020004" pitchFamily="2" charset="0"/>
              </a:rPr>
              <a:t>clinical description form</a:t>
            </a:r>
          </a:p>
        </p:txBody>
      </p:sp>
      <p:pic>
        <p:nvPicPr>
          <p:cNvPr id="4" name="Picture 8" descr="Diagram&#10;&#10;Description automatically generated with medium confidence">
            <a:extLst>
              <a:ext uri="{FF2B5EF4-FFF2-40B4-BE49-F238E27FC236}">
                <a16:creationId xmlns:a16="http://schemas.microsoft.com/office/drawing/2014/main" id="{DACC20BD-ABEA-85A1-382C-FC542DBBE168}"/>
              </a:ext>
            </a:extLst>
          </p:cNvPr>
          <p:cNvPicPr>
            <a:picLocks noChangeAspect="1"/>
          </p:cNvPicPr>
          <p:nvPr/>
        </p:nvPicPr>
        <p:blipFill rotWithShape="1">
          <a:blip r:embed="rId2">
            <a:extLst>
              <a:ext uri="{28A0092B-C50C-407E-A947-70E740481C1C}">
                <a14:useLocalDpi xmlns:a14="http://schemas.microsoft.com/office/drawing/2010/main" val="0"/>
              </a:ext>
            </a:extLst>
          </a:blip>
          <a:srcRect r="36508" b="73301"/>
          <a:stretch/>
        </p:blipFill>
        <p:spPr>
          <a:xfrm>
            <a:off x="6675782" y="285061"/>
            <a:ext cx="4953001" cy="1540564"/>
          </a:xfrm>
          <a:prstGeom prst="rect">
            <a:avLst/>
          </a:prstGeom>
        </p:spPr>
      </p:pic>
      <p:sp>
        <p:nvSpPr>
          <p:cNvPr id="6" name="Footer Placeholder 4">
            <a:extLst>
              <a:ext uri="{FF2B5EF4-FFF2-40B4-BE49-F238E27FC236}">
                <a16:creationId xmlns:a16="http://schemas.microsoft.com/office/drawing/2014/main" id="{A96444A5-31CD-AF77-3798-6A426CDF5986}"/>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7" name="Slide Number Placeholder 5">
            <a:extLst>
              <a:ext uri="{FF2B5EF4-FFF2-40B4-BE49-F238E27FC236}">
                <a16:creationId xmlns:a16="http://schemas.microsoft.com/office/drawing/2014/main" id="{237F93ED-1E21-F42A-F9B5-433A509E85E8}"/>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093991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9769C5B-9BE4-C6C1-D807-497387A6F992}"/>
              </a:ext>
            </a:extLst>
          </p:cNvPr>
          <p:cNvSpPr>
            <a:spLocks noGrp="1"/>
          </p:cNvSpPr>
          <p:nvPr>
            <p:ph type="title"/>
          </p:nvPr>
        </p:nvSpPr>
        <p:spPr/>
        <p:txBody>
          <a:bodyPr>
            <a:normAutofit/>
          </a:bodyPr>
          <a:lstStyle/>
          <a:p>
            <a:r>
              <a:rPr lang="en-GB" sz="3600" dirty="0">
                <a:latin typeface="FoundrySterling-Bold" panose="02000700000000000000" pitchFamily="2" charset="0"/>
              </a:rPr>
              <a:t>Clinical Description</a:t>
            </a:r>
          </a:p>
        </p:txBody>
      </p:sp>
      <p:sp>
        <p:nvSpPr>
          <p:cNvPr id="6" name="TextBox 5">
            <a:extLst>
              <a:ext uri="{FF2B5EF4-FFF2-40B4-BE49-F238E27FC236}">
                <a16:creationId xmlns:a16="http://schemas.microsoft.com/office/drawing/2014/main" id="{26F90181-7456-4F54-DF23-1854D9CD25A8}"/>
              </a:ext>
            </a:extLst>
          </p:cNvPr>
          <p:cNvSpPr txBox="1"/>
          <p:nvPr/>
        </p:nvSpPr>
        <p:spPr>
          <a:xfrm>
            <a:off x="838200" y="1493993"/>
            <a:ext cx="6096000" cy="4467057"/>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2400" b="1" i="0" u="none" strike="noStrike" kern="1200" cap="none" spc="0" normalizeH="0" baseline="0" noProof="0" dirty="0">
                <a:ln>
                  <a:noFill/>
                </a:ln>
                <a:solidFill>
                  <a:prstClr val="black"/>
                </a:solidFill>
                <a:effectLst/>
                <a:uLnTx/>
                <a:uFillTx/>
                <a:latin typeface="Calibri" panose="020F0502020204030204"/>
                <a:ea typeface="+mn-ea"/>
                <a:cs typeface="+mn-cs"/>
              </a:rPr>
              <a:t>Overview</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2400" b="1" i="0" u="none" strike="noStrike" kern="1200" cap="none" spc="0" normalizeH="0" baseline="0" noProof="0" dirty="0">
                <a:ln>
                  <a:noFill/>
                </a:ln>
                <a:solidFill>
                  <a:prstClr val="black"/>
                </a:solidFill>
                <a:effectLst/>
                <a:uLnTx/>
                <a:uFillTx/>
                <a:latin typeface="Calibri" panose="020F0502020204030204"/>
                <a:ea typeface="+mn-ea"/>
                <a:cs typeface="+mn-cs"/>
              </a:rPr>
              <a:t>Presentation</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2400" b="1" i="0" u="none" strike="noStrike" kern="1200" cap="none" spc="0" normalizeH="0" baseline="0" noProof="0" dirty="0">
                <a:ln>
                  <a:noFill/>
                </a:ln>
                <a:solidFill>
                  <a:prstClr val="black"/>
                </a:solidFill>
                <a:effectLst/>
                <a:uLnTx/>
                <a:uFillTx/>
                <a:latin typeface="Calibri" panose="020F0502020204030204"/>
                <a:ea typeface="+mn-ea"/>
                <a:cs typeface="+mn-cs"/>
              </a:rPr>
              <a:t>Assessment</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2400" b="1" i="0" u="none" strike="noStrike" kern="1200" cap="none" spc="0" normalizeH="0" baseline="0" noProof="0" dirty="0">
                <a:ln>
                  <a:noFill/>
                </a:ln>
                <a:solidFill>
                  <a:prstClr val="black"/>
                </a:solidFill>
                <a:effectLst/>
                <a:uLnTx/>
                <a:uFillTx/>
                <a:latin typeface="Calibri" panose="020F0502020204030204"/>
                <a:ea typeface="+mn-ea"/>
                <a:cs typeface="+mn-cs"/>
              </a:rPr>
              <a:t>Epidemiology</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2400" b="1" i="0" u="none" strike="noStrike" kern="1200" cap="none" spc="0" normalizeH="0" baseline="0" noProof="0" dirty="0">
                <a:ln>
                  <a:noFill/>
                </a:ln>
                <a:solidFill>
                  <a:prstClr val="black"/>
                </a:solidFill>
                <a:effectLst/>
                <a:uLnTx/>
                <a:uFillTx/>
                <a:latin typeface="Calibri" panose="020F0502020204030204"/>
                <a:ea typeface="+mn-ea"/>
                <a:cs typeface="+mn-cs"/>
              </a:rPr>
              <a:t>Management/Plan</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2400" b="1" i="0" u="none" strike="noStrike" kern="1200" cap="none" spc="0" normalizeH="0" baseline="0" noProof="0" dirty="0">
                <a:ln>
                  <a:noFill/>
                </a:ln>
                <a:solidFill>
                  <a:prstClr val="black"/>
                </a:solidFill>
                <a:effectLst/>
                <a:uLnTx/>
                <a:uFillTx/>
                <a:latin typeface="Calibri" panose="020F0502020204030204"/>
                <a:ea typeface="+mn-ea"/>
                <a:cs typeface="+mn-cs"/>
              </a:rPr>
              <a:t>Prognosis</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2400" b="1" i="0" u="none" strike="noStrike" kern="1200" cap="none" spc="0" normalizeH="0" baseline="0" noProof="0" dirty="0">
                <a:ln>
                  <a:noFill/>
                </a:ln>
                <a:solidFill>
                  <a:prstClr val="black"/>
                </a:solidFill>
                <a:effectLst/>
                <a:uLnTx/>
                <a:uFillTx/>
                <a:latin typeface="Calibri" panose="020F0502020204030204"/>
                <a:ea typeface="+mn-ea"/>
                <a:cs typeface="+mn-cs"/>
              </a:rPr>
              <a:t>Disqualifiers (or </a:t>
            </a:r>
            <a:r>
              <a:rPr kumimoji="0" lang="en-GB" sz="2400" b="1" i="0" u="none" strike="noStrike" kern="1200" cap="none" spc="0" normalizeH="0" baseline="0" noProof="0" dirty="0" err="1">
                <a:ln>
                  <a:noFill/>
                </a:ln>
                <a:solidFill>
                  <a:prstClr val="black"/>
                </a:solidFill>
                <a:effectLst/>
                <a:uLnTx/>
                <a:uFillTx/>
                <a:latin typeface="Calibri" panose="020F0502020204030204"/>
                <a:ea typeface="+mn-ea"/>
                <a:cs typeface="+mn-cs"/>
              </a:rPr>
              <a:t>differentiall</a:t>
            </a:r>
            <a:r>
              <a:rPr kumimoji="0" lang="en-GB" sz="2400" b="1" i="0" u="none" strike="noStrike" kern="1200" cap="none" spc="0" normalizeH="0" baseline="0" noProof="0" dirty="0">
                <a:ln>
                  <a:noFill/>
                </a:ln>
                <a:solidFill>
                  <a:prstClr val="black"/>
                </a:solidFill>
                <a:effectLst/>
                <a:uLnTx/>
                <a:uFillTx/>
                <a:latin typeface="Calibri" panose="020F0502020204030204"/>
                <a:ea typeface="+mn-ea"/>
                <a:cs typeface="+mn-cs"/>
              </a:rPr>
              <a:t> diagnoses)</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2400" b="1" i="0" u="none" strike="noStrike" kern="1200" cap="none" spc="0" normalizeH="0" baseline="0" noProof="0" dirty="0">
                <a:ln>
                  <a:noFill/>
                </a:ln>
                <a:solidFill>
                  <a:prstClr val="black"/>
                </a:solidFill>
                <a:effectLst/>
                <a:uLnTx/>
                <a:uFillTx/>
                <a:latin typeface="Calibri" panose="020F0502020204030204"/>
                <a:ea typeface="+mn-ea"/>
                <a:cs typeface="+mn-cs"/>
              </a:rPr>
              <a:t>Strengtheners (or pathognomonic signs)</a:t>
            </a:r>
          </a:p>
        </p:txBody>
      </p:sp>
      <p:sp>
        <p:nvSpPr>
          <p:cNvPr id="5" name="Footer Placeholder 4">
            <a:extLst>
              <a:ext uri="{FF2B5EF4-FFF2-40B4-BE49-F238E27FC236}">
                <a16:creationId xmlns:a16="http://schemas.microsoft.com/office/drawing/2014/main" id="{6CDAF3A5-9F12-7F29-6538-5FDEBFF9C2BB}"/>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7" name="Slide Number Placeholder 5">
            <a:extLst>
              <a:ext uri="{FF2B5EF4-FFF2-40B4-BE49-F238E27FC236}">
                <a16:creationId xmlns:a16="http://schemas.microsoft.com/office/drawing/2014/main" id="{F97EB2C1-4C8B-E2C7-BF33-00D6234EE4E1}"/>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81700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06968-2877-8454-31CE-BC6095957F39}"/>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EBC09BF0-43FB-BB96-FDFE-D5CAD2767C74}"/>
              </a:ext>
            </a:extLst>
          </p:cNvPr>
          <p:cNvSpPr>
            <a:spLocks noGrp="1"/>
          </p:cNvSpPr>
          <p:nvPr>
            <p:ph type="title"/>
          </p:nvPr>
        </p:nvSpPr>
        <p:spPr/>
        <p:txBody>
          <a:bodyPr>
            <a:normAutofit/>
          </a:bodyPr>
          <a:lstStyle/>
          <a:p>
            <a:r>
              <a:rPr lang="en-GB" sz="3600" dirty="0">
                <a:latin typeface="FoundrySterling-Bold" panose="02000700000000000000" pitchFamily="2" charset="0"/>
              </a:rPr>
              <a:t>Phenotyping plan</a:t>
            </a:r>
          </a:p>
        </p:txBody>
      </p:sp>
      <p:sp>
        <p:nvSpPr>
          <p:cNvPr id="6" name="TextBox 5">
            <a:extLst>
              <a:ext uri="{FF2B5EF4-FFF2-40B4-BE49-F238E27FC236}">
                <a16:creationId xmlns:a16="http://schemas.microsoft.com/office/drawing/2014/main" id="{016D3957-F181-A046-9B15-27C59B1D7EB7}"/>
              </a:ext>
            </a:extLst>
          </p:cNvPr>
          <p:cNvSpPr txBox="1"/>
          <p:nvPr/>
        </p:nvSpPr>
        <p:spPr>
          <a:xfrm>
            <a:off x="478428" y="1675348"/>
            <a:ext cx="9839464" cy="3785652"/>
          </a:xfrm>
          <a:prstGeom prst="rect">
            <a:avLst/>
          </a:prstGeom>
          <a:noFill/>
        </p:spPr>
        <p:txBody>
          <a:bodyPr wrap="square">
            <a:spAutoFit/>
          </a:bodyPr>
          <a:lstStyle/>
          <a:p>
            <a:r>
              <a:rPr lang="en-GB" sz="2400" b="1" dirty="0"/>
              <a:t>Resultant Proposed Logic</a:t>
            </a:r>
            <a:endParaRPr lang="en-GB" sz="2400" dirty="0"/>
          </a:p>
          <a:p>
            <a:r>
              <a:rPr lang="en-GB" sz="2400" dirty="0"/>
              <a:t>Do we need 1 or more concept sets? Any temporal logic needed?</a:t>
            </a:r>
          </a:p>
          <a:p>
            <a:endParaRPr lang="en-GB" sz="2400" dirty="0"/>
          </a:p>
          <a:p>
            <a:r>
              <a:rPr lang="en-GB" sz="2400" b="1" dirty="0"/>
              <a:t>Proposed Flavours</a:t>
            </a:r>
            <a:endParaRPr lang="en-GB" sz="2400" dirty="0"/>
          </a:p>
          <a:p>
            <a:r>
              <a:rPr lang="en-GB" sz="2400" dirty="0"/>
              <a:t>How many variants or flavours of this phenotype do we need?</a:t>
            </a:r>
          </a:p>
          <a:p>
            <a:endParaRPr lang="en-GB" sz="2400" dirty="0"/>
          </a:p>
          <a:p>
            <a:r>
              <a:rPr lang="en-GB" sz="2400" b="1" dirty="0"/>
              <a:t>Proposed Search strategy</a:t>
            </a:r>
            <a:endParaRPr lang="en-GB" sz="2400" dirty="0"/>
          </a:p>
          <a:p>
            <a:r>
              <a:rPr lang="en-GB" sz="2400" dirty="0"/>
              <a:t>List all proposed concept sets and the proposed keywords that will be used for the search strategy. Also add domains to be searched in, and exclusions if known.</a:t>
            </a:r>
          </a:p>
        </p:txBody>
      </p:sp>
      <p:sp>
        <p:nvSpPr>
          <p:cNvPr id="5" name="Footer Placeholder 4">
            <a:extLst>
              <a:ext uri="{FF2B5EF4-FFF2-40B4-BE49-F238E27FC236}">
                <a16:creationId xmlns:a16="http://schemas.microsoft.com/office/drawing/2014/main" id="{8832776D-1369-5457-2713-ED31A63F3DAB}"/>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7" name="Slide Number Placeholder 5">
            <a:extLst>
              <a:ext uri="{FF2B5EF4-FFF2-40B4-BE49-F238E27FC236}">
                <a16:creationId xmlns:a16="http://schemas.microsoft.com/office/drawing/2014/main" id="{09718EBC-306E-60E4-1B32-D906566342E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4142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5818D-C23F-0E2F-9C2B-C2DF4A18C591}"/>
              </a:ext>
            </a:extLst>
          </p:cNvPr>
          <p:cNvSpPr>
            <a:spLocks noGrp="1"/>
          </p:cNvSpPr>
          <p:nvPr>
            <p:ph type="title"/>
          </p:nvPr>
        </p:nvSpPr>
        <p:spPr/>
        <p:txBody>
          <a:bodyPr>
            <a:normAutofit/>
          </a:bodyPr>
          <a:lstStyle/>
          <a:p>
            <a:r>
              <a:rPr lang="en-GB" sz="3600" dirty="0">
                <a:latin typeface="FoundrySterling-Bold" panose="02000700000000000000" pitchFamily="2" charset="0"/>
              </a:rPr>
              <a:t>2. Does a suitable cohort exist?</a:t>
            </a:r>
          </a:p>
        </p:txBody>
      </p:sp>
      <p:sp>
        <p:nvSpPr>
          <p:cNvPr id="3" name="Content Placeholder 2">
            <a:extLst>
              <a:ext uri="{FF2B5EF4-FFF2-40B4-BE49-F238E27FC236}">
                <a16:creationId xmlns:a16="http://schemas.microsoft.com/office/drawing/2014/main" id="{1501D05F-00EC-0F13-A18D-324EEF645277}"/>
              </a:ext>
            </a:extLst>
          </p:cNvPr>
          <p:cNvSpPr>
            <a:spLocks noGrp="1"/>
          </p:cNvSpPr>
          <p:nvPr>
            <p:ph idx="1"/>
          </p:nvPr>
        </p:nvSpPr>
        <p:spPr/>
        <p:txBody>
          <a:bodyPr>
            <a:normAutofit fontScale="92500" lnSpcReduction="20000"/>
          </a:bodyPr>
          <a:lstStyle/>
          <a:p>
            <a:pPr marL="0" indent="0">
              <a:buNone/>
            </a:pPr>
            <a:r>
              <a:rPr lang="en-GB" b="1" dirty="0">
                <a:latin typeface="FoundrySterling-BookOSF" panose="02000503000000020004" pitchFamily="2" charset="0"/>
              </a:rPr>
              <a:t>2.1 Does a cohort exist?</a:t>
            </a:r>
          </a:p>
          <a:p>
            <a:pPr marL="0" indent="0">
              <a:buNone/>
            </a:pPr>
            <a:r>
              <a:rPr lang="en-GB" b="1" dirty="0">
                <a:latin typeface="FoundrySterling-BookOSF" panose="02000503000000020004" pitchFamily="2" charset="0"/>
              </a:rPr>
              <a:t>	NO – move to 2.2</a:t>
            </a:r>
          </a:p>
          <a:p>
            <a:pPr marL="0" indent="0">
              <a:buNone/>
            </a:pPr>
            <a:r>
              <a:rPr lang="en-GB" b="1" dirty="0">
                <a:latin typeface="FoundrySterling-BookOSF" panose="02000503000000020004" pitchFamily="2" charset="0"/>
              </a:rPr>
              <a:t>	YES – Suitability and Risk assessment forms</a:t>
            </a:r>
          </a:p>
          <a:p>
            <a:pPr marL="0" indent="0">
              <a:buNone/>
            </a:pPr>
            <a:r>
              <a:rPr lang="en-GB" b="1" dirty="0">
                <a:latin typeface="FoundrySterling-BookOSF" panose="02000503000000020004" pitchFamily="2" charset="0"/>
              </a:rPr>
              <a:t>		- Suitable/low risk - Ready cohort</a:t>
            </a:r>
          </a:p>
          <a:p>
            <a:pPr marL="0" indent="0">
              <a:buNone/>
            </a:pPr>
            <a:r>
              <a:rPr lang="en-GB" b="1" dirty="0">
                <a:latin typeface="FoundrySterling-BookOSF" panose="02000503000000020004" pitchFamily="2" charset="0"/>
              </a:rPr>
              <a:t>		-  Suitable/Mid risk – move to 4. cohort refinement and 						evaluation</a:t>
            </a:r>
          </a:p>
          <a:p>
            <a:pPr marL="0" indent="0">
              <a:buNone/>
            </a:pPr>
            <a:r>
              <a:rPr lang="en-GB" b="1" dirty="0">
                <a:latin typeface="FoundrySterling-BookOSF" panose="02000503000000020004" pitchFamily="2" charset="0"/>
              </a:rPr>
              <a:t>		- Non Suitable/High risk –  document in cohort &amp; move to 							2.2</a:t>
            </a:r>
          </a:p>
          <a:p>
            <a:pPr marL="0" indent="0">
              <a:buNone/>
            </a:pPr>
            <a:r>
              <a:rPr lang="en-GB" b="1" dirty="0">
                <a:latin typeface="FoundrySterling-BookOSF" panose="02000503000000020004" pitchFamily="2" charset="0"/>
              </a:rPr>
              <a:t>2.2 Does a code list exist?</a:t>
            </a:r>
          </a:p>
          <a:p>
            <a:pPr marL="0" indent="0">
              <a:buNone/>
            </a:pPr>
            <a:r>
              <a:rPr lang="en-GB" b="1" dirty="0">
                <a:latin typeface="FoundrySterling-BookOSF" panose="02000503000000020004" pitchFamily="2" charset="0"/>
              </a:rPr>
              <a:t>	</a:t>
            </a:r>
            <a:r>
              <a:rPr lang="en-GB" dirty="0">
                <a:latin typeface="FoundrySterling-BookOSF" panose="02000503000000020004" pitchFamily="2" charset="0"/>
              </a:rPr>
              <a:t>YES –  Move to 3.3 Cohort generation</a:t>
            </a:r>
          </a:p>
          <a:p>
            <a:pPr marL="0" indent="0">
              <a:buNone/>
            </a:pPr>
            <a:r>
              <a:rPr lang="en-GB" b="1" dirty="0">
                <a:latin typeface="FoundrySterling-BookOSF" panose="02000503000000020004" pitchFamily="2" charset="0"/>
              </a:rPr>
              <a:t>	</a:t>
            </a:r>
            <a:r>
              <a:rPr lang="en-GB" dirty="0">
                <a:latin typeface="FoundrySterling-BookOSF" panose="02000503000000020004" pitchFamily="2" charset="0"/>
              </a:rPr>
              <a:t>NO –  Move to 3. New phenotype generation process</a:t>
            </a:r>
          </a:p>
          <a:p>
            <a:pPr marL="0" indent="0">
              <a:buNone/>
            </a:pPr>
            <a:endParaRPr lang="en-GB" dirty="0">
              <a:latin typeface="FoundrySterling-BookOSF" panose="02000503000000020004" pitchFamily="2" charset="0"/>
            </a:endParaRPr>
          </a:p>
        </p:txBody>
      </p:sp>
      <p:pic>
        <p:nvPicPr>
          <p:cNvPr id="4" name="Picture 8" descr="Diagram&#10;&#10;Description automatically generated with medium confidence">
            <a:extLst>
              <a:ext uri="{FF2B5EF4-FFF2-40B4-BE49-F238E27FC236}">
                <a16:creationId xmlns:a16="http://schemas.microsoft.com/office/drawing/2014/main" id="{34BD18DC-0319-4867-F32B-8777A251E074}"/>
              </a:ext>
            </a:extLst>
          </p:cNvPr>
          <p:cNvPicPr>
            <a:picLocks noChangeAspect="1"/>
          </p:cNvPicPr>
          <p:nvPr/>
        </p:nvPicPr>
        <p:blipFill rotWithShape="1">
          <a:blip r:embed="rId2">
            <a:extLst>
              <a:ext uri="{28A0092B-C50C-407E-A947-70E740481C1C}">
                <a14:useLocalDpi xmlns:a14="http://schemas.microsoft.com/office/drawing/2010/main" val="0"/>
              </a:ext>
            </a:extLst>
          </a:blip>
          <a:srcRect t="27388" r="33411" b="15883"/>
          <a:stretch/>
        </p:blipFill>
        <p:spPr>
          <a:xfrm>
            <a:off x="8275983" y="-17253"/>
            <a:ext cx="3836506" cy="2417498"/>
          </a:xfrm>
          <a:prstGeom prst="rect">
            <a:avLst/>
          </a:prstGeom>
        </p:spPr>
      </p:pic>
      <p:sp>
        <p:nvSpPr>
          <p:cNvPr id="5" name="Rectángulo 3">
            <a:extLst>
              <a:ext uri="{FF2B5EF4-FFF2-40B4-BE49-F238E27FC236}">
                <a16:creationId xmlns:a16="http://schemas.microsoft.com/office/drawing/2014/main" id="{AEBB2FFC-D93A-5438-5717-08C0C106EF12}"/>
              </a:ext>
            </a:extLst>
          </p:cNvPr>
          <p:cNvSpPr/>
          <p:nvPr/>
        </p:nvSpPr>
        <p:spPr>
          <a:xfrm>
            <a:off x="11493500" y="1575990"/>
            <a:ext cx="568189" cy="220166"/>
          </a:xfrm>
          <a:custGeom>
            <a:avLst/>
            <a:gdLst>
              <a:gd name="connsiteX0" fmla="*/ 0 w 687806"/>
              <a:gd name="connsiteY0" fmla="*/ 0 h 270711"/>
              <a:gd name="connsiteX1" fmla="*/ 687806 w 687806"/>
              <a:gd name="connsiteY1" fmla="*/ 0 h 270711"/>
              <a:gd name="connsiteX2" fmla="*/ 687806 w 687806"/>
              <a:gd name="connsiteY2" fmla="*/ 270711 h 270711"/>
              <a:gd name="connsiteX3" fmla="*/ 0 w 687806"/>
              <a:gd name="connsiteY3" fmla="*/ 270711 h 270711"/>
              <a:gd name="connsiteX4" fmla="*/ 0 w 687806"/>
              <a:gd name="connsiteY4" fmla="*/ 0 h 270711"/>
              <a:gd name="connsiteX0" fmla="*/ 16669 w 687806"/>
              <a:gd name="connsiteY0" fmla="*/ 23812 h 270711"/>
              <a:gd name="connsiteX1" fmla="*/ 687806 w 687806"/>
              <a:gd name="connsiteY1" fmla="*/ 0 h 270711"/>
              <a:gd name="connsiteX2" fmla="*/ 687806 w 687806"/>
              <a:gd name="connsiteY2" fmla="*/ 270711 h 270711"/>
              <a:gd name="connsiteX3" fmla="*/ 0 w 687806"/>
              <a:gd name="connsiteY3" fmla="*/ 270711 h 270711"/>
              <a:gd name="connsiteX4" fmla="*/ 16669 w 687806"/>
              <a:gd name="connsiteY4" fmla="*/ 23812 h 270711"/>
              <a:gd name="connsiteX0" fmla="*/ 16669 w 687806"/>
              <a:gd name="connsiteY0" fmla="*/ 0 h 246899"/>
              <a:gd name="connsiteX1" fmla="*/ 611606 w 687806"/>
              <a:gd name="connsiteY1" fmla="*/ 9526 h 246899"/>
              <a:gd name="connsiteX2" fmla="*/ 687806 w 687806"/>
              <a:gd name="connsiteY2" fmla="*/ 246899 h 246899"/>
              <a:gd name="connsiteX3" fmla="*/ 0 w 687806"/>
              <a:gd name="connsiteY3" fmla="*/ 246899 h 246899"/>
              <a:gd name="connsiteX4" fmla="*/ 16669 w 687806"/>
              <a:gd name="connsiteY4" fmla="*/ 0 h 246899"/>
              <a:gd name="connsiteX0" fmla="*/ 16669 w 611606"/>
              <a:gd name="connsiteY0" fmla="*/ 0 h 249280"/>
              <a:gd name="connsiteX1" fmla="*/ 611606 w 611606"/>
              <a:gd name="connsiteY1" fmla="*/ 9526 h 249280"/>
              <a:gd name="connsiteX2" fmla="*/ 523500 w 611606"/>
              <a:gd name="connsiteY2" fmla="*/ 249280 h 249280"/>
              <a:gd name="connsiteX3" fmla="*/ 0 w 611606"/>
              <a:gd name="connsiteY3" fmla="*/ 246899 h 249280"/>
              <a:gd name="connsiteX4" fmla="*/ 16669 w 611606"/>
              <a:gd name="connsiteY4" fmla="*/ 0 h 249280"/>
              <a:gd name="connsiteX0" fmla="*/ 0 w 594937"/>
              <a:gd name="connsiteY0" fmla="*/ 0 h 249280"/>
              <a:gd name="connsiteX1" fmla="*/ 594937 w 594937"/>
              <a:gd name="connsiteY1" fmla="*/ 9526 h 249280"/>
              <a:gd name="connsiteX2" fmla="*/ 506831 w 594937"/>
              <a:gd name="connsiteY2" fmla="*/ 249280 h 249280"/>
              <a:gd name="connsiteX3" fmla="*/ 69056 w 594937"/>
              <a:gd name="connsiteY3" fmla="*/ 239755 h 249280"/>
              <a:gd name="connsiteX4" fmla="*/ 0 w 594937"/>
              <a:gd name="connsiteY4" fmla="*/ 0 h 249280"/>
              <a:gd name="connsiteX0" fmla="*/ 0 w 566362"/>
              <a:gd name="connsiteY0" fmla="*/ 0 h 282617"/>
              <a:gd name="connsiteX1" fmla="*/ 566362 w 566362"/>
              <a:gd name="connsiteY1" fmla="*/ 42863 h 282617"/>
              <a:gd name="connsiteX2" fmla="*/ 478256 w 566362"/>
              <a:gd name="connsiteY2" fmla="*/ 282617 h 282617"/>
              <a:gd name="connsiteX3" fmla="*/ 40481 w 566362"/>
              <a:gd name="connsiteY3" fmla="*/ 273092 h 282617"/>
              <a:gd name="connsiteX4" fmla="*/ 0 w 566362"/>
              <a:gd name="connsiteY4" fmla="*/ 0 h 282617"/>
              <a:gd name="connsiteX0" fmla="*/ 0 w 525881"/>
              <a:gd name="connsiteY0" fmla="*/ 0 h 282617"/>
              <a:gd name="connsiteX1" fmla="*/ 525881 w 525881"/>
              <a:gd name="connsiteY1" fmla="*/ 7144 h 282617"/>
              <a:gd name="connsiteX2" fmla="*/ 478256 w 525881"/>
              <a:gd name="connsiteY2" fmla="*/ 282617 h 282617"/>
              <a:gd name="connsiteX3" fmla="*/ 40481 w 525881"/>
              <a:gd name="connsiteY3" fmla="*/ 273092 h 282617"/>
              <a:gd name="connsiteX4" fmla="*/ 0 w 525881"/>
              <a:gd name="connsiteY4" fmla="*/ 0 h 282617"/>
              <a:gd name="connsiteX0" fmla="*/ 0 w 593094"/>
              <a:gd name="connsiteY0" fmla="*/ 0 h 282617"/>
              <a:gd name="connsiteX1" fmla="*/ 525881 w 593094"/>
              <a:gd name="connsiteY1" fmla="*/ 7144 h 282617"/>
              <a:gd name="connsiteX2" fmla="*/ 592556 w 593094"/>
              <a:gd name="connsiteY2" fmla="*/ 152400 h 282617"/>
              <a:gd name="connsiteX3" fmla="*/ 478256 w 593094"/>
              <a:gd name="connsiteY3" fmla="*/ 282617 h 282617"/>
              <a:gd name="connsiteX4" fmla="*/ 40481 w 593094"/>
              <a:gd name="connsiteY4" fmla="*/ 273092 h 282617"/>
              <a:gd name="connsiteX5" fmla="*/ 0 w 593094"/>
              <a:gd name="connsiteY5" fmla="*/ 0 h 282617"/>
              <a:gd name="connsiteX0" fmla="*/ 109914 w 703008"/>
              <a:gd name="connsiteY0" fmla="*/ 0 h 282617"/>
              <a:gd name="connsiteX1" fmla="*/ 635795 w 703008"/>
              <a:gd name="connsiteY1" fmla="*/ 7144 h 282617"/>
              <a:gd name="connsiteX2" fmla="*/ 702470 w 703008"/>
              <a:gd name="connsiteY2" fmla="*/ 152400 h 282617"/>
              <a:gd name="connsiteX3" fmla="*/ 588170 w 703008"/>
              <a:gd name="connsiteY3" fmla="*/ 282617 h 282617"/>
              <a:gd name="connsiteX4" fmla="*/ 150395 w 703008"/>
              <a:gd name="connsiteY4" fmla="*/ 273092 h 282617"/>
              <a:gd name="connsiteX5" fmla="*/ 0 w 703008"/>
              <a:gd name="connsiteY5" fmla="*/ 135731 h 282617"/>
              <a:gd name="connsiteX6" fmla="*/ 109914 w 703008"/>
              <a:gd name="connsiteY6" fmla="*/ 0 h 282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3008" h="282617">
                <a:moveTo>
                  <a:pt x="109914" y="0"/>
                </a:moveTo>
                <a:lnTo>
                  <a:pt x="635795" y="7144"/>
                </a:lnTo>
                <a:cubicBezTo>
                  <a:pt x="627857" y="55563"/>
                  <a:pt x="710408" y="103981"/>
                  <a:pt x="702470" y="152400"/>
                </a:cubicBezTo>
                <a:lnTo>
                  <a:pt x="588170" y="282617"/>
                </a:lnTo>
                <a:lnTo>
                  <a:pt x="150395" y="273092"/>
                </a:lnTo>
                <a:cubicBezTo>
                  <a:pt x="142332" y="229686"/>
                  <a:pt x="8063" y="179137"/>
                  <a:pt x="0" y="135731"/>
                </a:cubicBezTo>
                <a:lnTo>
                  <a:pt x="109914"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00" b="0" i="0" u="none" strike="noStrike" kern="1200" cap="none" spc="0" normalizeH="0" baseline="0" noProof="0" dirty="0">
                <a:ln>
                  <a:noFill/>
                </a:ln>
                <a:solidFill>
                  <a:prstClr val="black"/>
                </a:solidFill>
                <a:effectLst/>
                <a:uLnTx/>
                <a:uFillTx/>
                <a:latin typeface="Calibri" panose="020F0502020204030204"/>
                <a:ea typeface="+mn-ea"/>
                <a:cs typeface="+mn-cs"/>
              </a:rPr>
              <a:t>Risk of</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00" b="0" i="0" u="none" strike="noStrike" kern="1200" cap="none" spc="0" normalizeH="0" baseline="0" noProof="0" dirty="0">
                <a:ln>
                  <a:noFill/>
                </a:ln>
                <a:solidFill>
                  <a:prstClr val="black"/>
                </a:solidFill>
                <a:effectLst/>
                <a:uLnTx/>
                <a:uFillTx/>
                <a:latin typeface="Calibri" panose="020F0502020204030204"/>
                <a:ea typeface="+mn-ea"/>
                <a:cs typeface="+mn-cs"/>
              </a:rPr>
              <a:t>misclassification</a:t>
            </a:r>
          </a:p>
        </p:txBody>
      </p:sp>
      <p:sp>
        <p:nvSpPr>
          <p:cNvPr id="7" name="Footer Placeholder 4">
            <a:extLst>
              <a:ext uri="{FF2B5EF4-FFF2-40B4-BE49-F238E27FC236}">
                <a16:creationId xmlns:a16="http://schemas.microsoft.com/office/drawing/2014/main" id="{361BDA74-1A62-FD76-BD19-D71AC926C74F}"/>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8" name="Slide Number Placeholder 5">
            <a:extLst>
              <a:ext uri="{FF2B5EF4-FFF2-40B4-BE49-F238E27FC236}">
                <a16:creationId xmlns:a16="http://schemas.microsoft.com/office/drawing/2014/main" id="{4C028633-598A-0D62-F397-56B23BB80E5C}"/>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58581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5818D-C23F-0E2F-9C2B-C2DF4A18C591}"/>
              </a:ext>
            </a:extLst>
          </p:cNvPr>
          <p:cNvSpPr>
            <a:spLocks noGrp="1"/>
          </p:cNvSpPr>
          <p:nvPr>
            <p:ph type="title"/>
          </p:nvPr>
        </p:nvSpPr>
        <p:spPr/>
        <p:txBody>
          <a:bodyPr/>
          <a:lstStyle/>
          <a:p>
            <a:r>
              <a:rPr lang="en-GB" dirty="0">
                <a:latin typeface="FoundrySterling-Bold" panose="02000700000000000000" pitchFamily="2" charset="0"/>
              </a:rPr>
              <a:t>3 - 4</a:t>
            </a:r>
          </a:p>
        </p:txBody>
      </p:sp>
      <p:pic>
        <p:nvPicPr>
          <p:cNvPr id="7" name="Picture 6" descr="Diagram&#10;&#10;Description automatically generated">
            <a:extLst>
              <a:ext uri="{FF2B5EF4-FFF2-40B4-BE49-F238E27FC236}">
                <a16:creationId xmlns:a16="http://schemas.microsoft.com/office/drawing/2014/main" id="{FC08CCA7-1F77-0426-85BB-476292181A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1252" y="0"/>
            <a:ext cx="8682192" cy="6819900"/>
          </a:xfrm>
          <a:prstGeom prst="rect">
            <a:avLst/>
          </a:prstGeom>
        </p:spPr>
      </p:pic>
      <p:sp>
        <p:nvSpPr>
          <p:cNvPr id="9" name="TextBox 8">
            <a:extLst>
              <a:ext uri="{FF2B5EF4-FFF2-40B4-BE49-F238E27FC236}">
                <a16:creationId xmlns:a16="http://schemas.microsoft.com/office/drawing/2014/main" id="{502F4CA3-01A0-DF97-A1FB-6F17FE2AD1B0}"/>
              </a:ext>
            </a:extLst>
          </p:cNvPr>
          <p:cNvSpPr txBox="1"/>
          <p:nvPr/>
        </p:nvSpPr>
        <p:spPr>
          <a:xfrm>
            <a:off x="3374016" y="1468477"/>
            <a:ext cx="1195754"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Drug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err="1">
                <a:ln>
                  <a:noFill/>
                </a:ln>
                <a:solidFill>
                  <a:prstClr val="black"/>
                </a:solidFill>
                <a:effectLst/>
                <a:uLnTx/>
                <a:uFillTx/>
                <a:latin typeface="FoundrySterling-BookOSF" panose="02000503000000020004" pitchFamily="2" charset="0"/>
                <a:ea typeface="+mn-ea"/>
                <a:cs typeface="+mn-cs"/>
              </a:rPr>
              <a:t>Codelist</a:t>
            </a:r>
            <a:r>
              <a:rPr kumimoji="0" lang="en-GB" sz="180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generator</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B604D419-158D-3083-BDAF-4710D8759495}"/>
              </a:ext>
            </a:extLst>
          </p:cNvPr>
          <p:cNvSpPr txBox="1"/>
          <p:nvPr/>
        </p:nvSpPr>
        <p:spPr>
          <a:xfrm>
            <a:off x="3366079" y="2391546"/>
            <a:ext cx="119575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ATLAS</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478E8D0F-57A8-FBD5-75D3-B802AEB5BE03}"/>
              </a:ext>
            </a:extLst>
          </p:cNvPr>
          <p:cNvSpPr txBox="1"/>
          <p:nvPr/>
        </p:nvSpPr>
        <p:spPr>
          <a:xfrm>
            <a:off x="5033891" y="2135440"/>
            <a:ext cx="119575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ATLAS</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F4D9815F-A4F5-F8B5-D0D0-0106E79DEE81}"/>
              </a:ext>
            </a:extLst>
          </p:cNvPr>
          <p:cNvSpPr txBox="1"/>
          <p:nvPr/>
        </p:nvSpPr>
        <p:spPr>
          <a:xfrm>
            <a:off x="5017478" y="1528114"/>
            <a:ext cx="177409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Code review tool and flavour</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EA896B20-09DD-04D6-6D56-B804AAD95B9B}"/>
              </a:ext>
            </a:extLst>
          </p:cNvPr>
          <p:cNvSpPr txBox="1"/>
          <p:nvPr/>
        </p:nvSpPr>
        <p:spPr>
          <a:xfrm>
            <a:off x="3374016" y="3311117"/>
            <a:ext cx="1195754" cy="57708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Search strategy, vocab  &amp; codes reached</a:t>
            </a:r>
            <a:endPar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E59CB79F-9846-96A4-B657-31D8ED9F3701}"/>
              </a:ext>
            </a:extLst>
          </p:cNvPr>
          <p:cNvSpPr txBox="1"/>
          <p:nvPr/>
        </p:nvSpPr>
        <p:spPr>
          <a:xfrm>
            <a:off x="5148107" y="3311116"/>
            <a:ext cx="1518415" cy="4154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Code review results per reviewer</a:t>
            </a:r>
            <a:endPar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994B687D-9D77-DDB3-74E4-CE31F8ABB444}"/>
              </a:ext>
            </a:extLst>
          </p:cNvPr>
          <p:cNvSpPr txBox="1"/>
          <p:nvPr/>
        </p:nvSpPr>
        <p:spPr>
          <a:xfrm>
            <a:off x="7944339" y="1669627"/>
            <a:ext cx="177409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Drug exposure diagnostics</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43151877-EB06-E056-EFBA-BF9405B1837F}"/>
              </a:ext>
            </a:extLst>
          </p:cNvPr>
          <p:cNvSpPr txBox="1"/>
          <p:nvPr/>
        </p:nvSpPr>
        <p:spPr>
          <a:xfrm>
            <a:off x="7944338" y="2341619"/>
            <a:ext cx="228599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DED review form</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3ACF9029-CEDC-940F-72FA-295D7B1358D3}"/>
              </a:ext>
            </a:extLst>
          </p:cNvPr>
          <p:cNvSpPr txBox="1"/>
          <p:nvPr/>
        </p:nvSpPr>
        <p:spPr>
          <a:xfrm>
            <a:off x="7944338" y="3390900"/>
            <a:ext cx="2285999"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Review form per reviewer and </a:t>
            </a:r>
            <a:r>
              <a:rPr kumimoji="0" lang="en-GB" sz="1050" b="1" i="0" u="none" strike="noStrike" kern="1200" cap="none" spc="0" normalizeH="0" baseline="0" noProof="0" dirty="0" err="1">
                <a:ln>
                  <a:noFill/>
                </a:ln>
                <a:solidFill>
                  <a:prstClr val="black"/>
                </a:solidFill>
                <a:effectLst/>
                <a:uLnTx/>
                <a:uFillTx/>
                <a:latin typeface="FoundrySterling-BookOSF" panose="02000503000000020004" pitchFamily="2" charset="0"/>
                <a:ea typeface="+mn-ea"/>
                <a:cs typeface="+mn-cs"/>
              </a:rPr>
              <a:t>db</a:t>
            </a:r>
            <a:endPar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646ABFD5-0E07-5AD1-E999-0E0EA2CDD53F}"/>
              </a:ext>
            </a:extLst>
          </p:cNvPr>
          <p:cNvSpPr txBox="1"/>
          <p:nvPr/>
        </p:nvSpPr>
        <p:spPr>
          <a:xfrm>
            <a:off x="3430954" y="4639476"/>
            <a:ext cx="119575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err="1">
                <a:ln>
                  <a:noFill/>
                </a:ln>
                <a:solidFill>
                  <a:prstClr val="black"/>
                </a:solidFill>
                <a:effectLst/>
                <a:uLnTx/>
                <a:uFillTx/>
                <a:latin typeface="FoundrySterling-BookOSF" panose="02000503000000020004" pitchFamily="2" charset="0"/>
                <a:ea typeface="+mn-ea"/>
                <a:cs typeface="+mn-cs"/>
              </a:rPr>
              <a:t>Codelist</a:t>
            </a:r>
            <a:r>
              <a:rPr kumimoji="0" lang="en-GB" sz="180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generator</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BF73812F-8835-959A-0356-639EB6017F16}"/>
              </a:ext>
            </a:extLst>
          </p:cNvPr>
          <p:cNvSpPr txBox="1"/>
          <p:nvPr/>
        </p:nvSpPr>
        <p:spPr>
          <a:xfrm>
            <a:off x="3430954" y="5315891"/>
            <a:ext cx="119575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ATLAS</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8969E6C8-A955-E6A6-8351-5AE08CE8F204}"/>
              </a:ext>
            </a:extLst>
          </p:cNvPr>
          <p:cNvSpPr txBox="1"/>
          <p:nvPr/>
        </p:nvSpPr>
        <p:spPr>
          <a:xfrm>
            <a:off x="5017478" y="4629644"/>
            <a:ext cx="177409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Code review tool and flavour</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87A36211-95B1-8B50-4739-8D6BB61F7517}"/>
              </a:ext>
            </a:extLst>
          </p:cNvPr>
          <p:cNvSpPr txBox="1"/>
          <p:nvPr/>
        </p:nvSpPr>
        <p:spPr>
          <a:xfrm>
            <a:off x="3430954" y="6291320"/>
            <a:ext cx="1195754" cy="57708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Search strategy, vocab  &amp; codes reached</a:t>
            </a:r>
            <a:endPar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Box 31">
            <a:extLst>
              <a:ext uri="{FF2B5EF4-FFF2-40B4-BE49-F238E27FC236}">
                <a16:creationId xmlns:a16="http://schemas.microsoft.com/office/drawing/2014/main" id="{69E789D1-3465-F5FD-0C16-105130B35C38}"/>
              </a:ext>
            </a:extLst>
          </p:cNvPr>
          <p:cNvSpPr txBox="1"/>
          <p:nvPr/>
        </p:nvSpPr>
        <p:spPr>
          <a:xfrm>
            <a:off x="5205045" y="6291319"/>
            <a:ext cx="1518415" cy="4154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Code review results per reviewer</a:t>
            </a:r>
            <a:endPar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Box 32">
            <a:extLst>
              <a:ext uri="{FF2B5EF4-FFF2-40B4-BE49-F238E27FC236}">
                <a16:creationId xmlns:a16="http://schemas.microsoft.com/office/drawing/2014/main" id="{082346E8-DF15-9BDA-F85D-60E22471BBEC}"/>
              </a:ext>
            </a:extLst>
          </p:cNvPr>
          <p:cNvSpPr txBox="1"/>
          <p:nvPr/>
        </p:nvSpPr>
        <p:spPr>
          <a:xfrm>
            <a:off x="8001276" y="4727980"/>
            <a:ext cx="2158723"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Cohort diagnostics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err="1">
                <a:solidFill>
                  <a:prstClr val="black"/>
                </a:solidFill>
                <a:latin typeface="FoundrySterling-BookOSF" panose="02000503000000020004" pitchFamily="2" charset="0"/>
              </a:rPr>
              <a:t>PPHenotypeR</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Box 33">
            <a:extLst>
              <a:ext uri="{FF2B5EF4-FFF2-40B4-BE49-F238E27FC236}">
                <a16:creationId xmlns:a16="http://schemas.microsoft.com/office/drawing/2014/main" id="{A8ADA4BE-2D6E-DDD7-3EB3-3149F99F748A}"/>
              </a:ext>
            </a:extLst>
          </p:cNvPr>
          <p:cNvSpPr txBox="1"/>
          <p:nvPr/>
        </p:nvSpPr>
        <p:spPr>
          <a:xfrm>
            <a:off x="8001276" y="5399972"/>
            <a:ext cx="228599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CD review form</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E96BC0DB-363D-6197-1408-E9D7D3E5FCF5}"/>
              </a:ext>
            </a:extLst>
          </p:cNvPr>
          <p:cNvSpPr txBox="1"/>
          <p:nvPr/>
        </p:nvSpPr>
        <p:spPr>
          <a:xfrm>
            <a:off x="8001276" y="6371103"/>
            <a:ext cx="2285999"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Review form per reviewer and </a:t>
            </a:r>
            <a:r>
              <a:rPr kumimoji="0" lang="en-GB" sz="1050" b="1" i="0" u="none" strike="noStrike" kern="1200" cap="none" spc="0" normalizeH="0" baseline="0" noProof="0" dirty="0" err="1">
                <a:ln>
                  <a:noFill/>
                </a:ln>
                <a:solidFill>
                  <a:prstClr val="black"/>
                </a:solidFill>
                <a:effectLst/>
                <a:uLnTx/>
                <a:uFillTx/>
                <a:latin typeface="FoundrySterling-BookOSF" panose="02000503000000020004" pitchFamily="2" charset="0"/>
                <a:ea typeface="+mn-ea"/>
                <a:cs typeface="+mn-cs"/>
              </a:rPr>
              <a:t>db</a:t>
            </a:r>
            <a:endPar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Box 35">
            <a:extLst>
              <a:ext uri="{FF2B5EF4-FFF2-40B4-BE49-F238E27FC236}">
                <a16:creationId xmlns:a16="http://schemas.microsoft.com/office/drawing/2014/main" id="{D802F8C8-9010-CE58-4BAF-E85B04636FDE}"/>
              </a:ext>
            </a:extLst>
          </p:cNvPr>
          <p:cNvSpPr txBox="1"/>
          <p:nvPr/>
        </p:nvSpPr>
        <p:spPr>
          <a:xfrm>
            <a:off x="5017478" y="5460672"/>
            <a:ext cx="177409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PHOEBE</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Box 37">
            <a:extLst>
              <a:ext uri="{FF2B5EF4-FFF2-40B4-BE49-F238E27FC236}">
                <a16:creationId xmlns:a16="http://schemas.microsoft.com/office/drawing/2014/main" id="{24F8B0A6-8F55-127A-49FA-5CE97909CF4D}"/>
              </a:ext>
            </a:extLst>
          </p:cNvPr>
          <p:cNvSpPr txBox="1"/>
          <p:nvPr/>
        </p:nvSpPr>
        <p:spPr>
          <a:xfrm>
            <a:off x="1376623" y="1502462"/>
            <a:ext cx="1195754" cy="13849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Think about groupings, forms, route, ATC?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Which grouping we first review to avoid a huge list of products?</a:t>
            </a:r>
            <a:endPar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Box 38">
            <a:extLst>
              <a:ext uri="{FF2B5EF4-FFF2-40B4-BE49-F238E27FC236}">
                <a16:creationId xmlns:a16="http://schemas.microsoft.com/office/drawing/2014/main" id="{69AE9395-DE2D-2806-9616-11B9965577FA}"/>
              </a:ext>
            </a:extLst>
          </p:cNvPr>
          <p:cNvSpPr txBox="1"/>
          <p:nvPr/>
        </p:nvSpPr>
        <p:spPr>
          <a:xfrm>
            <a:off x="6944386" y="1739056"/>
            <a:ext cx="1745905" cy="10618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Flavours: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Mono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 combination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Systemic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 local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a:t>
            </a:r>
            <a:endPar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Box 39">
            <a:extLst>
              <a:ext uri="{FF2B5EF4-FFF2-40B4-BE49-F238E27FC236}">
                <a16:creationId xmlns:a16="http://schemas.microsoft.com/office/drawing/2014/main" id="{6FDCBF26-8F60-B664-BBCE-0C3DF5E66770}"/>
              </a:ext>
            </a:extLst>
          </p:cNvPr>
          <p:cNvSpPr txBox="1"/>
          <p:nvPr/>
        </p:nvSpPr>
        <p:spPr>
          <a:xfrm>
            <a:off x="6996723" y="4952810"/>
            <a:ext cx="1745905" cy="122341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Flavours: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Narrow,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Wide,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Prevalent,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Inpatient,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Others….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1" name="Picture 40" descr="Diagram&#10;&#10;Description automatically generated">
            <a:extLst>
              <a:ext uri="{FF2B5EF4-FFF2-40B4-BE49-F238E27FC236}">
                <a16:creationId xmlns:a16="http://schemas.microsoft.com/office/drawing/2014/main" id="{4965AF3E-9E74-A155-ECB0-8DFC1E0A315C}"/>
              </a:ext>
            </a:extLst>
          </p:cNvPr>
          <p:cNvPicPr>
            <a:picLocks noChangeAspect="1"/>
          </p:cNvPicPr>
          <p:nvPr/>
        </p:nvPicPr>
        <p:blipFill rotWithShape="1">
          <a:blip r:embed="rId2">
            <a:extLst>
              <a:ext uri="{28A0092B-C50C-407E-A947-70E740481C1C}">
                <a14:useLocalDpi xmlns:a14="http://schemas.microsoft.com/office/drawing/2010/main" val="0"/>
              </a:ext>
            </a:extLst>
          </a:blip>
          <a:srcRect l="58429" t="60214" r="25011" b="30362"/>
          <a:stretch/>
        </p:blipFill>
        <p:spPr>
          <a:xfrm>
            <a:off x="7510585" y="932923"/>
            <a:ext cx="1445845" cy="646331"/>
          </a:xfrm>
          <a:prstGeom prst="rect">
            <a:avLst/>
          </a:prstGeom>
        </p:spPr>
      </p:pic>
      <p:sp>
        <p:nvSpPr>
          <p:cNvPr id="3" name="Rectangle 2">
            <a:extLst>
              <a:ext uri="{FF2B5EF4-FFF2-40B4-BE49-F238E27FC236}">
                <a16:creationId xmlns:a16="http://schemas.microsoft.com/office/drawing/2014/main" id="{7F26201A-7659-9666-4B42-179E6BE97488}"/>
              </a:ext>
            </a:extLst>
          </p:cNvPr>
          <p:cNvSpPr/>
          <p:nvPr/>
        </p:nvSpPr>
        <p:spPr>
          <a:xfrm>
            <a:off x="11192192" y="3290965"/>
            <a:ext cx="912520" cy="559295"/>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9C4C3AA1-AD1D-7767-E4B5-BCEE08E08D88}"/>
              </a:ext>
            </a:extLst>
          </p:cNvPr>
          <p:cNvSpPr txBox="1"/>
          <p:nvPr/>
        </p:nvSpPr>
        <p:spPr>
          <a:xfrm>
            <a:off x="11299727" y="3408078"/>
            <a:ext cx="80498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FoundrySterling-Bold" panose="02000700000000000000" pitchFamily="2" charset="0"/>
                <a:ea typeface="+mn-ea"/>
                <a:cs typeface="+mn-cs"/>
              </a:rPr>
              <a:t>DECK</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6" name="Straight Arrow Connector 5">
            <a:extLst>
              <a:ext uri="{FF2B5EF4-FFF2-40B4-BE49-F238E27FC236}">
                <a16:creationId xmlns:a16="http://schemas.microsoft.com/office/drawing/2014/main" id="{81C28D80-501D-2D4F-FC93-C016CBB86463}"/>
              </a:ext>
            </a:extLst>
          </p:cNvPr>
          <p:cNvCxnSpPr>
            <a:cxnSpLocks/>
            <a:endCxn id="3" idx="0"/>
          </p:cNvCxnSpPr>
          <p:nvPr/>
        </p:nvCxnSpPr>
        <p:spPr>
          <a:xfrm>
            <a:off x="10938067" y="1227015"/>
            <a:ext cx="710385" cy="2063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5007875-E7ED-FDEC-6586-59C42A29AC01}"/>
              </a:ext>
            </a:extLst>
          </p:cNvPr>
          <p:cNvCxnSpPr>
            <a:cxnSpLocks/>
            <a:endCxn id="3" idx="2"/>
          </p:cNvCxnSpPr>
          <p:nvPr/>
        </p:nvCxnSpPr>
        <p:spPr>
          <a:xfrm flipV="1">
            <a:off x="11049069" y="3850260"/>
            <a:ext cx="599383" cy="612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27">
            <a:extLst>
              <a:ext uri="{FF2B5EF4-FFF2-40B4-BE49-F238E27FC236}">
                <a16:creationId xmlns:a16="http://schemas.microsoft.com/office/drawing/2014/main" id="{7641C4EA-4A33-8FB6-0991-9EB1E21A4F32}"/>
              </a:ext>
            </a:extLst>
          </p:cNvPr>
          <p:cNvSpPr txBox="1"/>
          <p:nvPr/>
        </p:nvSpPr>
        <p:spPr>
          <a:xfrm>
            <a:off x="6453809" y="3954496"/>
            <a:ext cx="119575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ca-ES" sz="1800" b="1" i="0" u="none" strike="noStrike" kern="1200" cap="none" spc="0" normalizeH="0" baseline="0" noProof="0" dirty="0" err="1">
                <a:ln>
                  <a:noFill/>
                </a:ln>
                <a:solidFill>
                  <a:prstClr val="black"/>
                </a:solidFill>
                <a:effectLst/>
                <a:uLnTx/>
                <a:uFillTx/>
                <a:latin typeface="FoundrySterling-BookOSF" panose="02000503000000020004" pitchFamily="2" charset="0"/>
                <a:ea typeface="+mn-ea"/>
                <a:cs typeface="+mn-cs"/>
              </a:rPr>
              <a:t>capR</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Box 27">
            <a:extLst>
              <a:ext uri="{FF2B5EF4-FFF2-40B4-BE49-F238E27FC236}">
                <a16:creationId xmlns:a16="http://schemas.microsoft.com/office/drawing/2014/main" id="{093ECABF-A317-5160-405D-6CDFC6EEE004}"/>
              </a:ext>
            </a:extLst>
          </p:cNvPr>
          <p:cNvSpPr txBox="1"/>
          <p:nvPr/>
        </p:nvSpPr>
        <p:spPr>
          <a:xfrm>
            <a:off x="6621584" y="801124"/>
            <a:ext cx="119575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ca-ES" sz="1800" b="1" i="0" u="none" strike="noStrike" kern="1200" cap="none" spc="0" normalizeH="0" baseline="0" noProof="0" dirty="0" err="1">
                <a:ln>
                  <a:noFill/>
                </a:ln>
                <a:solidFill>
                  <a:prstClr val="black"/>
                </a:solidFill>
                <a:effectLst/>
                <a:uLnTx/>
                <a:uFillTx/>
                <a:latin typeface="FoundrySterling-BookOSF" panose="02000503000000020004" pitchFamily="2" charset="0"/>
                <a:ea typeface="+mn-ea"/>
                <a:cs typeface="+mn-cs"/>
              </a:rPr>
              <a:t>capR</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98928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5818D-C23F-0E2F-9C2B-C2DF4A18C591}"/>
              </a:ext>
            </a:extLst>
          </p:cNvPr>
          <p:cNvSpPr>
            <a:spLocks noGrp="1"/>
          </p:cNvSpPr>
          <p:nvPr>
            <p:ph type="title"/>
          </p:nvPr>
        </p:nvSpPr>
        <p:spPr/>
        <p:txBody>
          <a:bodyPr/>
          <a:lstStyle/>
          <a:p>
            <a:r>
              <a:rPr lang="en-GB" dirty="0">
                <a:latin typeface="FoundrySterling-Bold" panose="02000700000000000000" pitchFamily="2" charset="0"/>
              </a:rPr>
              <a:t>3. New phenotype generation</a:t>
            </a:r>
          </a:p>
        </p:txBody>
      </p:sp>
      <p:sp>
        <p:nvSpPr>
          <p:cNvPr id="3" name="Content Placeholder 2">
            <a:extLst>
              <a:ext uri="{FF2B5EF4-FFF2-40B4-BE49-F238E27FC236}">
                <a16:creationId xmlns:a16="http://schemas.microsoft.com/office/drawing/2014/main" id="{1501D05F-00EC-0F13-A18D-324EEF645277}"/>
              </a:ext>
            </a:extLst>
          </p:cNvPr>
          <p:cNvSpPr>
            <a:spLocks noGrp="1"/>
          </p:cNvSpPr>
          <p:nvPr>
            <p:ph idx="1"/>
          </p:nvPr>
        </p:nvSpPr>
        <p:spPr/>
        <p:txBody>
          <a:bodyPr>
            <a:normAutofit/>
          </a:bodyPr>
          <a:lstStyle/>
          <a:p>
            <a:pPr marL="0" indent="0">
              <a:buNone/>
            </a:pPr>
            <a:endParaRPr lang="en-GB" b="1" dirty="0">
              <a:latin typeface="FoundrySterling-BookOSF" panose="02000503000000020004" pitchFamily="2" charset="0"/>
            </a:endParaRPr>
          </a:p>
          <a:p>
            <a:pPr marL="0" indent="0">
              <a:buNone/>
            </a:pPr>
            <a:r>
              <a:rPr lang="en-GB" dirty="0">
                <a:latin typeface="FoundrySterling-BookOSF" panose="02000503000000020004" pitchFamily="2" charset="0"/>
              </a:rPr>
              <a:t>3.1 – </a:t>
            </a:r>
            <a:r>
              <a:rPr lang="en-GB" dirty="0" err="1">
                <a:latin typeface="FoundrySterling-BookOSF" panose="02000503000000020004" pitchFamily="2" charset="0"/>
              </a:rPr>
              <a:t>Codelist</a:t>
            </a:r>
            <a:r>
              <a:rPr lang="en-GB" dirty="0">
                <a:latin typeface="FoundrySterling-BookOSF" panose="02000503000000020004" pitchFamily="2" charset="0"/>
              </a:rPr>
              <a:t> generation</a:t>
            </a:r>
          </a:p>
          <a:p>
            <a:pPr marL="0" indent="0">
              <a:buNone/>
            </a:pPr>
            <a:r>
              <a:rPr lang="en-GB" dirty="0">
                <a:latin typeface="FoundrySterling-BookOSF" panose="02000503000000020004" pitchFamily="2" charset="0"/>
              </a:rPr>
              <a:t>3.2 – </a:t>
            </a:r>
            <a:r>
              <a:rPr lang="en-GB" dirty="0" err="1">
                <a:latin typeface="FoundrySterling-BookOSF" panose="02000503000000020004" pitchFamily="2" charset="0"/>
              </a:rPr>
              <a:t>Codelist</a:t>
            </a:r>
            <a:r>
              <a:rPr lang="en-GB" dirty="0">
                <a:latin typeface="FoundrySterling-BookOSF" panose="02000503000000020004" pitchFamily="2" charset="0"/>
              </a:rPr>
              <a:t> refinement</a:t>
            </a:r>
          </a:p>
          <a:p>
            <a:pPr marL="0" indent="0">
              <a:buNone/>
            </a:pPr>
            <a:r>
              <a:rPr lang="en-GB" dirty="0">
                <a:latin typeface="FoundrySterling-BookOSF" panose="02000503000000020004" pitchFamily="2" charset="0"/>
              </a:rPr>
              <a:t>3.3 – Cohorts generation </a:t>
            </a:r>
          </a:p>
        </p:txBody>
      </p:sp>
      <p:sp>
        <p:nvSpPr>
          <p:cNvPr id="5" name="Footer Placeholder 4">
            <a:extLst>
              <a:ext uri="{FF2B5EF4-FFF2-40B4-BE49-F238E27FC236}">
                <a16:creationId xmlns:a16="http://schemas.microsoft.com/office/drawing/2014/main" id="{AD4E7B21-C37D-3017-1EB3-2C12BF34905E}"/>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6" name="Slide Number Placeholder 5">
            <a:extLst>
              <a:ext uri="{FF2B5EF4-FFF2-40B4-BE49-F238E27FC236}">
                <a16:creationId xmlns:a16="http://schemas.microsoft.com/office/drawing/2014/main" id="{4A8F8FDB-F1B0-C8A6-E6C5-F67DEF5243E8}"/>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443255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5818D-C23F-0E2F-9C2B-C2DF4A18C591}"/>
              </a:ext>
            </a:extLst>
          </p:cNvPr>
          <p:cNvSpPr>
            <a:spLocks noGrp="1"/>
          </p:cNvSpPr>
          <p:nvPr>
            <p:ph type="title"/>
          </p:nvPr>
        </p:nvSpPr>
        <p:spPr/>
        <p:txBody>
          <a:bodyPr/>
          <a:lstStyle/>
          <a:p>
            <a:r>
              <a:rPr lang="en-GB" dirty="0">
                <a:latin typeface="FoundrySterling-Bold" panose="02000700000000000000" pitchFamily="2" charset="0"/>
              </a:rPr>
              <a:t>3.1 </a:t>
            </a:r>
            <a:r>
              <a:rPr lang="en-GB" dirty="0" err="1">
                <a:latin typeface="FoundrySterling-Bold" panose="02000700000000000000" pitchFamily="2" charset="0"/>
              </a:rPr>
              <a:t>Codelist</a:t>
            </a:r>
            <a:r>
              <a:rPr lang="en-GB" dirty="0">
                <a:latin typeface="FoundrySterling-Bold" panose="02000700000000000000" pitchFamily="2" charset="0"/>
              </a:rPr>
              <a:t> generation</a:t>
            </a:r>
          </a:p>
        </p:txBody>
      </p:sp>
      <p:sp>
        <p:nvSpPr>
          <p:cNvPr id="3" name="Content Placeholder 2">
            <a:extLst>
              <a:ext uri="{FF2B5EF4-FFF2-40B4-BE49-F238E27FC236}">
                <a16:creationId xmlns:a16="http://schemas.microsoft.com/office/drawing/2014/main" id="{1501D05F-00EC-0F13-A18D-324EEF645277}"/>
              </a:ext>
            </a:extLst>
          </p:cNvPr>
          <p:cNvSpPr>
            <a:spLocks noGrp="1"/>
          </p:cNvSpPr>
          <p:nvPr>
            <p:ph idx="1"/>
          </p:nvPr>
        </p:nvSpPr>
        <p:spPr/>
        <p:txBody>
          <a:bodyPr>
            <a:normAutofit/>
          </a:bodyPr>
          <a:lstStyle/>
          <a:p>
            <a:pPr marL="0" indent="0">
              <a:buNone/>
            </a:pPr>
            <a:endParaRPr lang="en-GB" b="1" dirty="0">
              <a:latin typeface="FoundrySterling-BookOSF" panose="02000503000000020004" pitchFamily="2" charset="0"/>
            </a:endParaRPr>
          </a:p>
          <a:p>
            <a:pPr marL="0" indent="0">
              <a:buNone/>
            </a:pPr>
            <a:r>
              <a:rPr lang="en-GB" dirty="0">
                <a:latin typeface="FoundrySterling-BookOSF" panose="02000503000000020004" pitchFamily="2" charset="0"/>
              </a:rPr>
              <a:t>Generate a first </a:t>
            </a:r>
            <a:r>
              <a:rPr lang="en-GB" dirty="0" err="1">
                <a:latin typeface="FoundrySterling-BookOSF" panose="02000503000000020004" pitchFamily="2" charset="0"/>
              </a:rPr>
              <a:t>codelist</a:t>
            </a:r>
            <a:r>
              <a:rPr lang="en-GB" dirty="0">
                <a:latin typeface="FoundrySterling-BookOSF" panose="02000503000000020004" pitchFamily="2" charset="0"/>
              </a:rPr>
              <a:t> (systematic way if possible)</a:t>
            </a:r>
          </a:p>
          <a:p>
            <a:pPr marL="0" indent="0">
              <a:buNone/>
            </a:pPr>
            <a:r>
              <a:rPr lang="en-GB" dirty="0">
                <a:latin typeface="FoundrySterling-BookOSF" panose="02000503000000020004" pitchFamily="2" charset="0"/>
              </a:rPr>
              <a:t>That works with all the vocabularies potentially involved </a:t>
            </a:r>
          </a:p>
          <a:p>
            <a:pPr marL="0" indent="0">
              <a:buNone/>
            </a:pPr>
            <a:endParaRPr lang="en-GB" dirty="0">
              <a:latin typeface="FoundrySterling-BookOSF" panose="02000503000000020004" pitchFamily="2" charset="0"/>
            </a:endParaRPr>
          </a:p>
          <a:p>
            <a:pPr marL="0" indent="0">
              <a:buNone/>
            </a:pPr>
            <a:r>
              <a:rPr lang="en-GB" dirty="0">
                <a:latin typeface="FoundrySterling-BookOSF" panose="02000503000000020004" pitchFamily="2" charset="0"/>
              </a:rPr>
              <a:t>Tools:</a:t>
            </a:r>
          </a:p>
          <a:p>
            <a:pPr>
              <a:buFontTx/>
              <a:buChar char="-"/>
            </a:pPr>
            <a:r>
              <a:rPr lang="en-GB" dirty="0" err="1">
                <a:latin typeface="FoundrySterling-BookOSF" panose="02000503000000020004" pitchFamily="2" charset="0"/>
              </a:rPr>
              <a:t>Codelist</a:t>
            </a:r>
            <a:r>
              <a:rPr lang="en-GB" dirty="0">
                <a:latin typeface="FoundrySterling-BookOSF" panose="02000503000000020004" pitchFamily="2" charset="0"/>
              </a:rPr>
              <a:t> generator</a:t>
            </a:r>
          </a:p>
        </p:txBody>
      </p:sp>
      <p:pic>
        <p:nvPicPr>
          <p:cNvPr id="4" name="Picture 3" descr="A hexagon with a calculator and numbers&#10;&#10;Description automatically generated">
            <a:extLst>
              <a:ext uri="{FF2B5EF4-FFF2-40B4-BE49-F238E27FC236}">
                <a16:creationId xmlns:a16="http://schemas.microsoft.com/office/drawing/2014/main" id="{8D2DDE51-B47C-14BF-5E6A-2EA7C76F83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5290" y="3577685"/>
            <a:ext cx="1561420" cy="1803207"/>
          </a:xfrm>
          <a:prstGeom prst="rect">
            <a:avLst/>
          </a:prstGeom>
        </p:spPr>
      </p:pic>
      <p:sp>
        <p:nvSpPr>
          <p:cNvPr id="6" name="Footer Placeholder 4">
            <a:extLst>
              <a:ext uri="{FF2B5EF4-FFF2-40B4-BE49-F238E27FC236}">
                <a16:creationId xmlns:a16="http://schemas.microsoft.com/office/drawing/2014/main" id="{C64BC968-A88F-08BA-49BE-3691DE04651D}"/>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7" name="Slide Number Placeholder 5">
            <a:extLst>
              <a:ext uri="{FF2B5EF4-FFF2-40B4-BE49-F238E27FC236}">
                <a16:creationId xmlns:a16="http://schemas.microsoft.com/office/drawing/2014/main" id="{8479F577-E473-8C26-0BE9-BE6BBA483B47}"/>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490271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2E2CF29-F57B-1DB1-C834-1BB2C8BEFCAA}"/>
              </a:ext>
            </a:extLst>
          </p:cNvPr>
          <p:cNvPicPr>
            <a:picLocks noChangeAspect="1"/>
          </p:cNvPicPr>
          <p:nvPr/>
        </p:nvPicPr>
        <p:blipFill>
          <a:blip r:embed="rId2"/>
          <a:stretch>
            <a:fillRect/>
          </a:stretch>
        </p:blipFill>
        <p:spPr>
          <a:xfrm>
            <a:off x="5314949" y="169269"/>
            <a:ext cx="5164003" cy="6519462"/>
          </a:xfrm>
          <a:prstGeom prst="rect">
            <a:avLst/>
          </a:prstGeom>
        </p:spPr>
      </p:pic>
      <p:sp>
        <p:nvSpPr>
          <p:cNvPr id="12" name="TextBox 11">
            <a:extLst>
              <a:ext uri="{FF2B5EF4-FFF2-40B4-BE49-F238E27FC236}">
                <a16:creationId xmlns:a16="http://schemas.microsoft.com/office/drawing/2014/main" id="{14F690A3-331E-7527-AEF8-AC59F33DCC1D}"/>
              </a:ext>
            </a:extLst>
          </p:cNvPr>
          <p:cNvSpPr txBox="1"/>
          <p:nvPr/>
        </p:nvSpPr>
        <p:spPr>
          <a:xfrm>
            <a:off x="500185" y="352641"/>
            <a:ext cx="60960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err="1">
                <a:ln>
                  <a:noFill/>
                </a:ln>
                <a:solidFill>
                  <a:prstClr val="black"/>
                </a:solidFill>
                <a:effectLst/>
                <a:uLnTx/>
                <a:uFillTx/>
                <a:latin typeface="FoundrySterling-Bold" panose="02000700000000000000" pitchFamily="2" charset="0"/>
                <a:ea typeface="+mn-ea"/>
                <a:cs typeface="+mn-cs"/>
              </a:rPr>
              <a:t>Codelist</a:t>
            </a:r>
            <a:r>
              <a:rPr kumimoji="0" lang="en-GB" sz="2800" b="0" i="0" u="none" strike="noStrike" kern="1200" cap="none" spc="0" normalizeH="0" baseline="0" noProof="0" dirty="0">
                <a:ln>
                  <a:noFill/>
                </a:ln>
                <a:solidFill>
                  <a:prstClr val="black"/>
                </a:solidFill>
                <a:effectLst/>
                <a:uLnTx/>
                <a:uFillTx/>
                <a:latin typeface="FoundrySterling-Bold" panose="02000700000000000000" pitchFamily="2" charset="0"/>
                <a:ea typeface="+mn-ea"/>
                <a:cs typeface="+mn-cs"/>
              </a:rPr>
              <a:t> generator</a:t>
            </a:r>
            <a:endPar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4E77FEAC-3C1C-F642-F657-C54E582CBF1F}"/>
              </a:ext>
            </a:extLst>
          </p:cNvPr>
          <p:cNvSpPr>
            <a:spLocks noGrp="1"/>
          </p:cNvSpPr>
          <p:nvPr>
            <p:ph type="title"/>
          </p:nvPr>
        </p:nvSpPr>
        <p:spPr/>
        <p:txBody>
          <a:bodyPr/>
          <a:lstStyle/>
          <a:p>
            <a:endParaRPr lang="en-GB"/>
          </a:p>
        </p:txBody>
      </p:sp>
      <p:sp>
        <p:nvSpPr>
          <p:cNvPr id="5" name="Content Placeholder 4">
            <a:extLst>
              <a:ext uri="{FF2B5EF4-FFF2-40B4-BE49-F238E27FC236}">
                <a16:creationId xmlns:a16="http://schemas.microsoft.com/office/drawing/2014/main" id="{F1E334B2-E1BB-F25F-A819-58576BA5CBBC}"/>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6108730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5818D-C23F-0E2F-9C2B-C2DF4A18C591}"/>
              </a:ext>
            </a:extLst>
          </p:cNvPr>
          <p:cNvSpPr>
            <a:spLocks noGrp="1"/>
          </p:cNvSpPr>
          <p:nvPr>
            <p:ph type="title"/>
          </p:nvPr>
        </p:nvSpPr>
        <p:spPr/>
        <p:txBody>
          <a:bodyPr/>
          <a:lstStyle/>
          <a:p>
            <a:r>
              <a:rPr lang="en-GB" dirty="0">
                <a:latin typeface="FoundrySterling-Bold" panose="02000700000000000000" pitchFamily="2" charset="0"/>
              </a:rPr>
              <a:t>3.2 </a:t>
            </a:r>
            <a:r>
              <a:rPr lang="en-GB" dirty="0" err="1">
                <a:latin typeface="FoundrySterling-Bold" panose="02000700000000000000" pitchFamily="2" charset="0"/>
              </a:rPr>
              <a:t>Codelist</a:t>
            </a:r>
            <a:r>
              <a:rPr lang="en-GB" dirty="0">
                <a:latin typeface="FoundrySterling-Bold" panose="02000700000000000000" pitchFamily="2" charset="0"/>
              </a:rPr>
              <a:t> refinement</a:t>
            </a:r>
          </a:p>
        </p:txBody>
      </p:sp>
      <p:sp>
        <p:nvSpPr>
          <p:cNvPr id="3" name="Content Placeholder 2">
            <a:extLst>
              <a:ext uri="{FF2B5EF4-FFF2-40B4-BE49-F238E27FC236}">
                <a16:creationId xmlns:a16="http://schemas.microsoft.com/office/drawing/2014/main" id="{1501D05F-00EC-0F13-A18D-324EEF645277}"/>
              </a:ext>
            </a:extLst>
          </p:cNvPr>
          <p:cNvSpPr>
            <a:spLocks noGrp="1"/>
          </p:cNvSpPr>
          <p:nvPr>
            <p:ph idx="1"/>
          </p:nvPr>
        </p:nvSpPr>
        <p:spPr/>
        <p:txBody>
          <a:bodyPr>
            <a:normAutofit lnSpcReduction="10000"/>
          </a:bodyPr>
          <a:lstStyle/>
          <a:p>
            <a:pPr marL="0" indent="0">
              <a:buNone/>
            </a:pPr>
            <a:r>
              <a:rPr lang="en-GB" dirty="0">
                <a:latin typeface="FoundrySterling-BookOSF" panose="02000503000000020004" pitchFamily="2" charset="0"/>
              </a:rPr>
              <a:t>Clinical review. In DARWIN EU®:</a:t>
            </a:r>
          </a:p>
          <a:p>
            <a:pPr marL="0" indent="0">
              <a:buNone/>
            </a:pPr>
            <a:r>
              <a:rPr lang="en-GB" dirty="0">
                <a:latin typeface="FoundrySterling-BookOSF" panose="02000503000000020004" pitchFamily="2" charset="0"/>
              </a:rPr>
              <a:t>	- Two independent reviewers</a:t>
            </a:r>
          </a:p>
          <a:p>
            <a:pPr marL="0" indent="0">
              <a:buNone/>
            </a:pPr>
            <a:r>
              <a:rPr lang="en-GB" dirty="0">
                <a:latin typeface="FoundrySterling-BookOSF" panose="02000503000000020004" pitchFamily="2" charset="0"/>
              </a:rPr>
              <a:t>	- Third ‘referee’</a:t>
            </a:r>
          </a:p>
          <a:p>
            <a:pPr marL="0" indent="0">
              <a:buNone/>
            </a:pPr>
            <a:endParaRPr lang="en-GB" dirty="0">
              <a:latin typeface="FoundrySterling-BookOSF" panose="02000503000000020004" pitchFamily="2" charset="0"/>
            </a:endParaRPr>
          </a:p>
          <a:p>
            <a:pPr marL="0" indent="0">
              <a:buNone/>
            </a:pPr>
            <a:r>
              <a:rPr lang="en-GB" dirty="0">
                <a:latin typeface="FoundrySterling-BookOSF" panose="02000503000000020004" pitchFamily="2" charset="0"/>
              </a:rPr>
              <a:t>Delimitate cohort flavours</a:t>
            </a:r>
          </a:p>
          <a:p>
            <a:pPr marL="0" indent="0">
              <a:buNone/>
            </a:pPr>
            <a:r>
              <a:rPr lang="en-GB" dirty="0">
                <a:latin typeface="FoundrySterling-BookOSF" panose="02000503000000020004" pitchFamily="2" charset="0"/>
              </a:rPr>
              <a:t>	- Narrow vs Broad</a:t>
            </a:r>
          </a:p>
          <a:p>
            <a:pPr marL="0" indent="0">
              <a:buNone/>
            </a:pPr>
            <a:r>
              <a:rPr lang="en-GB" dirty="0">
                <a:latin typeface="FoundrySterling-BookOSF" panose="02000503000000020004" pitchFamily="2" charset="0"/>
              </a:rPr>
              <a:t>	- Incident vs Prevalent</a:t>
            </a:r>
          </a:p>
          <a:p>
            <a:pPr marL="0" indent="0">
              <a:buNone/>
            </a:pPr>
            <a:r>
              <a:rPr lang="en-GB" dirty="0">
                <a:latin typeface="FoundrySterling-BookOSF" panose="02000503000000020004" pitchFamily="2" charset="0"/>
              </a:rPr>
              <a:t>	- Secondary vs Primary vs All</a:t>
            </a:r>
          </a:p>
          <a:p>
            <a:pPr marL="0" indent="0">
              <a:buNone/>
            </a:pPr>
            <a:r>
              <a:rPr lang="en-GB" dirty="0">
                <a:latin typeface="FoundrySterling-BookOSF" panose="02000503000000020004" pitchFamily="2" charset="0"/>
              </a:rPr>
              <a:t>	- …</a:t>
            </a:r>
          </a:p>
        </p:txBody>
      </p:sp>
      <p:sp>
        <p:nvSpPr>
          <p:cNvPr id="5" name="Footer Placeholder 4">
            <a:extLst>
              <a:ext uri="{FF2B5EF4-FFF2-40B4-BE49-F238E27FC236}">
                <a16:creationId xmlns:a16="http://schemas.microsoft.com/office/drawing/2014/main" id="{720CB22E-105E-0123-68D4-DAB39AC621D0}"/>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6" name="Slide Number Placeholder 5">
            <a:extLst>
              <a:ext uri="{FF2B5EF4-FFF2-40B4-BE49-F238E27FC236}">
                <a16:creationId xmlns:a16="http://schemas.microsoft.com/office/drawing/2014/main" id="{D83358BF-A1E6-C6CE-8B98-B2F6599B4058}"/>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590479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B52629-3562-7D2F-2B02-A3A5A9AEAC1B}"/>
              </a:ext>
            </a:extLst>
          </p:cNvPr>
          <p:cNvPicPr>
            <a:picLocks noChangeAspect="1"/>
          </p:cNvPicPr>
          <p:nvPr/>
        </p:nvPicPr>
        <p:blipFill>
          <a:blip r:embed="rId2"/>
          <a:stretch>
            <a:fillRect/>
          </a:stretch>
        </p:blipFill>
        <p:spPr>
          <a:xfrm>
            <a:off x="0" y="91002"/>
            <a:ext cx="12192000" cy="6504545"/>
          </a:xfrm>
          <a:prstGeom prst="rect">
            <a:avLst/>
          </a:prstGeom>
        </p:spPr>
      </p:pic>
      <p:sp>
        <p:nvSpPr>
          <p:cNvPr id="2" name="Title 1">
            <a:extLst>
              <a:ext uri="{FF2B5EF4-FFF2-40B4-BE49-F238E27FC236}">
                <a16:creationId xmlns:a16="http://schemas.microsoft.com/office/drawing/2014/main" id="{0285818D-C23F-0E2F-9C2B-C2DF4A18C591}"/>
              </a:ext>
            </a:extLst>
          </p:cNvPr>
          <p:cNvSpPr>
            <a:spLocks noGrp="1"/>
          </p:cNvSpPr>
          <p:nvPr>
            <p:ph type="title"/>
          </p:nvPr>
        </p:nvSpPr>
        <p:spPr/>
        <p:txBody>
          <a:bodyPr/>
          <a:lstStyle/>
          <a:p>
            <a:r>
              <a:rPr lang="en-GB" dirty="0" err="1">
                <a:latin typeface="FoundrySterling-Bold" panose="02000700000000000000" pitchFamily="2" charset="0"/>
              </a:rPr>
              <a:t>Codelist</a:t>
            </a:r>
            <a:r>
              <a:rPr lang="en-GB" dirty="0">
                <a:latin typeface="FoundrySterling-Bold" panose="02000700000000000000" pitchFamily="2" charset="0"/>
              </a:rPr>
              <a:t> review</a:t>
            </a:r>
          </a:p>
        </p:txBody>
      </p:sp>
    </p:spTree>
    <p:extLst>
      <p:ext uri="{BB962C8B-B14F-4D97-AF65-F5344CB8AC3E}">
        <p14:creationId xmlns:p14="http://schemas.microsoft.com/office/powerpoint/2010/main" val="38486619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5818D-C23F-0E2F-9C2B-C2DF4A18C591}"/>
              </a:ext>
            </a:extLst>
          </p:cNvPr>
          <p:cNvSpPr>
            <a:spLocks noGrp="1"/>
          </p:cNvSpPr>
          <p:nvPr>
            <p:ph type="title"/>
          </p:nvPr>
        </p:nvSpPr>
        <p:spPr/>
        <p:txBody>
          <a:bodyPr/>
          <a:lstStyle/>
          <a:p>
            <a:r>
              <a:rPr lang="en-GB" dirty="0">
                <a:latin typeface="FoundrySterling-Bold" panose="02000700000000000000" pitchFamily="2" charset="0"/>
              </a:rPr>
              <a:t>3.3 Cohort definition</a:t>
            </a:r>
          </a:p>
        </p:txBody>
      </p:sp>
      <p:sp>
        <p:nvSpPr>
          <p:cNvPr id="3" name="Content Placeholder 2">
            <a:extLst>
              <a:ext uri="{FF2B5EF4-FFF2-40B4-BE49-F238E27FC236}">
                <a16:creationId xmlns:a16="http://schemas.microsoft.com/office/drawing/2014/main" id="{1501D05F-00EC-0F13-A18D-324EEF645277}"/>
              </a:ext>
            </a:extLst>
          </p:cNvPr>
          <p:cNvSpPr>
            <a:spLocks noGrp="1"/>
          </p:cNvSpPr>
          <p:nvPr>
            <p:ph idx="1"/>
          </p:nvPr>
        </p:nvSpPr>
        <p:spPr/>
        <p:txBody>
          <a:bodyPr>
            <a:normAutofit/>
          </a:bodyPr>
          <a:lstStyle/>
          <a:p>
            <a:pPr marL="0" indent="0">
              <a:buNone/>
            </a:pPr>
            <a:r>
              <a:rPr lang="en-GB" dirty="0">
                <a:latin typeface="FoundrySterling-BookOSF" panose="02000503000000020004" pitchFamily="2" charset="0"/>
              </a:rPr>
              <a:t>Cohort for each flavour:</a:t>
            </a:r>
          </a:p>
          <a:p>
            <a:pPr marL="0" indent="0">
              <a:buNone/>
            </a:pPr>
            <a:r>
              <a:rPr lang="en-GB" dirty="0">
                <a:latin typeface="FoundrySterling-BookOSF" panose="02000503000000020004" pitchFamily="2" charset="0"/>
              </a:rPr>
              <a:t>Determine start of follow up criteria:</a:t>
            </a:r>
          </a:p>
          <a:p>
            <a:pPr marL="0" indent="0">
              <a:buNone/>
            </a:pPr>
            <a:r>
              <a:rPr lang="en-GB" dirty="0">
                <a:latin typeface="FoundrySterling-BookOSF" panose="02000503000000020004" pitchFamily="2" charset="0"/>
              </a:rPr>
              <a:t>	Index event/s</a:t>
            </a:r>
          </a:p>
          <a:p>
            <a:pPr marL="0" indent="0">
              <a:buNone/>
            </a:pPr>
            <a:r>
              <a:rPr lang="en-GB" dirty="0">
                <a:latin typeface="FoundrySterling-BookOSF" panose="02000503000000020004" pitchFamily="2" charset="0"/>
              </a:rPr>
              <a:t>	Inclusion/exclusion criteria</a:t>
            </a:r>
          </a:p>
          <a:p>
            <a:pPr marL="0" indent="0">
              <a:buNone/>
            </a:pPr>
            <a:r>
              <a:rPr lang="en-GB" dirty="0">
                <a:latin typeface="FoundrySterling-BookOSF" panose="02000503000000020004" pitchFamily="2" charset="0"/>
              </a:rPr>
              <a:t>	Time in observation</a:t>
            </a:r>
          </a:p>
          <a:p>
            <a:pPr marL="0" indent="0">
              <a:buNone/>
            </a:pPr>
            <a:endParaRPr lang="en-GB" dirty="0">
              <a:latin typeface="FoundrySterling-BookOSF" panose="02000503000000020004" pitchFamily="2" charset="0"/>
            </a:endParaRPr>
          </a:p>
          <a:p>
            <a:pPr marL="0" indent="0">
              <a:buNone/>
            </a:pPr>
            <a:endParaRPr lang="en-GB" dirty="0">
              <a:latin typeface="FoundrySterling-BookOSF" panose="02000503000000020004" pitchFamily="2" charset="0"/>
            </a:endParaRPr>
          </a:p>
          <a:p>
            <a:pPr marL="0" indent="0">
              <a:buNone/>
            </a:pPr>
            <a:r>
              <a:rPr lang="en-GB" dirty="0">
                <a:latin typeface="FoundrySterling-BookOSF" panose="02000503000000020004" pitchFamily="2" charset="0"/>
              </a:rPr>
              <a:t>	</a:t>
            </a:r>
          </a:p>
        </p:txBody>
      </p:sp>
      <p:sp>
        <p:nvSpPr>
          <p:cNvPr id="5" name="CuadroTexto 4">
            <a:extLst>
              <a:ext uri="{FF2B5EF4-FFF2-40B4-BE49-F238E27FC236}">
                <a16:creationId xmlns:a16="http://schemas.microsoft.com/office/drawing/2014/main" id="{B9BE3DD9-61DC-7D67-D7A2-78F4873A3759}"/>
              </a:ext>
            </a:extLst>
          </p:cNvPr>
          <p:cNvSpPr txBox="1"/>
          <p:nvPr/>
        </p:nvSpPr>
        <p:spPr>
          <a:xfrm>
            <a:off x="6713034" y="1732156"/>
            <a:ext cx="6096000" cy="2246769"/>
          </a:xfrm>
          <a:prstGeom prst="rect">
            <a:avLst/>
          </a:prstGeom>
          <a:noFill/>
        </p:spPr>
        <p:txBody>
          <a:bodyPr wrap="square">
            <a:spAutoFit/>
          </a:bodyPr>
          <a:lstStyle/>
          <a:p>
            <a:pPr marL="0" indent="0">
              <a:buNone/>
            </a:pPr>
            <a:r>
              <a:rPr lang="en-GB" sz="2800" dirty="0">
                <a:latin typeface="FoundrySterling-BookOSF" panose="02000503000000020004" pitchFamily="2" charset="0"/>
              </a:rPr>
              <a:t>Determine end of follow up:</a:t>
            </a:r>
          </a:p>
          <a:p>
            <a:pPr marL="0" indent="0">
              <a:buNone/>
            </a:pPr>
            <a:r>
              <a:rPr lang="en-GB" sz="2800" dirty="0">
                <a:latin typeface="FoundrySterling-BookOSF" panose="02000503000000020004" pitchFamily="2" charset="0"/>
              </a:rPr>
              <a:t>	Duration disease/drug use	</a:t>
            </a:r>
          </a:p>
          <a:p>
            <a:pPr marL="0" indent="0">
              <a:buNone/>
            </a:pPr>
            <a:r>
              <a:rPr lang="en-GB" sz="2800" dirty="0">
                <a:latin typeface="FoundrySterling-BookOSF" panose="02000503000000020004" pitchFamily="2" charset="0"/>
              </a:rPr>
              <a:t>	Death</a:t>
            </a:r>
          </a:p>
          <a:p>
            <a:pPr marL="0" indent="0">
              <a:buNone/>
            </a:pPr>
            <a:r>
              <a:rPr lang="en-GB" sz="2800" dirty="0">
                <a:latin typeface="FoundrySterling-BookOSF" panose="02000503000000020004" pitchFamily="2" charset="0"/>
              </a:rPr>
              <a:t>	End of observation</a:t>
            </a:r>
          </a:p>
          <a:p>
            <a:pPr marL="0" indent="0">
              <a:buNone/>
            </a:pPr>
            <a:r>
              <a:rPr lang="en-GB" sz="2800" dirty="0">
                <a:latin typeface="FoundrySterling-BookOSF" panose="02000503000000020004" pitchFamily="2" charset="0"/>
              </a:rPr>
              <a:t>	Censor at certain events</a:t>
            </a:r>
          </a:p>
        </p:txBody>
      </p:sp>
      <p:sp>
        <p:nvSpPr>
          <p:cNvPr id="7" name="CuadroTexto 6">
            <a:extLst>
              <a:ext uri="{FF2B5EF4-FFF2-40B4-BE49-F238E27FC236}">
                <a16:creationId xmlns:a16="http://schemas.microsoft.com/office/drawing/2014/main" id="{2ABF3B3C-6477-DAC2-2DCE-704944FDB4F3}"/>
              </a:ext>
            </a:extLst>
          </p:cNvPr>
          <p:cNvSpPr txBox="1"/>
          <p:nvPr/>
        </p:nvSpPr>
        <p:spPr>
          <a:xfrm>
            <a:off x="596591" y="4170003"/>
            <a:ext cx="6426818" cy="2246769"/>
          </a:xfrm>
          <a:prstGeom prst="rect">
            <a:avLst/>
          </a:prstGeom>
          <a:noFill/>
        </p:spPr>
        <p:txBody>
          <a:bodyPr wrap="square">
            <a:spAutoFit/>
          </a:bodyPr>
          <a:lstStyle/>
          <a:p>
            <a:pPr marL="0" indent="0">
              <a:buNone/>
            </a:pPr>
            <a:r>
              <a:rPr lang="en-GB" sz="2800" dirty="0">
                <a:latin typeface="FoundrySterling-BookOSF" panose="02000503000000020004" pitchFamily="2" charset="0"/>
              </a:rPr>
              <a:t>Tools:</a:t>
            </a:r>
          </a:p>
          <a:p>
            <a:pPr marL="0" indent="0">
              <a:buNone/>
            </a:pPr>
            <a:r>
              <a:rPr lang="en-GB" sz="2800" dirty="0">
                <a:latin typeface="FoundrySterling-BookOSF" panose="02000503000000020004" pitchFamily="2" charset="0"/>
              </a:rPr>
              <a:t>	- </a:t>
            </a:r>
            <a:r>
              <a:rPr lang="en-GB" sz="2800" dirty="0" err="1">
                <a:latin typeface="FoundrySterling-BookOSF" panose="02000503000000020004" pitchFamily="2" charset="0"/>
              </a:rPr>
              <a:t>CohortConstructor</a:t>
            </a:r>
            <a:endParaRPr lang="en-GB" sz="2800" dirty="0">
              <a:latin typeface="FoundrySterling-BookOSF" panose="02000503000000020004" pitchFamily="2" charset="0"/>
            </a:endParaRPr>
          </a:p>
          <a:p>
            <a:r>
              <a:rPr lang="en-GB" sz="2800" dirty="0">
                <a:latin typeface="FoundrySterling-BookOSF" panose="02000503000000020004" pitchFamily="2" charset="0"/>
              </a:rPr>
              <a:t>	- </a:t>
            </a:r>
            <a:r>
              <a:rPr lang="en-GB" sz="2800" dirty="0" err="1">
                <a:latin typeface="FoundrySterling-BookOSF" panose="02000503000000020004" pitchFamily="2" charset="0"/>
              </a:rPr>
              <a:t>capR</a:t>
            </a:r>
            <a:endParaRPr lang="en-GB" sz="2800" dirty="0">
              <a:latin typeface="FoundrySterling-BookOSF" panose="02000503000000020004" pitchFamily="2" charset="0"/>
            </a:endParaRPr>
          </a:p>
          <a:p>
            <a:r>
              <a:rPr lang="en-GB" sz="2800" dirty="0">
                <a:latin typeface="FoundrySterling-BookOSF" panose="02000503000000020004" pitchFamily="2" charset="0"/>
              </a:rPr>
              <a:t>	- ATLAS</a:t>
            </a:r>
          </a:p>
          <a:p>
            <a:pPr marL="0" indent="0">
              <a:buNone/>
            </a:pPr>
            <a:endParaRPr lang="en-GB" sz="2800" dirty="0">
              <a:latin typeface="FoundrySterling-BookOSF" panose="02000503000000020004" pitchFamily="2" charset="0"/>
            </a:endParaRPr>
          </a:p>
        </p:txBody>
      </p:sp>
      <p:sp>
        <p:nvSpPr>
          <p:cNvPr id="6" name="Footer Placeholder 4">
            <a:extLst>
              <a:ext uri="{FF2B5EF4-FFF2-40B4-BE49-F238E27FC236}">
                <a16:creationId xmlns:a16="http://schemas.microsoft.com/office/drawing/2014/main" id="{A367C411-AB74-CF66-7C66-888F9428225D}"/>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8" name="Slide Number Placeholder 5">
            <a:extLst>
              <a:ext uri="{FF2B5EF4-FFF2-40B4-BE49-F238E27FC236}">
                <a16:creationId xmlns:a16="http://schemas.microsoft.com/office/drawing/2014/main" id="{FDAAF610-8406-37F3-D6D1-E0A6B9CB0ECD}"/>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321572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5818D-C23F-0E2F-9C2B-C2DF4A18C591}"/>
              </a:ext>
            </a:extLst>
          </p:cNvPr>
          <p:cNvSpPr>
            <a:spLocks noGrp="1"/>
          </p:cNvSpPr>
          <p:nvPr>
            <p:ph type="title"/>
          </p:nvPr>
        </p:nvSpPr>
        <p:spPr/>
        <p:txBody>
          <a:bodyPr/>
          <a:lstStyle/>
          <a:p>
            <a:r>
              <a:rPr lang="en-GB" dirty="0">
                <a:latin typeface="FoundrySterling-Bold" panose="02000700000000000000" pitchFamily="2" charset="0"/>
              </a:rPr>
              <a:t>4 Cohort review / diagnostics</a:t>
            </a:r>
          </a:p>
        </p:txBody>
      </p:sp>
      <p:sp>
        <p:nvSpPr>
          <p:cNvPr id="3" name="Content Placeholder 2">
            <a:extLst>
              <a:ext uri="{FF2B5EF4-FFF2-40B4-BE49-F238E27FC236}">
                <a16:creationId xmlns:a16="http://schemas.microsoft.com/office/drawing/2014/main" id="{1501D05F-00EC-0F13-A18D-324EEF645277}"/>
              </a:ext>
            </a:extLst>
          </p:cNvPr>
          <p:cNvSpPr>
            <a:spLocks noGrp="1"/>
          </p:cNvSpPr>
          <p:nvPr>
            <p:ph idx="1"/>
          </p:nvPr>
        </p:nvSpPr>
        <p:spPr/>
        <p:txBody>
          <a:bodyPr>
            <a:normAutofit fontScale="92500" lnSpcReduction="20000"/>
          </a:bodyPr>
          <a:lstStyle/>
          <a:p>
            <a:pPr marL="0" indent="0">
              <a:buNone/>
            </a:pPr>
            <a:r>
              <a:rPr lang="en-GB" dirty="0">
                <a:latin typeface="FoundrySterling-BookOSF" panose="02000503000000020004" pitchFamily="2" charset="0"/>
              </a:rPr>
              <a:t>Make sure cohorts represent what we want</a:t>
            </a:r>
          </a:p>
          <a:p>
            <a:pPr marL="0" indent="0">
              <a:buNone/>
            </a:pPr>
            <a:endParaRPr lang="en-GB" dirty="0">
              <a:latin typeface="FoundrySterling-BookOSF" panose="02000503000000020004" pitchFamily="2" charset="0"/>
            </a:endParaRPr>
          </a:p>
          <a:p>
            <a:pPr marL="0" indent="0">
              <a:buNone/>
            </a:pPr>
            <a:r>
              <a:rPr lang="en-GB" dirty="0">
                <a:latin typeface="FoundrySterling-BookOSF" panose="02000503000000020004" pitchFamily="2" charset="0"/>
              </a:rPr>
              <a:t>Check for every database:</a:t>
            </a:r>
          </a:p>
          <a:p>
            <a:r>
              <a:rPr lang="en-GB" dirty="0">
                <a:latin typeface="FoundrySterling-BookOSF" panose="02000503000000020004" pitchFamily="2" charset="0"/>
              </a:rPr>
              <a:t>Included / index concepts</a:t>
            </a:r>
          </a:p>
          <a:p>
            <a:r>
              <a:rPr lang="en-GB" dirty="0">
                <a:latin typeface="FoundrySterling-BookOSF" panose="02000503000000020004" pitchFamily="2" charset="0"/>
              </a:rPr>
              <a:t>‘Orphan’ (missed) concepts: source or standard</a:t>
            </a:r>
          </a:p>
          <a:p>
            <a:r>
              <a:rPr lang="en-GB" dirty="0">
                <a:latin typeface="FoundrySterling-BookOSF" panose="02000503000000020004" pitchFamily="2" charset="0"/>
              </a:rPr>
              <a:t>Disease epi – incidence/prevalence ~ previous knowledge</a:t>
            </a:r>
          </a:p>
          <a:p>
            <a:r>
              <a:rPr lang="en-GB" dirty="0">
                <a:latin typeface="FoundrySterling-BookOSF" panose="02000503000000020004" pitchFamily="2" charset="0"/>
              </a:rPr>
              <a:t>Socio-demographics – age and sex profiles ~ previous knowledge</a:t>
            </a:r>
          </a:p>
          <a:p>
            <a:r>
              <a:rPr lang="en-GB" dirty="0">
                <a:latin typeface="FoundrySterling-BookOSF" panose="02000503000000020004" pitchFamily="2" charset="0"/>
              </a:rPr>
              <a:t>Work/up etc before index date ~ Clinical Description</a:t>
            </a:r>
          </a:p>
          <a:p>
            <a:r>
              <a:rPr lang="en-GB" dirty="0">
                <a:latin typeface="FoundrySterling-BookOSF" panose="02000503000000020004" pitchFamily="2" charset="0"/>
              </a:rPr>
              <a:t>Consistent treatments after index date ~ Clinical Description</a:t>
            </a:r>
          </a:p>
          <a:p>
            <a:r>
              <a:rPr lang="en-GB" dirty="0">
                <a:latin typeface="FoundrySterling-BookOSF" panose="02000503000000020004" pitchFamily="2" charset="0"/>
              </a:rPr>
              <a:t>Overlap between different phenotypes: e.g. broad vs narrow</a:t>
            </a:r>
          </a:p>
          <a:p>
            <a:pPr marL="0" indent="0">
              <a:buNone/>
            </a:pPr>
            <a:endParaRPr lang="en-GB" b="1" dirty="0">
              <a:latin typeface="FoundrySterling-BookOSF" panose="02000503000000020004" pitchFamily="2" charset="0"/>
            </a:endParaRPr>
          </a:p>
        </p:txBody>
      </p:sp>
      <p:sp>
        <p:nvSpPr>
          <p:cNvPr id="5" name="Footer Placeholder 4">
            <a:extLst>
              <a:ext uri="{FF2B5EF4-FFF2-40B4-BE49-F238E27FC236}">
                <a16:creationId xmlns:a16="http://schemas.microsoft.com/office/drawing/2014/main" id="{400DA88B-9C27-B0CA-86F9-CDE1B814D48A}"/>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6" name="Slide Number Placeholder 5">
            <a:extLst>
              <a:ext uri="{FF2B5EF4-FFF2-40B4-BE49-F238E27FC236}">
                <a16:creationId xmlns:a16="http://schemas.microsoft.com/office/drawing/2014/main" id="{C64D7BF7-350D-1F2D-3710-BEFE47E267EC}"/>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36304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D6578-0758-BC13-9A07-475A7D8D3537}"/>
              </a:ext>
            </a:extLst>
          </p:cNvPr>
          <p:cNvSpPr>
            <a:spLocks noGrp="1"/>
          </p:cNvSpPr>
          <p:nvPr>
            <p:ph type="title"/>
          </p:nvPr>
        </p:nvSpPr>
        <p:spPr/>
        <p:txBody>
          <a:bodyPr/>
          <a:lstStyle/>
          <a:p>
            <a:r>
              <a:rPr lang="en-GB" dirty="0">
                <a:latin typeface="FoundrySterling-Bold" panose="02000700000000000000" pitchFamily="2" charset="0"/>
              </a:rPr>
              <a:t>4 Cohort review / diagnostics (2)</a:t>
            </a:r>
            <a:endParaRPr lang="en-US" dirty="0"/>
          </a:p>
        </p:txBody>
      </p:sp>
      <p:sp>
        <p:nvSpPr>
          <p:cNvPr id="3" name="Content Placeholder 2">
            <a:extLst>
              <a:ext uri="{FF2B5EF4-FFF2-40B4-BE49-F238E27FC236}">
                <a16:creationId xmlns:a16="http://schemas.microsoft.com/office/drawing/2014/main" id="{7E336304-BE12-9D37-A474-E8946FFF408C}"/>
              </a:ext>
            </a:extLst>
          </p:cNvPr>
          <p:cNvSpPr>
            <a:spLocks noGrp="1"/>
          </p:cNvSpPr>
          <p:nvPr>
            <p:ph idx="1"/>
          </p:nvPr>
        </p:nvSpPr>
        <p:spPr/>
        <p:txBody>
          <a:bodyPr>
            <a:normAutofit fontScale="92500" lnSpcReduction="20000"/>
          </a:bodyPr>
          <a:lstStyle/>
          <a:p>
            <a:pPr marL="0" indent="0">
              <a:buNone/>
            </a:pPr>
            <a:r>
              <a:rPr lang="en-US" dirty="0"/>
              <a:t>TOOLS</a:t>
            </a:r>
          </a:p>
          <a:p>
            <a:pPr marL="0" indent="0">
              <a:buNone/>
            </a:pPr>
            <a:endParaRPr lang="en-US" dirty="0"/>
          </a:p>
          <a:p>
            <a:pPr marL="0" indent="0">
              <a:buNone/>
            </a:pPr>
            <a:r>
              <a:rPr lang="en-GB" dirty="0">
                <a:latin typeface="FoundrySterling-BookOSF" panose="02000503000000020004" pitchFamily="2" charset="0"/>
              </a:rPr>
              <a:t>- </a:t>
            </a:r>
            <a:r>
              <a:rPr lang="en-GB" dirty="0" err="1">
                <a:latin typeface="FoundrySterling-BookOSF" panose="02000503000000020004" pitchFamily="2" charset="0"/>
              </a:rPr>
              <a:t>PhenotypeR</a:t>
            </a:r>
            <a:r>
              <a:rPr lang="en-GB" dirty="0">
                <a:latin typeface="FoundrySterling-BookOSF" panose="02000503000000020004" pitchFamily="2" charset="0"/>
              </a:rPr>
              <a:t> (by HDS) </a:t>
            </a:r>
          </a:p>
          <a:p>
            <a:pPr marL="0" indent="0">
              <a:buNone/>
            </a:pPr>
            <a:r>
              <a:rPr lang="en-GB" dirty="0">
                <a:latin typeface="FoundrySterling-BookOSF" panose="02000503000000020004" pitchFamily="2" charset="0"/>
              </a:rPr>
              <a:t>- Cohort diagnostics (by OHDSI) or</a:t>
            </a:r>
          </a:p>
          <a:p>
            <a:pPr marL="0" indent="0">
              <a:buNone/>
            </a:pPr>
            <a:r>
              <a:rPr lang="en-GB" dirty="0">
                <a:latin typeface="FoundrySterling-BookOSF" panose="02000503000000020004" pitchFamily="2" charset="0"/>
              </a:rPr>
              <a:t>- Drug exposure diagnostics (by DARWIN EU®)  or</a:t>
            </a:r>
          </a:p>
          <a:p>
            <a:pPr marL="0" indent="0">
              <a:buNone/>
            </a:pPr>
            <a:endParaRPr lang="en-GB" dirty="0">
              <a:latin typeface="FoundrySterling-BookOSF" panose="02000503000000020004" pitchFamily="2" charset="0"/>
            </a:endParaRPr>
          </a:p>
          <a:p>
            <a:pPr marL="0" indent="0">
              <a:buNone/>
            </a:pPr>
            <a:r>
              <a:rPr lang="en-GB" dirty="0">
                <a:latin typeface="FoundrySterling-BookOSF" panose="02000503000000020004" pitchFamily="2" charset="0"/>
              </a:rPr>
              <a:t>+</a:t>
            </a:r>
          </a:p>
          <a:p>
            <a:pPr marL="0" indent="0">
              <a:buNone/>
            </a:pPr>
            <a:endParaRPr lang="en-GB" dirty="0">
              <a:latin typeface="FoundrySterling-BookOSF" panose="02000503000000020004" pitchFamily="2" charset="0"/>
            </a:endParaRPr>
          </a:p>
          <a:p>
            <a:pPr>
              <a:buFont typeface="Wingdings" pitchFamily="2" charset="2"/>
              <a:buChar char="Ø"/>
            </a:pPr>
            <a:r>
              <a:rPr lang="en-GB" dirty="0">
                <a:latin typeface="FoundrySterling-BookOSF" panose="02000503000000020004" pitchFamily="2" charset="0"/>
              </a:rPr>
              <a:t>Phenotype/cohort diagnostics review form</a:t>
            </a:r>
          </a:p>
          <a:p>
            <a:pPr>
              <a:buFont typeface="Wingdings" pitchFamily="2" charset="2"/>
              <a:buChar char="Ø"/>
            </a:pPr>
            <a:r>
              <a:rPr lang="en-GB" dirty="0">
                <a:latin typeface="FoundrySterling-BookOSF" panose="02000503000000020004" pitchFamily="2" charset="0"/>
              </a:rPr>
              <a:t>Drug exposure review form</a:t>
            </a:r>
          </a:p>
          <a:p>
            <a:pPr marL="0" indent="0">
              <a:buNone/>
            </a:pPr>
            <a:endParaRPr lang="en-US" dirty="0"/>
          </a:p>
        </p:txBody>
      </p:sp>
      <p:sp>
        <p:nvSpPr>
          <p:cNvPr id="5" name="Footer Placeholder 4">
            <a:extLst>
              <a:ext uri="{FF2B5EF4-FFF2-40B4-BE49-F238E27FC236}">
                <a16:creationId xmlns:a16="http://schemas.microsoft.com/office/drawing/2014/main" id="{01713C1C-7CCE-61A9-955F-5C6533475CAB}"/>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6" name="Slide Number Placeholder 5">
            <a:extLst>
              <a:ext uri="{FF2B5EF4-FFF2-40B4-BE49-F238E27FC236}">
                <a16:creationId xmlns:a16="http://schemas.microsoft.com/office/drawing/2014/main" id="{9D19702D-B8A5-91B4-3480-E088C9E0397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094671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358D73B3-97AC-D045-2E9D-DAACA6D35E6E}"/>
              </a:ext>
            </a:extLst>
          </p:cNvPr>
          <p:cNvSpPr>
            <a:spLocks noGrp="1"/>
          </p:cNvSpPr>
          <p:nvPr>
            <p:ph type="ctrTitle"/>
          </p:nvPr>
        </p:nvSpPr>
        <p:spPr/>
        <p:txBody>
          <a:bodyPr/>
          <a:lstStyle/>
          <a:p>
            <a:endParaRPr lang="en-GB"/>
          </a:p>
        </p:txBody>
      </p:sp>
      <p:sp>
        <p:nvSpPr>
          <p:cNvPr id="15" name="Subtitle 14">
            <a:extLst>
              <a:ext uri="{FF2B5EF4-FFF2-40B4-BE49-F238E27FC236}">
                <a16:creationId xmlns:a16="http://schemas.microsoft.com/office/drawing/2014/main" id="{25DA38FD-6E80-6DA4-228E-699DC9763672}"/>
              </a:ext>
            </a:extLst>
          </p:cNvPr>
          <p:cNvSpPr>
            <a:spLocks noGrp="1"/>
          </p:cNvSpPr>
          <p:nvPr>
            <p:ph type="subTitle" idx="1"/>
          </p:nvPr>
        </p:nvSpPr>
        <p:spPr/>
        <p:txBody>
          <a:bodyPr/>
          <a:lstStyle/>
          <a:p>
            <a:endParaRPr lang="en-GB"/>
          </a:p>
        </p:txBody>
      </p:sp>
      <p:sp>
        <p:nvSpPr>
          <p:cNvPr id="8" name="Footer Placeholder 4">
            <a:extLst>
              <a:ext uri="{FF2B5EF4-FFF2-40B4-BE49-F238E27FC236}">
                <a16:creationId xmlns:a16="http://schemas.microsoft.com/office/drawing/2014/main" id="{CE91D1CA-AAF0-5312-7C33-B7B376DA0DA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9" name="Slide Number Placeholder 5">
            <a:extLst>
              <a:ext uri="{FF2B5EF4-FFF2-40B4-BE49-F238E27FC236}">
                <a16:creationId xmlns:a16="http://schemas.microsoft.com/office/drawing/2014/main" id="{28DECF03-2D57-4BAC-EC0B-8D60E18416A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pic>
        <p:nvPicPr>
          <p:cNvPr id="13" name="Picture 12">
            <a:extLst>
              <a:ext uri="{FF2B5EF4-FFF2-40B4-BE49-F238E27FC236}">
                <a16:creationId xmlns:a16="http://schemas.microsoft.com/office/drawing/2014/main" id="{96AB73DC-B76C-A7D8-8AD7-3A2671066224}"/>
              </a:ext>
            </a:extLst>
          </p:cNvPr>
          <p:cNvPicPr>
            <a:picLocks noChangeAspect="1"/>
          </p:cNvPicPr>
          <p:nvPr/>
        </p:nvPicPr>
        <p:blipFill>
          <a:blip r:embed="rId2"/>
          <a:stretch>
            <a:fillRect/>
          </a:stretch>
        </p:blipFill>
        <p:spPr>
          <a:xfrm>
            <a:off x="0" y="309447"/>
            <a:ext cx="12212872" cy="5857389"/>
          </a:xfrm>
          <a:prstGeom prst="rect">
            <a:avLst/>
          </a:prstGeom>
        </p:spPr>
      </p:pic>
    </p:spTree>
    <p:extLst>
      <p:ext uri="{BB962C8B-B14F-4D97-AF65-F5344CB8AC3E}">
        <p14:creationId xmlns:p14="http://schemas.microsoft.com/office/powerpoint/2010/main" val="4608354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2C7C4D7-CF72-32B6-DC1E-B83A53288DE7}"/>
              </a:ext>
            </a:extLst>
          </p:cNvPr>
          <p:cNvSpPr txBox="1">
            <a:spLocks/>
          </p:cNvSpPr>
          <p:nvPr/>
        </p:nvSpPr>
        <p:spPr>
          <a:xfrm>
            <a:off x="1610785" y="-391357"/>
            <a:ext cx="11025554"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4800" b="0" i="0" u="none" strike="noStrike" kern="1200" cap="none" spc="0" normalizeH="0" baseline="0" noProof="0" dirty="0">
                <a:ln>
                  <a:noFill/>
                </a:ln>
                <a:solidFill>
                  <a:prstClr val="black"/>
                </a:solidFill>
                <a:effectLst/>
                <a:uLnTx/>
                <a:uFillTx/>
                <a:latin typeface="FoundrySterling-Bold" panose="02000700000000000000" pitchFamily="2" charset="0"/>
                <a:ea typeface="+mj-ea"/>
                <a:cs typeface="+mj-cs"/>
              </a:rPr>
              <a:t>Orphan codes review</a:t>
            </a:r>
          </a:p>
        </p:txBody>
      </p:sp>
      <p:pic>
        <p:nvPicPr>
          <p:cNvPr id="9" name="Picture 8">
            <a:extLst>
              <a:ext uri="{FF2B5EF4-FFF2-40B4-BE49-F238E27FC236}">
                <a16:creationId xmlns:a16="http://schemas.microsoft.com/office/drawing/2014/main" id="{A36E7C40-6FF9-BD88-27C5-CB6E3455201F}"/>
              </a:ext>
            </a:extLst>
          </p:cNvPr>
          <p:cNvPicPr>
            <a:picLocks noChangeAspect="1"/>
          </p:cNvPicPr>
          <p:nvPr/>
        </p:nvPicPr>
        <p:blipFill>
          <a:blip r:embed="rId2"/>
          <a:stretch>
            <a:fillRect/>
          </a:stretch>
        </p:blipFill>
        <p:spPr>
          <a:xfrm>
            <a:off x="1070516" y="1287307"/>
            <a:ext cx="10214517" cy="4869200"/>
          </a:xfrm>
          <a:prstGeom prst="rect">
            <a:avLst/>
          </a:prstGeom>
        </p:spPr>
      </p:pic>
    </p:spTree>
    <p:extLst>
      <p:ext uri="{BB962C8B-B14F-4D97-AF65-F5344CB8AC3E}">
        <p14:creationId xmlns:p14="http://schemas.microsoft.com/office/powerpoint/2010/main" val="18498071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5818D-C23F-0E2F-9C2B-C2DF4A18C591}"/>
              </a:ext>
            </a:extLst>
          </p:cNvPr>
          <p:cNvSpPr>
            <a:spLocks noGrp="1"/>
          </p:cNvSpPr>
          <p:nvPr>
            <p:ph type="title"/>
          </p:nvPr>
        </p:nvSpPr>
        <p:spPr/>
        <p:txBody>
          <a:bodyPr/>
          <a:lstStyle/>
          <a:p>
            <a:r>
              <a:rPr lang="en-GB" dirty="0">
                <a:latin typeface="FoundrySterling-Bold" panose="02000700000000000000" pitchFamily="2" charset="0"/>
              </a:rPr>
              <a:t>5 – DECK Portal </a:t>
            </a:r>
          </a:p>
        </p:txBody>
      </p:sp>
      <p:sp>
        <p:nvSpPr>
          <p:cNvPr id="3" name="Content Placeholder 2">
            <a:extLst>
              <a:ext uri="{FF2B5EF4-FFF2-40B4-BE49-F238E27FC236}">
                <a16:creationId xmlns:a16="http://schemas.microsoft.com/office/drawing/2014/main" id="{1501D05F-00EC-0F13-A18D-324EEF645277}"/>
              </a:ext>
            </a:extLst>
          </p:cNvPr>
          <p:cNvSpPr>
            <a:spLocks noGrp="1"/>
          </p:cNvSpPr>
          <p:nvPr>
            <p:ph idx="1"/>
          </p:nvPr>
        </p:nvSpPr>
        <p:spPr>
          <a:xfrm>
            <a:off x="459058" y="1749502"/>
            <a:ext cx="4663069" cy="4351338"/>
          </a:xfrm>
        </p:spPr>
        <p:txBody>
          <a:bodyPr>
            <a:normAutofit/>
          </a:bodyPr>
          <a:lstStyle/>
          <a:p>
            <a:pPr marL="0" indent="0">
              <a:buNone/>
            </a:pPr>
            <a:r>
              <a:rPr lang="en-GB" dirty="0">
                <a:latin typeface="FoundrySterling-BookOSF" panose="02000503000000020004" pitchFamily="2" charset="0"/>
              </a:rPr>
              <a:t>Store cohort definitions in DECK</a:t>
            </a:r>
          </a:p>
          <a:p>
            <a:pPr marL="0" indent="0">
              <a:buNone/>
            </a:pPr>
            <a:r>
              <a:rPr lang="en-GB" dirty="0">
                <a:latin typeface="FoundrySterling-BookOSF" panose="02000503000000020004" pitchFamily="2" charset="0"/>
              </a:rPr>
              <a:t>- for indications: happy with cohort diagnostics</a:t>
            </a:r>
          </a:p>
          <a:p>
            <a:pPr marL="0" indent="0">
              <a:buNone/>
            </a:pPr>
            <a:r>
              <a:rPr lang="en-GB" dirty="0">
                <a:latin typeface="FoundrySterling-BookOSF" panose="02000503000000020004" pitchFamily="2" charset="0"/>
              </a:rPr>
              <a:t>- for regulatory outcomes: EMA / senior approval </a:t>
            </a:r>
          </a:p>
          <a:p>
            <a:pPr marL="0" indent="0">
              <a:buNone/>
            </a:pPr>
            <a:endParaRPr lang="en-GB" dirty="0">
              <a:latin typeface="FoundrySterling-BookOSF" panose="02000503000000020004" pitchFamily="2" charset="0"/>
            </a:endParaRPr>
          </a:p>
          <a:p>
            <a:pPr marL="0" indent="0">
              <a:buNone/>
            </a:pPr>
            <a:r>
              <a:rPr lang="en-GB" dirty="0">
                <a:latin typeface="FoundrySterling-BookOSF" panose="02000503000000020004" pitchFamily="2" charset="0"/>
              </a:rPr>
              <a:t>All metadata stored and reusable for future studies</a:t>
            </a:r>
          </a:p>
        </p:txBody>
      </p:sp>
      <p:pic>
        <p:nvPicPr>
          <p:cNvPr id="4" name="Picture 3">
            <a:extLst>
              <a:ext uri="{FF2B5EF4-FFF2-40B4-BE49-F238E27FC236}">
                <a16:creationId xmlns:a16="http://schemas.microsoft.com/office/drawing/2014/main" id="{D5FD7C22-E91E-98E4-66B1-742FF0F027F2}"/>
              </a:ext>
            </a:extLst>
          </p:cNvPr>
          <p:cNvPicPr>
            <a:picLocks noChangeAspect="1"/>
          </p:cNvPicPr>
          <p:nvPr/>
        </p:nvPicPr>
        <p:blipFill>
          <a:blip r:embed="rId2"/>
          <a:stretch>
            <a:fillRect/>
          </a:stretch>
        </p:blipFill>
        <p:spPr>
          <a:xfrm>
            <a:off x="5374001" y="1825625"/>
            <a:ext cx="6473197" cy="3517477"/>
          </a:xfrm>
          <a:prstGeom prst="rect">
            <a:avLst/>
          </a:prstGeom>
        </p:spPr>
      </p:pic>
      <p:sp>
        <p:nvSpPr>
          <p:cNvPr id="12" name="Footer Placeholder 4">
            <a:extLst>
              <a:ext uri="{FF2B5EF4-FFF2-40B4-BE49-F238E27FC236}">
                <a16:creationId xmlns:a16="http://schemas.microsoft.com/office/drawing/2014/main" id="{05D36F45-1D33-A70A-53B1-3E85BBB5D798}"/>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13" name="Slide Number Placeholder 5">
            <a:extLst>
              <a:ext uri="{FF2B5EF4-FFF2-40B4-BE49-F238E27FC236}">
                <a16:creationId xmlns:a16="http://schemas.microsoft.com/office/drawing/2014/main" id="{CE0E173B-7BA7-6D90-FD3E-904156DF237B}"/>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634417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Diagram&#10;&#10;Description automatically generated with medium confidence">
            <a:extLst>
              <a:ext uri="{FF2B5EF4-FFF2-40B4-BE49-F238E27FC236}">
                <a16:creationId xmlns:a16="http://schemas.microsoft.com/office/drawing/2014/main" id="{A01A6AE8-DAEC-A1E7-8B80-5D4C4D347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599" y="824949"/>
            <a:ext cx="7800975" cy="5770107"/>
          </a:xfrm>
          <a:prstGeom prst="rect">
            <a:avLst/>
          </a:prstGeom>
        </p:spPr>
      </p:pic>
      <p:sp>
        <p:nvSpPr>
          <p:cNvPr id="2" name="Rectangle 1">
            <a:extLst>
              <a:ext uri="{FF2B5EF4-FFF2-40B4-BE49-F238E27FC236}">
                <a16:creationId xmlns:a16="http://schemas.microsoft.com/office/drawing/2014/main" id="{08642C20-157E-8CED-C3BE-3F2B831710D7}"/>
              </a:ext>
            </a:extLst>
          </p:cNvPr>
          <p:cNvSpPr/>
          <p:nvPr/>
        </p:nvSpPr>
        <p:spPr>
          <a:xfrm>
            <a:off x="6772274" y="338504"/>
            <a:ext cx="1438275" cy="2114550"/>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16F38F7A-DA6E-9737-C857-BB867B683D40}"/>
              </a:ext>
            </a:extLst>
          </p:cNvPr>
          <p:cNvSpPr txBox="1"/>
          <p:nvPr/>
        </p:nvSpPr>
        <p:spPr>
          <a:xfrm>
            <a:off x="7088918" y="455617"/>
            <a:ext cx="80498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FoundrySterling-Bold" panose="02000700000000000000" pitchFamily="2" charset="0"/>
                <a:ea typeface="+mn-ea"/>
                <a:cs typeface="+mn-cs"/>
              </a:rPr>
              <a:t>DECK</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6614D175-2B83-11C8-BE3B-884411E3AB15}"/>
              </a:ext>
            </a:extLst>
          </p:cNvPr>
          <p:cNvSpPr/>
          <p:nvPr/>
        </p:nvSpPr>
        <p:spPr>
          <a:xfrm>
            <a:off x="9085259" y="338504"/>
            <a:ext cx="2465879" cy="2114550"/>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7F7CEABF-BDFF-4397-0E37-485658DC3B09}"/>
              </a:ext>
            </a:extLst>
          </p:cNvPr>
          <p:cNvSpPr txBox="1"/>
          <p:nvPr/>
        </p:nvSpPr>
        <p:spPr>
          <a:xfrm>
            <a:off x="9401902" y="455617"/>
            <a:ext cx="193040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FoundrySterling-Bold" panose="02000700000000000000" pitchFamily="2" charset="0"/>
                <a:ea typeface="+mn-ea"/>
                <a:cs typeface="+mn-cs"/>
              </a:rPr>
              <a:t>METADATA DB</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01797AE2-6161-8F35-BE01-7F22F0141C53}"/>
              </a:ext>
            </a:extLst>
          </p:cNvPr>
          <p:cNvSpPr txBox="1"/>
          <p:nvPr/>
        </p:nvSpPr>
        <p:spPr>
          <a:xfrm>
            <a:off x="9269047" y="942062"/>
            <a:ext cx="2188783"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FoundrySterling-BookOSF" panose="02000503000000020004" pitchFamily="2" charset="0"/>
                <a:ea typeface="+mn-ea"/>
                <a:cs typeface="+mn-cs"/>
              </a:rPr>
              <a:t>Database that follows the process and contains data on all forms and decisions</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7EDBDF5A-A274-4DE2-475B-F66D32A34936}"/>
              </a:ext>
            </a:extLst>
          </p:cNvPr>
          <p:cNvCxnSpPr/>
          <p:nvPr/>
        </p:nvCxnSpPr>
        <p:spPr>
          <a:xfrm flipH="1">
            <a:off x="8210549" y="824949"/>
            <a:ext cx="87471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F81B9787-BC9E-4A5D-8E14-4797D044943E}"/>
              </a:ext>
            </a:extLst>
          </p:cNvPr>
          <p:cNvSpPr/>
          <p:nvPr/>
        </p:nvSpPr>
        <p:spPr>
          <a:xfrm>
            <a:off x="9085259" y="2822386"/>
            <a:ext cx="2465879" cy="663276"/>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840E4C50-DE7A-F1F1-BF97-27F64D4F37E7}"/>
              </a:ext>
            </a:extLst>
          </p:cNvPr>
          <p:cNvSpPr txBox="1"/>
          <p:nvPr/>
        </p:nvSpPr>
        <p:spPr>
          <a:xfrm>
            <a:off x="9401902" y="2939499"/>
            <a:ext cx="193040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FoundrySterling-Bold" panose="02000700000000000000" pitchFamily="2" charset="0"/>
                <a:ea typeface="+mn-ea"/>
                <a:cs typeface="+mn-cs"/>
              </a:rPr>
              <a:t>Diagnostics DB</a:t>
            </a: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Rectángulo 3">
            <a:extLst>
              <a:ext uri="{FF2B5EF4-FFF2-40B4-BE49-F238E27FC236}">
                <a16:creationId xmlns:a16="http://schemas.microsoft.com/office/drawing/2014/main" id="{BA8C9636-F685-0C7C-F0AE-5E98BF1C5349}"/>
              </a:ext>
            </a:extLst>
          </p:cNvPr>
          <p:cNvSpPr/>
          <p:nvPr/>
        </p:nvSpPr>
        <p:spPr>
          <a:xfrm>
            <a:off x="5360193" y="4579144"/>
            <a:ext cx="686339" cy="265948"/>
          </a:xfrm>
          <a:custGeom>
            <a:avLst/>
            <a:gdLst>
              <a:gd name="connsiteX0" fmla="*/ 0 w 687806"/>
              <a:gd name="connsiteY0" fmla="*/ 0 h 270711"/>
              <a:gd name="connsiteX1" fmla="*/ 687806 w 687806"/>
              <a:gd name="connsiteY1" fmla="*/ 0 h 270711"/>
              <a:gd name="connsiteX2" fmla="*/ 687806 w 687806"/>
              <a:gd name="connsiteY2" fmla="*/ 270711 h 270711"/>
              <a:gd name="connsiteX3" fmla="*/ 0 w 687806"/>
              <a:gd name="connsiteY3" fmla="*/ 270711 h 270711"/>
              <a:gd name="connsiteX4" fmla="*/ 0 w 687806"/>
              <a:gd name="connsiteY4" fmla="*/ 0 h 270711"/>
              <a:gd name="connsiteX0" fmla="*/ 16669 w 687806"/>
              <a:gd name="connsiteY0" fmla="*/ 23812 h 270711"/>
              <a:gd name="connsiteX1" fmla="*/ 687806 w 687806"/>
              <a:gd name="connsiteY1" fmla="*/ 0 h 270711"/>
              <a:gd name="connsiteX2" fmla="*/ 687806 w 687806"/>
              <a:gd name="connsiteY2" fmla="*/ 270711 h 270711"/>
              <a:gd name="connsiteX3" fmla="*/ 0 w 687806"/>
              <a:gd name="connsiteY3" fmla="*/ 270711 h 270711"/>
              <a:gd name="connsiteX4" fmla="*/ 16669 w 687806"/>
              <a:gd name="connsiteY4" fmla="*/ 23812 h 270711"/>
              <a:gd name="connsiteX0" fmla="*/ 16669 w 687806"/>
              <a:gd name="connsiteY0" fmla="*/ 0 h 246899"/>
              <a:gd name="connsiteX1" fmla="*/ 611606 w 687806"/>
              <a:gd name="connsiteY1" fmla="*/ 9526 h 246899"/>
              <a:gd name="connsiteX2" fmla="*/ 687806 w 687806"/>
              <a:gd name="connsiteY2" fmla="*/ 246899 h 246899"/>
              <a:gd name="connsiteX3" fmla="*/ 0 w 687806"/>
              <a:gd name="connsiteY3" fmla="*/ 246899 h 246899"/>
              <a:gd name="connsiteX4" fmla="*/ 16669 w 687806"/>
              <a:gd name="connsiteY4" fmla="*/ 0 h 246899"/>
              <a:gd name="connsiteX0" fmla="*/ 16669 w 611606"/>
              <a:gd name="connsiteY0" fmla="*/ 0 h 249280"/>
              <a:gd name="connsiteX1" fmla="*/ 611606 w 611606"/>
              <a:gd name="connsiteY1" fmla="*/ 9526 h 249280"/>
              <a:gd name="connsiteX2" fmla="*/ 523500 w 611606"/>
              <a:gd name="connsiteY2" fmla="*/ 249280 h 249280"/>
              <a:gd name="connsiteX3" fmla="*/ 0 w 611606"/>
              <a:gd name="connsiteY3" fmla="*/ 246899 h 249280"/>
              <a:gd name="connsiteX4" fmla="*/ 16669 w 611606"/>
              <a:gd name="connsiteY4" fmla="*/ 0 h 249280"/>
              <a:gd name="connsiteX0" fmla="*/ 0 w 594937"/>
              <a:gd name="connsiteY0" fmla="*/ 0 h 249280"/>
              <a:gd name="connsiteX1" fmla="*/ 594937 w 594937"/>
              <a:gd name="connsiteY1" fmla="*/ 9526 h 249280"/>
              <a:gd name="connsiteX2" fmla="*/ 506831 w 594937"/>
              <a:gd name="connsiteY2" fmla="*/ 249280 h 249280"/>
              <a:gd name="connsiteX3" fmla="*/ 69056 w 594937"/>
              <a:gd name="connsiteY3" fmla="*/ 239755 h 249280"/>
              <a:gd name="connsiteX4" fmla="*/ 0 w 594937"/>
              <a:gd name="connsiteY4" fmla="*/ 0 h 249280"/>
              <a:gd name="connsiteX0" fmla="*/ 0 w 566362"/>
              <a:gd name="connsiteY0" fmla="*/ 0 h 282617"/>
              <a:gd name="connsiteX1" fmla="*/ 566362 w 566362"/>
              <a:gd name="connsiteY1" fmla="*/ 42863 h 282617"/>
              <a:gd name="connsiteX2" fmla="*/ 478256 w 566362"/>
              <a:gd name="connsiteY2" fmla="*/ 282617 h 282617"/>
              <a:gd name="connsiteX3" fmla="*/ 40481 w 566362"/>
              <a:gd name="connsiteY3" fmla="*/ 273092 h 282617"/>
              <a:gd name="connsiteX4" fmla="*/ 0 w 566362"/>
              <a:gd name="connsiteY4" fmla="*/ 0 h 282617"/>
              <a:gd name="connsiteX0" fmla="*/ 0 w 525881"/>
              <a:gd name="connsiteY0" fmla="*/ 0 h 282617"/>
              <a:gd name="connsiteX1" fmla="*/ 525881 w 525881"/>
              <a:gd name="connsiteY1" fmla="*/ 7144 h 282617"/>
              <a:gd name="connsiteX2" fmla="*/ 478256 w 525881"/>
              <a:gd name="connsiteY2" fmla="*/ 282617 h 282617"/>
              <a:gd name="connsiteX3" fmla="*/ 40481 w 525881"/>
              <a:gd name="connsiteY3" fmla="*/ 273092 h 282617"/>
              <a:gd name="connsiteX4" fmla="*/ 0 w 525881"/>
              <a:gd name="connsiteY4" fmla="*/ 0 h 282617"/>
              <a:gd name="connsiteX0" fmla="*/ 0 w 593094"/>
              <a:gd name="connsiteY0" fmla="*/ 0 h 282617"/>
              <a:gd name="connsiteX1" fmla="*/ 525881 w 593094"/>
              <a:gd name="connsiteY1" fmla="*/ 7144 h 282617"/>
              <a:gd name="connsiteX2" fmla="*/ 592556 w 593094"/>
              <a:gd name="connsiteY2" fmla="*/ 152400 h 282617"/>
              <a:gd name="connsiteX3" fmla="*/ 478256 w 593094"/>
              <a:gd name="connsiteY3" fmla="*/ 282617 h 282617"/>
              <a:gd name="connsiteX4" fmla="*/ 40481 w 593094"/>
              <a:gd name="connsiteY4" fmla="*/ 273092 h 282617"/>
              <a:gd name="connsiteX5" fmla="*/ 0 w 593094"/>
              <a:gd name="connsiteY5" fmla="*/ 0 h 282617"/>
              <a:gd name="connsiteX0" fmla="*/ 109914 w 703008"/>
              <a:gd name="connsiteY0" fmla="*/ 0 h 282617"/>
              <a:gd name="connsiteX1" fmla="*/ 635795 w 703008"/>
              <a:gd name="connsiteY1" fmla="*/ 7144 h 282617"/>
              <a:gd name="connsiteX2" fmla="*/ 702470 w 703008"/>
              <a:gd name="connsiteY2" fmla="*/ 152400 h 282617"/>
              <a:gd name="connsiteX3" fmla="*/ 588170 w 703008"/>
              <a:gd name="connsiteY3" fmla="*/ 282617 h 282617"/>
              <a:gd name="connsiteX4" fmla="*/ 150395 w 703008"/>
              <a:gd name="connsiteY4" fmla="*/ 273092 h 282617"/>
              <a:gd name="connsiteX5" fmla="*/ 0 w 703008"/>
              <a:gd name="connsiteY5" fmla="*/ 135731 h 282617"/>
              <a:gd name="connsiteX6" fmla="*/ 109914 w 703008"/>
              <a:gd name="connsiteY6" fmla="*/ 0 h 282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3008" h="282617">
                <a:moveTo>
                  <a:pt x="109914" y="0"/>
                </a:moveTo>
                <a:lnTo>
                  <a:pt x="635795" y="7144"/>
                </a:lnTo>
                <a:cubicBezTo>
                  <a:pt x="627857" y="55563"/>
                  <a:pt x="710408" y="103981"/>
                  <a:pt x="702470" y="152400"/>
                </a:cubicBezTo>
                <a:lnTo>
                  <a:pt x="588170" y="282617"/>
                </a:lnTo>
                <a:lnTo>
                  <a:pt x="150395" y="273092"/>
                </a:lnTo>
                <a:cubicBezTo>
                  <a:pt x="142332" y="229686"/>
                  <a:pt x="8063" y="179137"/>
                  <a:pt x="0" y="135731"/>
                </a:cubicBezTo>
                <a:lnTo>
                  <a:pt x="109914"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dirty="0">
                <a:ln>
                  <a:noFill/>
                </a:ln>
                <a:solidFill>
                  <a:prstClr val="black"/>
                </a:solidFill>
                <a:effectLst/>
                <a:uLnTx/>
                <a:uFillTx/>
                <a:latin typeface="Calibri" panose="020F0502020204030204"/>
                <a:ea typeface="+mn-ea"/>
                <a:cs typeface="+mn-cs"/>
              </a:rPr>
              <a:t>Risk of</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dirty="0">
                <a:ln>
                  <a:noFill/>
                </a:ln>
                <a:solidFill>
                  <a:prstClr val="black"/>
                </a:solidFill>
                <a:effectLst/>
                <a:uLnTx/>
                <a:uFillTx/>
                <a:latin typeface="Calibri" panose="020F0502020204030204"/>
                <a:ea typeface="+mn-ea"/>
                <a:cs typeface="+mn-cs"/>
              </a:rPr>
              <a:t>misclassification</a:t>
            </a:r>
          </a:p>
        </p:txBody>
      </p:sp>
    </p:spTree>
    <p:extLst>
      <p:ext uri="{BB962C8B-B14F-4D97-AF65-F5344CB8AC3E}">
        <p14:creationId xmlns:p14="http://schemas.microsoft.com/office/powerpoint/2010/main" val="2282929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0746F-84DA-58F3-99B7-D33F7B5F73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4A0924-20A0-FFBE-E022-41425E72C061}"/>
              </a:ext>
            </a:extLst>
          </p:cNvPr>
          <p:cNvSpPr>
            <a:spLocks noGrp="1"/>
          </p:cNvSpPr>
          <p:nvPr>
            <p:ph type="title"/>
          </p:nvPr>
        </p:nvSpPr>
        <p:spPr/>
        <p:txBody>
          <a:bodyPr/>
          <a:lstStyle/>
          <a:p>
            <a:r>
              <a:rPr lang="en-US" b="1" dirty="0"/>
              <a:t>Conclusion</a:t>
            </a:r>
          </a:p>
        </p:txBody>
      </p:sp>
      <p:sp>
        <p:nvSpPr>
          <p:cNvPr id="3" name="Content Placeholder 2">
            <a:extLst>
              <a:ext uri="{FF2B5EF4-FFF2-40B4-BE49-F238E27FC236}">
                <a16:creationId xmlns:a16="http://schemas.microsoft.com/office/drawing/2014/main" id="{4C7FAAD0-5E12-10C3-464E-768A65ECF78F}"/>
              </a:ext>
            </a:extLst>
          </p:cNvPr>
          <p:cNvSpPr>
            <a:spLocks noGrp="1"/>
          </p:cNvSpPr>
          <p:nvPr>
            <p:ph idx="1"/>
          </p:nvPr>
        </p:nvSpPr>
        <p:spPr/>
        <p:txBody>
          <a:bodyPr>
            <a:normAutofit fontScale="92500" lnSpcReduction="20000"/>
          </a:bodyPr>
          <a:lstStyle/>
          <a:p>
            <a:pPr>
              <a:lnSpc>
                <a:spcPct val="150000"/>
              </a:lnSpc>
            </a:pPr>
            <a:r>
              <a:rPr lang="en-US" sz="3200" dirty="0"/>
              <a:t>Phenotyping is difficult! </a:t>
            </a:r>
          </a:p>
          <a:p>
            <a:pPr>
              <a:lnSpc>
                <a:spcPct val="150000"/>
              </a:lnSpc>
            </a:pPr>
            <a:r>
              <a:rPr lang="en-US" sz="3200" dirty="0"/>
              <a:t>More in federated networks</a:t>
            </a:r>
          </a:p>
          <a:p>
            <a:pPr>
              <a:lnSpc>
                <a:spcPct val="150000"/>
              </a:lnSpc>
            </a:pPr>
            <a:r>
              <a:rPr lang="en-US" sz="3200" dirty="0"/>
              <a:t>We need to ensure transparency, traceability, and reproducibility</a:t>
            </a:r>
          </a:p>
          <a:p>
            <a:pPr>
              <a:lnSpc>
                <a:spcPct val="150000"/>
              </a:lnSpc>
            </a:pPr>
            <a:r>
              <a:rPr lang="en-US" sz="3200" dirty="0"/>
              <a:t>Quality control and diagnostics are crucial</a:t>
            </a:r>
          </a:p>
          <a:p>
            <a:pPr>
              <a:lnSpc>
                <a:spcPct val="150000"/>
              </a:lnSpc>
            </a:pPr>
            <a:r>
              <a:rPr lang="en-US" sz="3200"/>
              <a:t>We are going to </a:t>
            </a:r>
            <a:r>
              <a:rPr lang="en-US" sz="3200" dirty="0"/>
              <a:t>practice this afternoon!</a:t>
            </a:r>
          </a:p>
        </p:txBody>
      </p:sp>
      <p:sp>
        <p:nvSpPr>
          <p:cNvPr id="5" name="Footer Placeholder 4">
            <a:extLst>
              <a:ext uri="{FF2B5EF4-FFF2-40B4-BE49-F238E27FC236}">
                <a16:creationId xmlns:a16="http://schemas.microsoft.com/office/drawing/2014/main" id="{D6395739-DD90-686D-28FC-8211476458E5}"/>
              </a:ext>
            </a:extLst>
          </p:cNvPr>
          <p:cNvSpPr>
            <a:spLocks noGrp="1"/>
          </p:cNvSpPr>
          <p:nvPr>
            <p:ph type="ftr" sz="quarter" idx="11"/>
          </p:nvPr>
        </p:nvSpPr>
        <p:spPr>
          <a:xfrm>
            <a:off x="4038600" y="635635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Real World Evidence using the OMOP Common Data Model</a:t>
            </a:r>
            <a:endParaRPr kumimoji="0" lang="en-GB"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6" name="Slide Number Placeholder 5">
            <a:extLst>
              <a:ext uri="{FF2B5EF4-FFF2-40B4-BE49-F238E27FC236}">
                <a16:creationId xmlns:a16="http://schemas.microsoft.com/office/drawing/2014/main" id="{5DBE6C3B-4005-24C3-ADD3-CC28B1DC84DD}"/>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D210D3-905D-4030-A2D7-E16ADAFF4081}" type="slidenum">
              <a:rPr kumimoji="0" lang="en-GB"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GB"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158415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DE5EF4-7EFA-A3C2-BA8D-08BDB12484FF}"/>
              </a:ext>
            </a:extLst>
          </p:cNvPr>
          <p:cNvSpPr>
            <a:spLocks noGrp="1"/>
          </p:cNvSpPr>
          <p:nvPr>
            <p:ph type="sldNum" sz="quarter" idx="12"/>
          </p:nvPr>
        </p:nvSpPr>
        <p:spPr>
          <a:prstGeom prst="rect">
            <a:avLst/>
          </a:prstGeom>
        </p:spPr>
        <p:txBody>
          <a:bodyPr>
            <a:normAutofit/>
          </a:bodyPr>
          <a:lstStyle/>
          <a:p>
            <a:pPr>
              <a:spcAft>
                <a:spcPts val="600"/>
              </a:spcAft>
            </a:pPr>
            <a:fld id="{444583ED-F364-40B3-B25B-483B5033DFA3}" type="slidenum">
              <a:rPr lang="en-US" smtClean="0"/>
              <a:pPr>
                <a:spcAft>
                  <a:spcPts val="600"/>
                </a:spcAft>
              </a:pPr>
              <a:t>50</a:t>
            </a:fld>
            <a:endParaRPr lang="en-US"/>
          </a:p>
        </p:txBody>
      </p:sp>
      <p:sp>
        <p:nvSpPr>
          <p:cNvPr id="5" name="TextBox 4">
            <a:extLst>
              <a:ext uri="{FF2B5EF4-FFF2-40B4-BE49-F238E27FC236}">
                <a16:creationId xmlns:a16="http://schemas.microsoft.com/office/drawing/2014/main" id="{33301296-15A5-5CC6-579D-8021B67741D2}"/>
              </a:ext>
            </a:extLst>
          </p:cNvPr>
          <p:cNvSpPr txBox="1"/>
          <p:nvPr/>
        </p:nvSpPr>
        <p:spPr>
          <a:xfrm>
            <a:off x="5281684" y="1152939"/>
            <a:ext cx="4886046" cy="1631216"/>
          </a:xfrm>
          <a:prstGeom prst="rect">
            <a:avLst/>
          </a:prstGeom>
          <a:noFill/>
        </p:spPr>
        <p:txBody>
          <a:bodyPr wrap="square" rtlCol="0">
            <a:spAutoFit/>
          </a:bodyPr>
          <a:lstStyle/>
          <a:p>
            <a:r>
              <a:rPr lang="en-GB" sz="3200" dirty="0"/>
              <a:t>QUESTIONS?</a:t>
            </a:r>
          </a:p>
          <a:p>
            <a:endParaRPr lang="en-GB" sz="2800" dirty="0">
              <a:solidFill>
                <a:srgbClr val="FF0000"/>
              </a:solidFill>
            </a:endParaRPr>
          </a:p>
          <a:p>
            <a:pPr algn="ctr"/>
            <a:r>
              <a:rPr lang="en-GB" sz="2000" dirty="0">
                <a:solidFill>
                  <a:srgbClr val="FF0000"/>
                </a:solidFill>
                <a:hlinkClick r:id="rId2">
                  <a:extLst>
                    <a:ext uri="{A12FA001-AC4F-418D-AE19-62706E023703}">
                      <ahyp:hlinkClr xmlns:ahyp="http://schemas.microsoft.com/office/drawing/2018/hyperlinkcolor" val="tx"/>
                    </a:ext>
                  </a:extLst>
                </a:hlinkClick>
              </a:rPr>
              <a:t>albert.prats-uribe@ndorms.ox.ac.uk</a:t>
            </a:r>
            <a:endParaRPr lang="en-GB" sz="2000" dirty="0">
              <a:solidFill>
                <a:srgbClr val="FF0000"/>
              </a:solidFill>
            </a:endParaRPr>
          </a:p>
          <a:p>
            <a:pPr algn="ctr"/>
            <a:endParaRPr lang="en-GB" sz="2000" dirty="0">
              <a:solidFill>
                <a:srgbClr val="FFFF00"/>
              </a:solidFill>
            </a:endParaRPr>
          </a:p>
        </p:txBody>
      </p:sp>
      <p:pic>
        <p:nvPicPr>
          <p:cNvPr id="3" name="Picture 2">
            <a:extLst>
              <a:ext uri="{FF2B5EF4-FFF2-40B4-BE49-F238E27FC236}">
                <a16:creationId xmlns:a16="http://schemas.microsoft.com/office/drawing/2014/main" id="{DD382D00-142C-8D8D-9950-89707D945D03}"/>
              </a:ext>
            </a:extLst>
          </p:cNvPr>
          <p:cNvPicPr>
            <a:picLocks noChangeAspect="1"/>
          </p:cNvPicPr>
          <p:nvPr/>
        </p:nvPicPr>
        <p:blipFill>
          <a:blip r:embed="rId3"/>
          <a:stretch>
            <a:fillRect/>
          </a:stretch>
        </p:blipFill>
        <p:spPr>
          <a:xfrm>
            <a:off x="30353" y="4886961"/>
            <a:ext cx="1757157" cy="1834516"/>
          </a:xfrm>
          <a:prstGeom prst="rect">
            <a:avLst/>
          </a:prstGeom>
        </p:spPr>
      </p:pic>
    </p:spTree>
    <p:extLst>
      <p:ext uri="{BB962C8B-B14F-4D97-AF65-F5344CB8AC3E}">
        <p14:creationId xmlns:p14="http://schemas.microsoft.com/office/powerpoint/2010/main" val="327310975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SM" id="{3A05EEF3-575C-A949-92D1-28A54CC77AB2}" vid="{EA233327-69BB-2B4D-AF12-19D7A1751CE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EHDEN">
  <a:themeElements>
    <a:clrScheme name="EHDEN">
      <a:dk1>
        <a:srgbClr val="000000"/>
      </a:dk1>
      <a:lt1>
        <a:srgbClr val="FFFFFF"/>
      </a:lt1>
      <a:dk2>
        <a:srgbClr val="383C45"/>
      </a:dk2>
      <a:lt2>
        <a:srgbClr val="FFFFFF"/>
      </a:lt2>
      <a:accent1>
        <a:srgbClr val="45B0C9"/>
      </a:accent1>
      <a:accent2>
        <a:srgbClr val="EFA528"/>
      </a:accent2>
      <a:accent3>
        <a:srgbClr val="922E75"/>
      </a:accent3>
      <a:accent4>
        <a:srgbClr val="372E77"/>
      </a:accent4>
      <a:accent5>
        <a:srgbClr val="DC3456"/>
      </a:accent5>
      <a:accent6>
        <a:srgbClr val="55C78E"/>
      </a:accent6>
      <a:hlink>
        <a:srgbClr val="1F8CF9"/>
      </a:hlink>
      <a:folHlink>
        <a:srgbClr val="B67696"/>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150FC201-1390-4213-9EB8-FF58A0ABAC4C}" vid="{BC178EDE-B3A8-4295-BC1C-8745FD0F62B6}"/>
    </a:ext>
  </a:extLst>
</a:theme>
</file>

<file path=ppt/theme/theme4.xml><?xml version="1.0" encoding="utf-8"?>
<a:theme xmlns:a="http://schemas.openxmlformats.org/drawingml/2006/main" name="4_Chalkboar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Default wide screen (Agency)">
  <a:themeElements>
    <a:clrScheme name="Neutral (Agency) (26 April 2011) 2">
      <a:dk1>
        <a:srgbClr val="000000"/>
      </a:dk1>
      <a:lt1>
        <a:srgbClr val="FFFFFF"/>
      </a:lt1>
      <a:dk2>
        <a:srgbClr val="003399"/>
      </a:dk2>
      <a:lt2>
        <a:srgbClr val="6D6F71"/>
      </a:lt2>
      <a:accent1>
        <a:srgbClr val="E1E3F2"/>
      </a:accent1>
      <a:accent2>
        <a:srgbClr val="E98300"/>
      </a:accent2>
      <a:accent3>
        <a:srgbClr val="FFFFFF"/>
      </a:accent3>
      <a:accent4>
        <a:srgbClr val="000000"/>
      </a:accent4>
      <a:accent5>
        <a:srgbClr val="EEEFF7"/>
      </a:accent5>
      <a:accent6>
        <a:srgbClr val="D37600"/>
      </a:accent6>
      <a:hlink>
        <a:srgbClr val="0098DB"/>
      </a:hlink>
      <a:folHlink>
        <a:srgbClr val="983222"/>
      </a:folHlink>
    </a:clrScheme>
    <a:fontScheme name="Neutral (Agency) (26 April 2011)">
      <a:majorFont>
        <a:latin typeface="Verdana"/>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72000" tIns="72000" rIns="72000" bIns="72000" numCol="1" anchor="ctr" anchorCtr="0" compatLnSpc="1">
        <a:prstTxWarp prst="textNoShape">
          <a:avLst/>
        </a:prstTxWarp>
        <a:spAutoFit/>
      </a:bodyPr>
      <a:lstStyle>
        <a:defPPr marL="0" marR="0" indent="0" algn="ctr" defTabSz="914400" rtl="0" eaLnBrk="1" fontAlgn="base" latinLnBrk="0" hangingPunct="1">
          <a:lnSpc>
            <a:spcPct val="120000"/>
          </a:lnSpc>
          <a:spcBef>
            <a:spcPct val="0"/>
          </a:spcBef>
          <a:spcAft>
            <a:spcPct val="0"/>
          </a:spcAft>
          <a:buClrTx/>
          <a:buSzTx/>
          <a:buFontTx/>
          <a:buNone/>
          <a:tabLst/>
          <a:defRPr kumimoji="0" lang="en-GB" altLang="en-US" sz="1600" b="0" i="0" u="none" strike="noStrike" cap="none" normalizeH="0" baseline="0" smtClean="0">
            <a:ln>
              <a:noFill/>
            </a:ln>
            <a:solidFill>
              <a:srgbClr val="000000"/>
            </a:solidFill>
            <a:effectLst/>
            <a:latin typeface="Verdana" pitchFamily="34"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72000" tIns="72000" rIns="72000" bIns="72000" numCol="1" anchor="ctr" anchorCtr="0" compatLnSpc="1">
        <a:prstTxWarp prst="textNoShape">
          <a:avLst/>
        </a:prstTxWarp>
        <a:spAutoFit/>
      </a:bodyPr>
      <a:lstStyle>
        <a:defPPr marL="0" marR="0" indent="0" algn="ctr" defTabSz="914400" rtl="0" eaLnBrk="1" fontAlgn="base" latinLnBrk="0" hangingPunct="1">
          <a:lnSpc>
            <a:spcPct val="120000"/>
          </a:lnSpc>
          <a:spcBef>
            <a:spcPct val="0"/>
          </a:spcBef>
          <a:spcAft>
            <a:spcPct val="0"/>
          </a:spcAft>
          <a:buClrTx/>
          <a:buSzTx/>
          <a:buFontTx/>
          <a:buNone/>
          <a:tabLst/>
          <a:defRPr kumimoji="0" lang="en-GB" altLang="en-US" sz="1600" b="0" i="0" u="none" strike="noStrike" cap="none" normalizeH="0" baseline="0" smtClean="0">
            <a:ln>
              <a:noFill/>
            </a:ln>
            <a:solidFill>
              <a:srgbClr val="000000"/>
            </a:solidFill>
            <a:effectLst/>
            <a:latin typeface="Verdana" pitchFamily="34" charset="0"/>
            <a:cs typeface="Arial" charset="0"/>
          </a:defRPr>
        </a:defPPr>
      </a:lstStyle>
    </a:lnDef>
  </a:objectDefaults>
  <a:extraClrSchemeLst>
    <a:extraClrScheme>
      <a:clrScheme name="Neutral (Agency) (26 April 2011) 1">
        <a:dk1>
          <a:srgbClr val="404040"/>
        </a:dk1>
        <a:lt1>
          <a:srgbClr val="FFFFFF"/>
        </a:lt1>
        <a:dk2>
          <a:srgbClr val="003399"/>
        </a:dk2>
        <a:lt2>
          <a:srgbClr val="FFFFFF"/>
        </a:lt2>
        <a:accent1>
          <a:srgbClr val="E1E4F3"/>
        </a:accent1>
        <a:accent2>
          <a:srgbClr val="E98300"/>
        </a:accent2>
        <a:accent3>
          <a:srgbClr val="AAADCA"/>
        </a:accent3>
        <a:accent4>
          <a:srgbClr val="DADADA"/>
        </a:accent4>
        <a:accent5>
          <a:srgbClr val="EEEFF8"/>
        </a:accent5>
        <a:accent6>
          <a:srgbClr val="D37600"/>
        </a:accent6>
        <a:hlink>
          <a:srgbClr val="0098DB"/>
        </a:hlink>
        <a:folHlink>
          <a:srgbClr val="983222"/>
        </a:folHlink>
      </a:clrScheme>
      <a:clrMap bg1="dk2" tx1="lt1" bg2="dk1" tx2="lt2" accent1="accent1" accent2="accent2" accent3="accent3" accent4="accent4" accent5="accent5" accent6="accent6" hlink="hlink" folHlink="folHlink"/>
    </a:extraClrScheme>
    <a:extraClrScheme>
      <a:clrScheme name="Neutral (Agency) (26 April 2011) 2">
        <a:dk1>
          <a:srgbClr val="000000"/>
        </a:dk1>
        <a:lt1>
          <a:srgbClr val="FFFFFF"/>
        </a:lt1>
        <a:dk2>
          <a:srgbClr val="003399"/>
        </a:dk2>
        <a:lt2>
          <a:srgbClr val="6D6F71"/>
        </a:lt2>
        <a:accent1>
          <a:srgbClr val="E1E3F2"/>
        </a:accent1>
        <a:accent2>
          <a:srgbClr val="E98300"/>
        </a:accent2>
        <a:accent3>
          <a:srgbClr val="FFFFFF"/>
        </a:accent3>
        <a:accent4>
          <a:srgbClr val="000000"/>
        </a:accent4>
        <a:accent5>
          <a:srgbClr val="EEEFF7"/>
        </a:accent5>
        <a:accent6>
          <a:srgbClr val="D37600"/>
        </a:accent6>
        <a:hlink>
          <a:srgbClr val="0098DB"/>
        </a:hlink>
        <a:folHlink>
          <a:srgbClr val="98322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5" id="{C4EBF457-6495-7047-AFAE-9B26360716F3}" vid="{D6BD667D-CB18-604E-81E2-9DF2E2405BC5}"/>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E9472A0-DE1A-44A8-B2EC-46C4CE01313E}">
  <we:reference id="wa104381063" version="1.0.0.1" store="en-US" storeType="OMEX"/>
  <we:alternateReferences>
    <we:reference id="WA104381063" version="1.0.0.1"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3B207407E20E42891CE4C8204B656A" ma:contentTypeVersion="36" ma:contentTypeDescription="Create a new document." ma:contentTypeScope="" ma:versionID="278983ee66473d3f532a0431c22cda7c">
  <xsd:schema xmlns:xsd="http://www.w3.org/2001/XMLSchema" xmlns:xs="http://www.w3.org/2001/XMLSchema" xmlns:p="http://schemas.microsoft.com/office/2006/metadata/properties" xmlns:ns2="3aedf1c0-925e-4524-a733-b26409c497aa" xmlns:ns3="b3804bb9-11fa-4e2e-86f5-8d7bf731dfbd" targetNamespace="http://schemas.microsoft.com/office/2006/metadata/properties" ma:root="true" ma:fieldsID="1ad33d9f3e2a4406fb0f00077d9d1339" ns2:_="" ns3:_="">
    <xsd:import namespace="3aedf1c0-925e-4524-a733-b26409c497aa"/>
    <xsd:import namespace="b3804bb9-11fa-4e2e-86f5-8d7bf731dfbd"/>
    <xsd:element name="properties">
      <xsd:complexType>
        <xsd:sequence>
          <xsd:element name="documentManagement">
            <xsd:complexType>
              <xsd:all>
                <xsd:element ref="ns2:MediaServiceMetadata" minOccurs="0"/>
                <xsd:element ref="ns2:MediaServiceFastMetadata"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Leaders" minOccurs="0"/>
                <xsd:element ref="ns2:Members" minOccurs="0"/>
                <xsd:element ref="ns2:Member_Groups" minOccurs="0"/>
                <xsd:element ref="ns2:Distribution_Groups" minOccurs="0"/>
                <xsd:element ref="ns2:LMS_Mappings" minOccurs="0"/>
                <xsd:element ref="ns2:Invited_Leaders" minOccurs="0"/>
                <xsd:element ref="ns2:Invited_Members" minOccurs="0"/>
                <xsd:element ref="ns2:Self_Registration_Enabled" minOccurs="0"/>
                <xsd:element ref="ns2:Has_Leaders_Only_SectionGroup" minOccurs="0"/>
                <xsd:element ref="ns2:Is_Collaboration_Space_Locked" minOccurs="0"/>
                <xsd:element ref="ns2:IsNotebookLocked"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lcf76f155ced4ddcb4097134ff3c332f" minOccurs="0"/>
                <xsd:element ref="ns3:TaxCatchAll" minOccurs="0"/>
                <xsd:element ref="ns2:MediaServiceLoca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aedf1c0-925e-4524-a733-b26409c497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NotebookType" ma:index="10" nillable="true" ma:displayName="Notebook Type" ma:internalName="NotebookType">
      <xsd:simpleType>
        <xsd:restriction base="dms:Text"/>
      </xsd:simpleType>
    </xsd:element>
    <xsd:element name="FolderType" ma:index="11" nillable="true" ma:displayName="Folder Type" ma:internalName="FolderType">
      <xsd:simpleType>
        <xsd:restriction base="dms:Text"/>
      </xsd:simpleType>
    </xsd:element>
    <xsd:element name="CultureName" ma:index="12" nillable="true" ma:displayName="Culture Name" ma:internalName="CultureName">
      <xsd:simpleType>
        <xsd:restriction base="dms:Text"/>
      </xsd:simpleType>
    </xsd:element>
    <xsd:element name="AppVersion" ma:index="13" nillable="true" ma:displayName="App Version" ma:internalName="AppVersion">
      <xsd:simpleType>
        <xsd:restriction base="dms:Text"/>
      </xsd:simpleType>
    </xsd:element>
    <xsd:element name="TeamsChannelId" ma:index="14" nillable="true" ma:displayName="Teams Channel Id" ma:internalName="TeamsChannelId">
      <xsd:simpleType>
        <xsd:restriction base="dms:Text"/>
      </xsd:simpleType>
    </xsd:element>
    <xsd:element name="Owner" ma:index="15"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6" nillable="true" ma:displayName="Math Settings" ma:internalName="Math_Settings">
      <xsd:simpleType>
        <xsd:restriction base="dms:Text"/>
      </xsd:simpleType>
    </xsd:element>
    <xsd:element name="DefaultSectionNames" ma:index="17" nillable="true" ma:displayName="Default Section Names" ma:internalName="DefaultSectionNames">
      <xsd:simpleType>
        <xsd:restriction base="dms:Note">
          <xsd:maxLength value="255"/>
        </xsd:restriction>
      </xsd:simpleType>
    </xsd:element>
    <xsd:element name="Templates" ma:index="18" nillable="true" ma:displayName="Templates" ma:internalName="Templates">
      <xsd:simpleType>
        <xsd:restriction base="dms:Note">
          <xsd:maxLength value="255"/>
        </xsd:restriction>
      </xsd:simpleType>
    </xsd:element>
    <xsd:element name="Leaders" ma:index="19" nillable="true" ma:displayName="Leaders" ma:internalName="Lead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s" ma:index="20" nillable="true" ma:displayName="Members" ma:internalName="Memb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_Groups" ma:index="21" nillable="true" ma:displayName="Member Groups" ma:internalName="Member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2" nillable="true" ma:displayName="Distribution Groups" ma:internalName="Distribution_Groups">
      <xsd:simpleType>
        <xsd:restriction base="dms:Note">
          <xsd:maxLength value="255"/>
        </xsd:restriction>
      </xsd:simpleType>
    </xsd:element>
    <xsd:element name="LMS_Mappings" ma:index="23" nillable="true" ma:displayName="LMS Mappings" ma:internalName="LMS_Mappings">
      <xsd:simpleType>
        <xsd:restriction base="dms:Note">
          <xsd:maxLength value="255"/>
        </xsd:restriction>
      </xsd:simpleType>
    </xsd:element>
    <xsd:element name="Invited_Leaders" ma:index="24" nillable="true" ma:displayName="Invited Leaders" ma:internalName="Invited_Leaders">
      <xsd:simpleType>
        <xsd:restriction base="dms:Note">
          <xsd:maxLength value="255"/>
        </xsd:restriction>
      </xsd:simpleType>
    </xsd:element>
    <xsd:element name="Invited_Members" ma:index="25" nillable="true" ma:displayName="Invited Members" ma:internalName="Invited_Members">
      <xsd:simpleType>
        <xsd:restriction base="dms:Note">
          <xsd:maxLength value="255"/>
        </xsd:restriction>
      </xsd:simpleType>
    </xsd:element>
    <xsd:element name="Self_Registration_Enabled" ma:index="26" nillable="true" ma:displayName="Self Registration Enabled" ma:internalName="Self_Registration_Enabled">
      <xsd:simpleType>
        <xsd:restriction base="dms:Boolean"/>
      </xsd:simpleType>
    </xsd:element>
    <xsd:element name="Has_Leaders_Only_SectionGroup" ma:index="27" nillable="true" ma:displayName="Has Leaders Only SectionGroup" ma:internalName="Has_Leaders_Only_SectionGroup">
      <xsd:simpleType>
        <xsd:restriction base="dms:Boolean"/>
      </xsd:simpleType>
    </xsd:element>
    <xsd:element name="Is_Collaboration_Space_Locked" ma:index="28" nillable="true" ma:displayName="Is Collaboration Space Locked" ma:internalName="Is_Collaboration_Space_Locked">
      <xsd:simpleType>
        <xsd:restriction base="dms:Boolean"/>
      </xsd:simpleType>
    </xsd:element>
    <xsd:element name="IsNotebookLocked" ma:index="29" nillable="true" ma:displayName="Is Notebook Locked" ma:internalName="IsNotebookLocked">
      <xsd:simpleType>
        <xsd:restriction base="dms:Boolean"/>
      </xsd:simpleType>
    </xsd:element>
    <xsd:element name="MediaServiceAutoKeyPoints" ma:index="30" nillable="true" ma:displayName="MediaServiceAutoKeyPoints" ma:hidden="true" ma:internalName="MediaServiceAutoKeyPoints" ma:readOnly="true">
      <xsd:simpleType>
        <xsd:restriction base="dms:Note"/>
      </xsd:simpleType>
    </xsd:element>
    <xsd:element name="MediaServiceKeyPoints" ma:index="31" nillable="true" ma:displayName="KeyPoints" ma:internalName="MediaServiceKeyPoints" ma:readOnly="true">
      <xsd:simpleType>
        <xsd:restriction base="dms:Note">
          <xsd:maxLength value="255"/>
        </xsd:restriction>
      </xsd:simpleType>
    </xsd:element>
    <xsd:element name="MediaServiceDateTaken" ma:index="32" nillable="true" ma:displayName="MediaServiceDateTaken" ma:hidden="true" ma:internalName="MediaServiceDateTaken" ma:readOnly="true">
      <xsd:simpleType>
        <xsd:restriction base="dms:Text"/>
      </xsd:simpleType>
    </xsd:element>
    <xsd:element name="MediaServiceAutoTags" ma:index="33" nillable="true" ma:displayName="Tags" ma:internalName="MediaServiceAutoTags" ma:readOnly="true">
      <xsd:simpleType>
        <xsd:restriction base="dms:Text"/>
      </xsd:simpleType>
    </xsd:element>
    <xsd:element name="MediaServiceGenerationTime" ma:index="34" nillable="true" ma:displayName="MediaServiceGenerationTime" ma:hidden="true" ma:internalName="MediaServiceGenerationTime" ma:readOnly="true">
      <xsd:simpleType>
        <xsd:restriction base="dms:Text"/>
      </xsd:simpleType>
    </xsd:element>
    <xsd:element name="MediaServiceEventHashCode" ma:index="35" nillable="true" ma:displayName="MediaServiceEventHashCode" ma:hidden="true" ma:internalName="MediaServiceEventHashCode" ma:readOnly="true">
      <xsd:simpleType>
        <xsd:restriction base="dms:Text"/>
      </xsd:simpleType>
    </xsd:element>
    <xsd:element name="MediaServiceOCR" ma:index="36" nillable="true" ma:displayName="Extracted Text" ma:internalName="MediaServiceOCR" ma:readOnly="true">
      <xsd:simpleType>
        <xsd:restriction base="dms:Note">
          <xsd:maxLength value="255"/>
        </xsd:restriction>
      </xsd:simpleType>
    </xsd:element>
    <xsd:element name="lcf76f155ced4ddcb4097134ff3c332f" ma:index="40" nillable="true" ma:taxonomy="true" ma:internalName="lcf76f155ced4ddcb4097134ff3c332f" ma:taxonomyFieldName="MediaServiceImageTags" ma:displayName="Image Tags" ma:readOnly="false" ma:fieldId="{5cf76f15-5ced-4ddc-b409-7134ff3c332f}" ma:taxonomyMulti="true" ma:sspId="1eeb44a9-b924-44d0-8ed9-f8b504a4bac6" ma:termSetId="09814cd3-568e-fe90-9814-8d621ff8fb84" ma:anchorId="fba54fb3-c3e1-fe81-a776-ca4b69148c4d" ma:open="true" ma:isKeyword="false">
      <xsd:complexType>
        <xsd:sequence>
          <xsd:element ref="pc:Terms" minOccurs="0" maxOccurs="1"/>
        </xsd:sequence>
      </xsd:complexType>
    </xsd:element>
    <xsd:element name="MediaServiceLocation" ma:index="42" nillable="true" ma:displayName="Location" ma:indexed="true" ma:internalName="MediaServiceLocation" ma:readOnly="true">
      <xsd:simpleType>
        <xsd:restriction base="dms:Text"/>
      </xsd:simpleType>
    </xsd:element>
    <xsd:element name="MediaServiceObjectDetectorVersions" ma:index="4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804bb9-11fa-4e2e-86f5-8d7bf731dfbd" elementFormDefault="qualified">
    <xsd:import namespace="http://schemas.microsoft.com/office/2006/documentManagement/types"/>
    <xsd:import namespace="http://schemas.microsoft.com/office/infopath/2007/PartnerControls"/>
    <xsd:element name="SharedWithUsers" ma:index="3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8" nillable="true" ma:displayName="Shared With Details" ma:internalName="SharedWithDetails" ma:readOnly="true">
      <xsd:simpleType>
        <xsd:restriction base="dms:Note">
          <xsd:maxLength value="255"/>
        </xsd:restriction>
      </xsd:simpleType>
    </xsd:element>
    <xsd:element name="TaxCatchAll" ma:index="41" nillable="true" ma:displayName="Taxonomy Catch All Column" ma:hidden="true" ma:list="{d3179969-695a-4828-9f67-e75445c6ec31}" ma:internalName="TaxCatchAll" ma:showField="CatchAllData" ma:web="b3804bb9-11fa-4e2e-86f5-8d7bf731dfb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ath_Settings xmlns="3aedf1c0-925e-4524-a733-b26409c497aa" xsi:nil="true"/>
    <Members xmlns="3aedf1c0-925e-4524-a733-b26409c497aa">
      <UserInfo>
        <DisplayName/>
        <AccountId xsi:nil="true"/>
        <AccountType/>
      </UserInfo>
    </Members>
    <Self_Registration_Enabled xmlns="3aedf1c0-925e-4524-a733-b26409c497aa" xsi:nil="true"/>
    <LMS_Mappings xmlns="3aedf1c0-925e-4524-a733-b26409c497aa" xsi:nil="true"/>
    <TaxCatchAll xmlns="b3804bb9-11fa-4e2e-86f5-8d7bf731dfbd" xsi:nil="true"/>
    <FolderType xmlns="3aedf1c0-925e-4524-a733-b26409c497aa" xsi:nil="true"/>
    <AppVersion xmlns="3aedf1c0-925e-4524-a733-b26409c497aa" xsi:nil="true"/>
    <IsNotebookLocked xmlns="3aedf1c0-925e-4524-a733-b26409c497aa" xsi:nil="true"/>
    <DefaultSectionNames xmlns="3aedf1c0-925e-4524-a733-b26409c497aa" xsi:nil="true"/>
    <Templates xmlns="3aedf1c0-925e-4524-a733-b26409c497aa" xsi:nil="true"/>
    <Has_Leaders_Only_SectionGroup xmlns="3aedf1c0-925e-4524-a733-b26409c497aa" xsi:nil="true"/>
    <NotebookType xmlns="3aedf1c0-925e-4524-a733-b26409c497aa" xsi:nil="true"/>
    <lcf76f155ced4ddcb4097134ff3c332f xmlns="3aedf1c0-925e-4524-a733-b26409c497aa">
      <Terms xmlns="http://schemas.microsoft.com/office/infopath/2007/PartnerControls"/>
    </lcf76f155ced4ddcb4097134ff3c332f>
    <Is_Collaboration_Space_Locked xmlns="3aedf1c0-925e-4524-a733-b26409c497aa" xsi:nil="true"/>
    <Member_Groups xmlns="3aedf1c0-925e-4524-a733-b26409c497aa">
      <UserInfo>
        <DisplayName/>
        <AccountId xsi:nil="true"/>
        <AccountType/>
      </UserInfo>
    </Member_Groups>
    <Owner xmlns="3aedf1c0-925e-4524-a733-b26409c497aa">
      <UserInfo>
        <DisplayName/>
        <AccountId xsi:nil="true"/>
        <AccountType/>
      </UserInfo>
    </Owner>
    <Distribution_Groups xmlns="3aedf1c0-925e-4524-a733-b26409c497aa" xsi:nil="true"/>
    <CultureName xmlns="3aedf1c0-925e-4524-a733-b26409c497aa" xsi:nil="true"/>
    <Leaders xmlns="3aedf1c0-925e-4524-a733-b26409c497aa">
      <UserInfo>
        <DisplayName/>
        <AccountId xsi:nil="true"/>
        <AccountType/>
      </UserInfo>
    </Leaders>
    <TeamsChannelId xmlns="3aedf1c0-925e-4524-a733-b26409c497aa" xsi:nil="true"/>
    <Invited_Leaders xmlns="3aedf1c0-925e-4524-a733-b26409c497aa" xsi:nil="true"/>
    <Invited_Members xmlns="3aedf1c0-925e-4524-a733-b26409c497a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5F5AD16-D8C2-4DEA-AD93-0CA9F95E22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aedf1c0-925e-4524-a733-b26409c497aa"/>
    <ds:schemaRef ds:uri="b3804bb9-11fa-4e2e-86f5-8d7bf731dfb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8F6739D-5A2C-4D1B-8F30-4AA1A7217AB1}">
  <ds:schemaRefs>
    <ds:schemaRef ds:uri="http://purl.org/dc/dcmitype/"/>
    <ds:schemaRef ds:uri="http://schemas.microsoft.com/office/infopath/2007/PartnerControls"/>
    <ds:schemaRef ds:uri="http://purl.org/dc/terms/"/>
    <ds:schemaRef ds:uri="http://purl.org/dc/elements/1.1/"/>
    <ds:schemaRef ds:uri="http://schemas.microsoft.com/office/2006/metadata/properties"/>
    <ds:schemaRef ds:uri="http://www.w3.org/XML/1998/namespace"/>
    <ds:schemaRef ds:uri="http://schemas.openxmlformats.org/package/2006/metadata/core-properties"/>
    <ds:schemaRef ds:uri="http://schemas.microsoft.com/office/2006/documentManagement/types"/>
    <ds:schemaRef ds:uri="b3804bb9-11fa-4e2e-86f5-8d7bf731dfbd"/>
    <ds:schemaRef ds:uri="3aedf1c0-925e-4524-a733-b26409c497aa"/>
  </ds:schemaRefs>
</ds:datastoreItem>
</file>

<file path=customXml/itemProps3.xml><?xml version="1.0" encoding="utf-8"?>
<ds:datastoreItem xmlns:ds="http://schemas.openxmlformats.org/officeDocument/2006/customXml" ds:itemID="{516A79DE-AA1E-4A47-B714-DA6E46F460F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Template</Template>
  <TotalTime>2672</TotalTime>
  <Words>2801</Words>
  <Application>Microsoft Office PowerPoint</Application>
  <PresentationFormat>Panorámica</PresentationFormat>
  <Paragraphs>656</Paragraphs>
  <Slides>50</Slides>
  <Notes>16</Notes>
  <HiddenSlides>1</HiddenSlides>
  <MMClips>0</MMClips>
  <ScaleCrop>false</ScaleCrop>
  <HeadingPairs>
    <vt:vector size="6" baseType="variant">
      <vt:variant>
        <vt:lpstr>Fuentes usadas</vt:lpstr>
      </vt:variant>
      <vt:variant>
        <vt:i4>14</vt:i4>
      </vt:variant>
      <vt:variant>
        <vt:lpstr>Tema</vt:lpstr>
      </vt:variant>
      <vt:variant>
        <vt:i4>5</vt:i4>
      </vt:variant>
      <vt:variant>
        <vt:lpstr>Títulos de diapositiva</vt:lpstr>
      </vt:variant>
      <vt:variant>
        <vt:i4>50</vt:i4>
      </vt:variant>
    </vt:vector>
  </HeadingPairs>
  <TitlesOfParts>
    <vt:vector size="69" baseType="lpstr">
      <vt:lpstr>Aptos</vt:lpstr>
      <vt:lpstr>Aptos Display</vt:lpstr>
      <vt:lpstr>Arial</vt:lpstr>
      <vt:lpstr>Calibri</vt:lpstr>
      <vt:lpstr>Century Gothic</vt:lpstr>
      <vt:lpstr>FoundrySterling-Bold</vt:lpstr>
      <vt:lpstr>FoundrySterling-BookOSF</vt:lpstr>
      <vt:lpstr>Helvetica Neue</vt:lpstr>
      <vt:lpstr>LM Roman 10</vt:lpstr>
      <vt:lpstr>NimbusSanL</vt:lpstr>
      <vt:lpstr>Open Sans</vt:lpstr>
      <vt:lpstr>Tahoma</vt:lpstr>
      <vt:lpstr>Verdana</vt:lpstr>
      <vt:lpstr>Wingdings</vt:lpstr>
      <vt:lpstr>Custom Design</vt:lpstr>
      <vt:lpstr>Office Theme</vt:lpstr>
      <vt:lpstr>EHDEN</vt:lpstr>
      <vt:lpstr>4_Chalkboard</vt:lpstr>
      <vt:lpstr>Default wide screen (Agency)</vt:lpstr>
      <vt:lpstr>Phenotyping: step by step </vt:lpstr>
      <vt:lpstr>AGENDA</vt:lpstr>
      <vt:lpstr>AGENDA</vt:lpstr>
      <vt:lpstr>Phenotyping in RWD: The Problem</vt:lpstr>
      <vt:lpstr>1st - Define</vt:lpstr>
      <vt:lpstr>Diabetes in the clinic</vt:lpstr>
      <vt:lpstr>Diabetes in Real life</vt:lpstr>
      <vt:lpstr>Diabetes in RWD</vt:lpstr>
      <vt:lpstr>Diabetes in RWD</vt:lpstr>
      <vt:lpstr>Diabetes in Multiple Datasets</vt:lpstr>
      <vt:lpstr>AGENDA</vt:lpstr>
      <vt:lpstr>Federated Analytics</vt:lpstr>
      <vt:lpstr>The OMOP common data model</vt:lpstr>
      <vt:lpstr>Key Advantages of CDM-based Federated Phenotypes</vt:lpstr>
      <vt:lpstr>Diabetes in Multiple Datasets</vt:lpstr>
      <vt:lpstr>Diabetes in Multiple Datasets after OMOP mapping</vt:lpstr>
      <vt:lpstr>AGENDA</vt:lpstr>
      <vt:lpstr>Building blocks</vt:lpstr>
      <vt:lpstr>OHDSI’s ATLAS™</vt:lpstr>
      <vt:lpstr>Building blocks: Concept sets in ATLAS™</vt:lpstr>
      <vt:lpstr>Building blocks: Codelists in ATLAS™</vt:lpstr>
      <vt:lpstr>Diabetes Cohort/Phenotype</vt:lpstr>
      <vt:lpstr>Building blocks (2): Cohorts in ATLAS</vt:lpstr>
      <vt:lpstr>Building blocks (2): Cohorts in ATLAS</vt:lpstr>
      <vt:lpstr>Building blocks (2): Cohorts in ATLAS</vt:lpstr>
      <vt:lpstr>AGENDA</vt:lpstr>
      <vt:lpstr>Presentación de PowerPoint</vt:lpstr>
      <vt:lpstr>Generating Real-World Evidence (RWE) from Real-World Data (RWD)</vt:lpstr>
      <vt:lpstr>The challenge: TRUE scalability</vt:lpstr>
      <vt:lpstr>The Process and Tools</vt:lpstr>
      <vt:lpstr>Presentación de PowerPoint</vt:lpstr>
      <vt:lpstr>1. Proposal</vt:lpstr>
      <vt:lpstr>Clinical Description</vt:lpstr>
      <vt:lpstr>Phenotyping plan</vt:lpstr>
      <vt:lpstr>2. Does a suitable cohort exist?</vt:lpstr>
      <vt:lpstr>3 - 4</vt:lpstr>
      <vt:lpstr>3. New phenotype generation</vt:lpstr>
      <vt:lpstr>3.1 Codelist generation</vt:lpstr>
      <vt:lpstr>Presentación de PowerPoint</vt:lpstr>
      <vt:lpstr>3.2 Codelist refinement</vt:lpstr>
      <vt:lpstr>Codelist review</vt:lpstr>
      <vt:lpstr>3.3 Cohort definition</vt:lpstr>
      <vt:lpstr>4 Cohort review / diagnostics</vt:lpstr>
      <vt:lpstr>4 Cohort review / diagnostics (2)</vt:lpstr>
      <vt:lpstr>Presentación de PowerPoint</vt:lpstr>
      <vt:lpstr>Presentación de PowerPoint</vt:lpstr>
      <vt:lpstr>5 – DECK Portal </vt:lpstr>
      <vt:lpstr>Presentación de PowerPoint</vt:lpstr>
      <vt:lpstr>Conclusion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Confounding, effect modification and interaction &amp; Causal inference</dc:title>
  <dc:creator>Victoria Strauss</dc:creator>
  <cp:lastModifiedBy>Albert Prats Uribe</cp:lastModifiedBy>
  <cp:revision>6</cp:revision>
  <dcterms:created xsi:type="dcterms:W3CDTF">2021-03-12T22:00:28Z</dcterms:created>
  <dcterms:modified xsi:type="dcterms:W3CDTF">2026-09-17T07:34:55Z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0x010100E53B207407E20E42891CE4C8204B656A</vt:lpwstr>
  </property>
  <property fmtid="{D5CDD505-2E9C-101B-9397-08002B2CF9AE}" pid="3" name="MediaServiceImageTags">
    <vt:lpwstr/>
  </property>
</Properties>
</file>